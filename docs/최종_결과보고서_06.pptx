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xlsx" ContentType="application/vnd.openxmlformats-officedocument.spreadsheetml.sheet"/>
  <Default Extension="mp4" ContentType="video/mp4"/>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1.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2.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8"/>
  </p:notesMasterIdLst>
  <p:sldIdLst>
    <p:sldId id="256" r:id="rId2"/>
    <p:sldId id="257" r:id="rId3"/>
    <p:sldId id="258" r:id="rId4"/>
    <p:sldId id="259" r:id="rId5"/>
    <p:sldId id="260" r:id="rId6"/>
    <p:sldId id="330" r:id="rId7"/>
    <p:sldId id="262" r:id="rId8"/>
    <p:sldId id="263" r:id="rId9"/>
    <p:sldId id="264" r:id="rId10"/>
    <p:sldId id="265" r:id="rId11"/>
    <p:sldId id="266" r:id="rId12"/>
    <p:sldId id="267" r:id="rId13"/>
    <p:sldId id="268" r:id="rId14"/>
    <p:sldId id="269" r:id="rId15"/>
    <p:sldId id="270" r:id="rId16"/>
    <p:sldId id="272" r:id="rId17"/>
    <p:sldId id="332" r:id="rId18"/>
    <p:sldId id="315" r:id="rId19"/>
    <p:sldId id="336" r:id="rId20"/>
    <p:sldId id="337" r:id="rId21"/>
    <p:sldId id="338" r:id="rId22"/>
    <p:sldId id="339" r:id="rId23"/>
    <p:sldId id="277" r:id="rId24"/>
    <p:sldId id="340" r:id="rId25"/>
    <p:sldId id="333" r:id="rId26"/>
    <p:sldId id="280" r:id="rId27"/>
    <p:sldId id="287" r:id="rId28"/>
    <p:sldId id="334" r:id="rId29"/>
    <p:sldId id="342" r:id="rId30"/>
    <p:sldId id="343" r:id="rId31"/>
    <p:sldId id="282" r:id="rId32"/>
    <p:sldId id="283" r:id="rId33"/>
    <p:sldId id="284" r:id="rId34"/>
    <p:sldId id="285" r:id="rId35"/>
    <p:sldId id="335" r:id="rId36"/>
    <p:sldId id="341" r:id="rId37"/>
  </p:sldIdLst>
  <p:sldSz cx="12192000" cy="6858000"/>
  <p:notesSz cx="6858000" cy="9144000"/>
  <p:embeddedFontLst>
    <p:embeddedFont>
      <p:font typeface="Pretendard ExtraBold" panose="020B0604020202020204" charset="-127"/>
      <p:bold r:id="rId39"/>
    </p:embeddedFont>
    <p:embeddedFont>
      <p:font typeface="Noto Sans KR" panose="020B0200000000000000" pitchFamily="34" charset="-128"/>
      <p:regular r:id="rId40"/>
      <p:bold r:id="rId41"/>
    </p:embeddedFont>
    <p:embeddedFont>
      <p:font typeface="Consolas" panose="020B0609020204030204" pitchFamily="49" charset="0"/>
      <p:regular r:id="rId42"/>
      <p:bold r:id="rId43"/>
      <p:italic r:id="rId44"/>
      <p:boldItalic r:id="rId45"/>
    </p:embeddedFont>
    <p:embeddedFont>
      <p:font typeface="맑은 고딕" panose="020B0503020000020004" pitchFamily="34" charset="-127"/>
      <p:regular r:id="rId46"/>
      <p:bold r:id="rId47"/>
    </p:embeddedFont>
    <p:embeddedFont>
      <p:font typeface="Pretendard SemiBold" panose="020B0604020202020204" charset="-127"/>
      <p:bold r:id="rId48"/>
    </p:embeddedFont>
    <p:embeddedFont>
      <p:font typeface="Calibri" panose="020F0502020204030204" pitchFamily="34" charset="0"/>
      <p:regular r:id="rId49"/>
      <p:bold r:id="rId50"/>
      <p:italic r:id="rId51"/>
      <p:boldItalic r:id="rId52"/>
    </p:embeddedFont>
    <p:embeddedFont>
      <p:font typeface="Pretendard Medium" panose="020B0604020202020204" charset="-127"/>
      <p:regular r:id="rId53"/>
    </p:embeddedFont>
    <p:embeddedFont>
      <p:font typeface="Pretendard" panose="020B0604020202020204" charset="-127"/>
      <p:regular r:id="rId54"/>
      <p:bold r:id="rId55"/>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AF75"/>
    <a:srgbClr val="B67C44"/>
    <a:srgbClr val="C8641E"/>
    <a:srgbClr val="E38749"/>
    <a:srgbClr val="1D1D1F"/>
    <a:srgbClr val="2A1F17"/>
    <a:srgbClr val="8C8078"/>
    <a:srgbClr val="FFFBF4"/>
    <a:srgbClr val="F8E7D6"/>
    <a:srgbClr val="539E7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451" autoAdjust="0"/>
  </p:normalViewPr>
  <p:slideViewPr>
    <p:cSldViewPr snapToGrid="0">
      <p:cViewPr varScale="1">
        <p:scale>
          <a:sx n="107" d="100"/>
          <a:sy n="107" d="100"/>
        </p:scale>
        <p:origin x="372"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font" Target="fonts/font12.fntdata"/><Relationship Id="rId55" Type="http://schemas.openxmlformats.org/officeDocument/2006/relationships/font" Target="fonts/font17.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font" Target="fonts/font7.fntdata"/><Relationship Id="rId53" Type="http://schemas.openxmlformats.org/officeDocument/2006/relationships/font" Target="fonts/font15.fntdata"/><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schemas.openxmlformats.org/officeDocument/2006/relationships/font" Target="fonts/font10.fntdata"/><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1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font" Target="fonts/font8.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3.fntdata"/><Relationship Id="rId54"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1.fntdata"/><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6.fntdata"/><Relationship Id="rId52" Type="http://schemas.openxmlformats.org/officeDocument/2006/relationships/font" Target="fonts/font14.fnt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_.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____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bar"/>
        <c:grouping val="clustered"/>
        <c:varyColors val="1"/>
        <c:ser>
          <c:idx val="0"/>
          <c:order val="0"/>
          <c:tx>
            <c:strRef>
              <c:f>Sheet1!$B$1</c:f>
              <c:strCache>
                <c:ptCount val="1"/>
                <c:pt idx="0">
                  <c:v>오류</c:v>
                </c:pt>
              </c:strCache>
            </c:strRef>
          </c:tx>
          <c:spPr>
            <a:solidFill>
              <a:srgbClr val="C8641E"/>
            </a:solidFill>
            <a:ln>
              <a:noFill/>
            </a:ln>
          </c:spPr>
          <c:invertIfNegative val="1"/>
          <c:dLbls>
            <c:spPr>
              <a:noFill/>
              <a:ln>
                <a:noFill/>
              </a:ln>
              <a:effectLst/>
            </c:spPr>
            <c:txPr>
              <a:bodyPr/>
              <a:lstStyle/>
              <a:p>
                <a:pPr>
                  <a:defRPr sz="1500" b="1"/>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Sheet1!$A$2:$A$4</c:f>
              <c:strCache>
                <c:ptCount val="3"/>
                <c:pt idx="0">
                  <c:v>놓침</c:v>
                </c:pt>
                <c:pt idx="1">
                  <c:v>착각</c:v>
                </c:pt>
                <c:pt idx="2">
                  <c:v>오검출</c:v>
                </c:pt>
              </c:strCache>
            </c:strRef>
          </c:cat>
          <c:val>
            <c:numRef>
              <c:f>Sheet1!$B$2:$B$4</c:f>
              <c:numCache>
                <c:formatCode>General</c:formatCode>
                <c:ptCount val="3"/>
                <c:pt idx="0">
                  <c:v>28</c:v>
                </c:pt>
                <c:pt idx="1">
                  <c:v>9</c:v>
                </c:pt>
                <c:pt idx="2">
                  <c:v>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0460-40E8-AF7C-8A7063094786}"/>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axMin"/>
        </c:scaling>
        <c:delete val="0"/>
        <c:axPos val="l"/>
        <c:numFmt formatCode="General" sourceLinked="0"/>
        <c:majorTickMark val="out"/>
        <c:minorTickMark val="none"/>
        <c:tickLblPos val="nextTo"/>
        <c:spPr>
          <a:ln>
            <a:noFill/>
          </a:ln>
        </c:spPr>
        <c:txPr>
          <a:bodyPr/>
          <a:lstStyle/>
          <a:p>
            <a:pPr>
              <a:defRPr baseline="0">
                <a:ea typeface="Pretendard" panose="02000503000000020004" pitchFamily="50" charset="-127"/>
              </a:defRPr>
            </a:pPr>
            <a:endParaRPr lang="ko-KR"/>
          </a:p>
        </c:txPr>
        <c:crossAx val="-2113994440"/>
        <c:crosses val="autoZero"/>
        <c:auto val="1"/>
        <c:lblAlgn val="ctr"/>
        <c:lblOffset val="100"/>
        <c:noMultiLvlLbl val="0"/>
      </c:catAx>
      <c:valAx>
        <c:axId val="-2113994440"/>
        <c:scaling>
          <c:orientation val="minMax"/>
          <c:max val="34"/>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400">
          <a:latin typeface="Pretendard"/>
        </a:defRPr>
      </a:pPr>
      <a:endParaRPr lang="ko-K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col"/>
        <c:grouping val="clustered"/>
        <c:varyColors val="1"/>
        <c:ser>
          <c:idx val="0"/>
          <c:order val="0"/>
          <c:tx>
            <c:strRef>
              <c:f>Sheet1!$B$1</c:f>
              <c:strCache>
                <c:ptCount val="1"/>
                <c:pt idx="0">
                  <c:v>실시간 인식 (TTA 끔)</c:v>
                </c:pt>
              </c:strCache>
            </c:strRef>
          </c:tx>
          <c:spPr>
            <a:solidFill>
              <a:srgbClr val="CFC5B9"/>
            </a:solidFill>
          </c:spPr>
          <c:invertIfNegative val="1"/>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Sheet1!$A$2:$A$5</c:f>
              <c:strCache>
                <c:ptCount val="4"/>
                <c:pt idx="0">
                  <c:v>cmp_11n
(첫 12종 모델)</c:v>
                </c:pt>
                <c:pt idx="1">
                  <c:v>bread_0914
(데이터 보강)</c:v>
                </c:pt>
                <c:pt idx="2">
                  <c:v>m13_A
(단독)</c:v>
                </c:pt>
                <c:pt idx="3">
                  <c:v>m13_A + m13_B
(앙상블)</c:v>
                </c:pt>
              </c:strCache>
            </c:strRef>
          </c:cat>
          <c:val>
            <c:numRef>
              <c:f>Sheet1!$B$2:$B$5</c:f>
              <c:numCache>
                <c:formatCode>General</c:formatCode>
                <c:ptCount val="4"/>
                <c:pt idx="0">
                  <c:v>38</c:v>
                </c:pt>
                <c:pt idx="1">
                  <c:v>22</c:v>
                </c:pt>
                <c:pt idx="2">
                  <c:v>21</c:v>
                </c:pt>
                <c:pt idx="3">
                  <c:v>23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271-490C-8B3A-3A70A7DFD98F}"/>
            </c:ext>
          </c:extLst>
        </c:ser>
        <c:ser>
          <c:idx val="1"/>
          <c:order val="1"/>
          <c:tx>
            <c:strRef>
              <c:f>Sheet1!$C$1</c:f>
              <c:strCache>
                <c:ptCount val="1"/>
                <c:pt idx="0">
                  <c:v>「상품 인식 실행」 (TTA 켬)</c:v>
                </c:pt>
              </c:strCache>
            </c:strRef>
          </c:tx>
          <c:spPr>
            <a:solidFill>
              <a:srgbClr val="C8641E"/>
            </a:solidFill>
          </c:spPr>
          <c:invertIfNegative val="1"/>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Sheet1!$A$2:$A$5</c:f>
              <c:strCache>
                <c:ptCount val="4"/>
                <c:pt idx="0">
                  <c:v>cmp_11n
(첫 12종 모델)</c:v>
                </c:pt>
                <c:pt idx="1">
                  <c:v>bread_0914
(데이터 보강)</c:v>
                </c:pt>
                <c:pt idx="2">
                  <c:v>m13_A
(단독)</c:v>
                </c:pt>
                <c:pt idx="3">
                  <c:v>m13_A + m13_B
(앙상블)</c:v>
                </c:pt>
              </c:strCache>
            </c:strRef>
          </c:cat>
          <c:val>
            <c:numRef>
              <c:f>Sheet1!$C$2:$C$5</c:f>
              <c:numCache>
                <c:formatCode>General</c:formatCode>
                <c:ptCount val="4"/>
                <c:pt idx="1">
                  <c:v>24</c:v>
                </c:pt>
                <c:pt idx="2">
                  <c:v>23</c:v>
                </c:pt>
                <c:pt idx="3">
                  <c:v>20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F271-490C-8B3A-3A70A7DFD98F}"/>
            </c:ext>
          </c:extLst>
        </c:ser>
        <c:dLbls>
          <c:dLblPos val="outEnd"/>
          <c:showLegendKey val="0"/>
          <c:showVal val="1"/>
          <c:showCatName val="0"/>
          <c:showSerName val="0"/>
          <c:showPercent val="0"/>
          <c:showBubbleSize val="0"/>
        </c:dLbls>
        <c:gapWidth val="70"/>
        <c:overlap val="-6"/>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E9E1D6"/>
            </a:solidFill>
          </a:ln>
        </c:spPr>
        <c:crossAx val="-2113994440"/>
        <c:crosses val="autoZero"/>
        <c:auto val="1"/>
        <c:lblAlgn val="ctr"/>
        <c:lblOffset val="100"/>
        <c:noMultiLvlLbl val="0"/>
      </c:catAx>
      <c:valAx>
        <c:axId val="-2113994440"/>
        <c:scaling>
          <c:orientation val="minMax"/>
          <c:max val="45"/>
          <c:min val="0"/>
        </c:scaling>
        <c:delete val="0"/>
        <c:axPos val="l"/>
        <c:majorGridlines>
          <c:spPr>
            <a:ln>
              <a:solidFill>
                <a:srgbClr val="EFE8DF"/>
              </a:solidFill>
            </a:ln>
          </c:spPr>
        </c:majorGridlines>
        <c:numFmt formatCode="General" sourceLinked="1"/>
        <c:majorTickMark val="out"/>
        <c:minorTickMark val="none"/>
        <c:tickLblPos val="nextTo"/>
        <c:spPr>
          <a:ln>
            <a:noFill/>
          </a:ln>
        </c:spPr>
        <c:crossAx val="-2068027336"/>
        <c:crosses val="autoZero"/>
        <c:crossBetween val="between"/>
        <c:majorUnit val="10"/>
      </c:valAx>
    </c:plotArea>
    <c:legend>
      <c:legendPos val="t"/>
      <c:layout/>
      <c:overlay val="0"/>
    </c:legend>
    <c:plotVisOnly val="1"/>
    <c:dispBlanksAs val="gap"/>
    <c:showDLblsOverMax val="1"/>
  </c:chart>
  <c:txPr>
    <a:bodyPr/>
    <a:lstStyle/>
    <a:p>
      <a:pPr>
        <a:defRPr sz="1400">
          <a:latin typeface="Pretendard" panose="02000503000000020004" pitchFamily="50" charset="-127"/>
          <a:ea typeface="Pretendard" panose="02000503000000020004" pitchFamily="50" charset="-127"/>
          <a:cs typeface="Pretendard" panose="02000503000000020004" pitchFamily="50" charset="-127"/>
        </a:defRPr>
      </a:pPr>
      <a:endParaRPr lang="ko-K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smtClean="0"/>
              <a:t>BreadVision</a:t>
            </a:r>
            <a:r>
              <a:rPr dirty="0" err="1"/>
              <a:t>은</a:t>
            </a:r>
            <a:r>
              <a:rPr dirty="0"/>
              <a:t> 빵 </a:t>
            </a:r>
            <a:r>
              <a:rPr dirty="0" err="1"/>
              <a:t>인식과</a:t>
            </a:r>
            <a:r>
              <a:rPr dirty="0"/>
              <a:t> </a:t>
            </a:r>
            <a:r>
              <a:rPr dirty="0" err="1"/>
              <a:t>회원</a:t>
            </a:r>
            <a:r>
              <a:rPr dirty="0"/>
              <a:t> </a:t>
            </a:r>
            <a:r>
              <a:rPr dirty="0" err="1"/>
              <a:t>서비스를</a:t>
            </a:r>
            <a:r>
              <a:rPr dirty="0"/>
              <a:t> </a:t>
            </a:r>
            <a:r>
              <a:rPr dirty="0" err="1"/>
              <a:t>연결한</a:t>
            </a:r>
            <a:r>
              <a:rPr dirty="0"/>
              <a:t> </a:t>
            </a:r>
            <a:r>
              <a:rPr dirty="0" err="1"/>
              <a:t>프로젝트입니다</a:t>
            </a:r>
            <a:r>
              <a:rPr dirty="0"/>
              <a:t>. </a:t>
            </a:r>
            <a:r>
              <a:rPr dirty="0" err="1"/>
              <a:t>Jetson은 USB 카메라 영상의 AI 인식을 맡고, POS 화면과 조작은 PC에서 합니다. 카메라를</a:t>
            </a:r>
            <a:r>
              <a:rPr dirty="0"/>
              <a:t> </a:t>
            </a:r>
            <a:r>
              <a:rPr dirty="0" err="1"/>
              <a:t>움직이는</a:t>
            </a:r>
            <a:r>
              <a:rPr dirty="0"/>
              <a:t> </a:t>
            </a:r>
            <a:r>
              <a:rPr dirty="0" err="1"/>
              <a:t>모터는</a:t>
            </a:r>
            <a:r>
              <a:rPr dirty="0"/>
              <a:t> STM32 </a:t>
            </a:r>
            <a:r>
              <a:rPr dirty="0" err="1"/>
              <a:t>Nucleo</a:t>
            </a:r>
            <a:r>
              <a:rPr dirty="0"/>
              <a:t> </a:t>
            </a:r>
            <a:r>
              <a:rPr dirty="0" err="1"/>
              <a:t>보드가</a:t>
            </a:r>
            <a:r>
              <a:rPr dirty="0"/>
              <a:t> </a:t>
            </a:r>
            <a:r>
              <a:rPr dirty="0" err="1"/>
              <a:t>구동하며</a:t>
            </a:r>
            <a:r>
              <a:rPr dirty="0"/>
              <a:t>, </a:t>
            </a:r>
            <a:r>
              <a:rPr dirty="0" err="1"/>
              <a:t>버튼으로</a:t>
            </a:r>
            <a:r>
              <a:rPr dirty="0"/>
              <a:t> </a:t>
            </a:r>
            <a:r>
              <a:rPr dirty="0" err="1"/>
              <a:t>직접</a:t>
            </a:r>
            <a:r>
              <a:rPr dirty="0"/>
              <a:t> </a:t>
            </a:r>
            <a:r>
              <a:rPr dirty="0" err="1"/>
              <a:t>옮기거나</a:t>
            </a:r>
            <a:r>
              <a:rPr dirty="0"/>
              <a:t> </a:t>
            </a:r>
            <a:r>
              <a:rPr dirty="0" err="1"/>
              <a:t>데이터</a:t>
            </a:r>
            <a:r>
              <a:rPr dirty="0"/>
              <a:t> </a:t>
            </a:r>
            <a:r>
              <a:rPr dirty="0" err="1"/>
              <a:t>수집</a:t>
            </a:r>
            <a:r>
              <a:rPr dirty="0"/>
              <a:t> </a:t>
            </a:r>
            <a:r>
              <a:rPr dirty="0" err="1"/>
              <a:t>중에는</a:t>
            </a:r>
            <a:r>
              <a:rPr dirty="0"/>
              <a:t> </a:t>
            </a:r>
            <a:r>
              <a:rPr dirty="0" err="1"/>
              <a:t>Jetson이</a:t>
            </a:r>
            <a:r>
              <a:rPr dirty="0"/>
              <a:t> </a:t>
            </a:r>
            <a:r>
              <a:rPr dirty="0" err="1"/>
              <a:t>USB로</a:t>
            </a:r>
            <a:r>
              <a:rPr dirty="0"/>
              <a:t> </a:t>
            </a:r>
            <a:r>
              <a:rPr dirty="0" err="1"/>
              <a:t>회전</a:t>
            </a:r>
            <a:r>
              <a:rPr dirty="0"/>
              <a:t> </a:t>
            </a:r>
            <a:r>
              <a:rPr dirty="0" err="1"/>
              <a:t>명령을</a:t>
            </a:r>
            <a:r>
              <a:rPr dirty="0"/>
              <a:t> </a:t>
            </a:r>
            <a:r>
              <a:rPr dirty="0" err="1"/>
              <a:t>보냅니다</a:t>
            </a:r>
            <a:r>
              <a:rPr dirty="0" smtClean="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smtClean="0"/>
              <a:t>결과물은</a:t>
            </a:r>
            <a:r>
              <a:rPr dirty="0" smtClean="0"/>
              <a:t> </a:t>
            </a:r>
            <a:r>
              <a:rPr dirty="0" err="1"/>
              <a:t>크게</a:t>
            </a:r>
            <a:r>
              <a:rPr dirty="0"/>
              <a:t> </a:t>
            </a:r>
            <a:r>
              <a:rPr dirty="0" err="1"/>
              <a:t>인식</a:t>
            </a:r>
            <a:r>
              <a:rPr dirty="0"/>
              <a:t>, </a:t>
            </a:r>
            <a:r>
              <a:rPr dirty="0" err="1"/>
              <a:t>결제</a:t>
            </a:r>
            <a:r>
              <a:rPr dirty="0"/>
              <a:t>, </a:t>
            </a:r>
            <a:r>
              <a:rPr dirty="0" err="1"/>
              <a:t>회원</a:t>
            </a:r>
            <a:r>
              <a:rPr dirty="0"/>
              <a:t> </a:t>
            </a:r>
            <a:r>
              <a:rPr dirty="0" err="1"/>
              <a:t>서비스가</a:t>
            </a:r>
            <a:r>
              <a:rPr dirty="0"/>
              <a:t> </a:t>
            </a:r>
            <a:r>
              <a:rPr dirty="0" err="1"/>
              <a:t>연결된</a:t>
            </a:r>
            <a:r>
              <a:rPr dirty="0"/>
              <a:t> </a:t>
            </a:r>
            <a:r>
              <a:rPr dirty="0" err="1"/>
              <a:t>흐름입니다</a:t>
            </a:r>
            <a:r>
              <a:rPr dirty="0"/>
              <a:t>. </a:t>
            </a:r>
            <a:r>
              <a:rPr dirty="0" err="1"/>
              <a:t>카메라와</a:t>
            </a:r>
            <a:r>
              <a:rPr dirty="0"/>
              <a:t> </a:t>
            </a:r>
            <a:r>
              <a:rPr dirty="0" err="1"/>
              <a:t>YOLO가</a:t>
            </a:r>
            <a:r>
              <a:rPr dirty="0"/>
              <a:t> </a:t>
            </a:r>
            <a:r>
              <a:rPr dirty="0" err="1"/>
              <a:t>빵을</a:t>
            </a:r>
            <a:r>
              <a:rPr dirty="0"/>
              <a:t> </a:t>
            </a:r>
            <a:r>
              <a:rPr dirty="0" err="1"/>
              <a:t>읽으면</a:t>
            </a:r>
            <a:r>
              <a:rPr dirty="0"/>
              <a:t> </a:t>
            </a:r>
            <a:r>
              <a:rPr dirty="0" err="1"/>
              <a:t>POS가</a:t>
            </a:r>
            <a:r>
              <a:rPr dirty="0"/>
              <a:t> </a:t>
            </a:r>
            <a:r>
              <a:rPr dirty="0" err="1"/>
              <a:t>주문을</a:t>
            </a:r>
            <a:r>
              <a:rPr dirty="0"/>
              <a:t> </a:t>
            </a:r>
            <a:r>
              <a:rPr dirty="0" err="1"/>
              <a:t>만들고</a:t>
            </a:r>
            <a:r>
              <a:rPr dirty="0"/>
              <a:t>, </a:t>
            </a:r>
            <a:r>
              <a:rPr dirty="0" err="1"/>
              <a:t>QR로</a:t>
            </a:r>
            <a:r>
              <a:rPr dirty="0"/>
              <a:t> </a:t>
            </a:r>
            <a:r>
              <a:rPr dirty="0" err="1"/>
              <a:t>확인한</a:t>
            </a:r>
            <a:r>
              <a:rPr dirty="0"/>
              <a:t> </a:t>
            </a:r>
            <a:r>
              <a:rPr dirty="0" err="1"/>
              <a:t>회원에게</a:t>
            </a:r>
            <a:r>
              <a:rPr dirty="0"/>
              <a:t> </a:t>
            </a:r>
            <a:r>
              <a:rPr dirty="0" err="1"/>
              <a:t>포인트를</a:t>
            </a:r>
            <a:r>
              <a:rPr dirty="0"/>
              <a:t> </a:t>
            </a:r>
            <a:r>
              <a:rPr dirty="0" err="1"/>
              <a:t>반영합니다</a:t>
            </a:r>
            <a:r>
              <a:rPr dirty="0"/>
              <a:t>. </a:t>
            </a:r>
            <a:r>
              <a:rPr dirty="0" err="1"/>
              <a:t>카메라</a:t>
            </a:r>
            <a:r>
              <a:rPr dirty="0"/>
              <a:t> </a:t>
            </a:r>
            <a:r>
              <a:rPr dirty="0" err="1"/>
              <a:t>이동</a:t>
            </a:r>
            <a:r>
              <a:rPr dirty="0"/>
              <a:t> </a:t>
            </a:r>
            <a:r>
              <a:rPr dirty="0" err="1"/>
              <a:t>기구는</a:t>
            </a:r>
            <a:r>
              <a:rPr dirty="0"/>
              <a:t> 새 빵 </a:t>
            </a:r>
            <a:r>
              <a:rPr dirty="0" err="1"/>
              <a:t>데이터를</a:t>
            </a:r>
            <a:r>
              <a:rPr dirty="0"/>
              <a:t> </a:t>
            </a:r>
            <a:r>
              <a:rPr dirty="0" err="1"/>
              <a:t>여러</a:t>
            </a:r>
            <a:r>
              <a:rPr dirty="0"/>
              <a:t> </a:t>
            </a:r>
            <a:r>
              <a:rPr dirty="0" err="1"/>
              <a:t>각도에서</a:t>
            </a:r>
            <a:r>
              <a:rPr dirty="0"/>
              <a:t> </a:t>
            </a:r>
            <a:r>
              <a:rPr dirty="0" err="1"/>
              <a:t>모을</a:t>
            </a:r>
            <a:r>
              <a:rPr dirty="0"/>
              <a:t> 때 </a:t>
            </a:r>
            <a:r>
              <a:rPr dirty="0" err="1"/>
              <a:t>사용합니다</a:t>
            </a:r>
            <a:r>
              <a:rPr dirty="0"/>
              <a:t>. </a:t>
            </a:r>
            <a:r>
              <a:rPr dirty="0" err="1"/>
              <a:t>그림의</a:t>
            </a:r>
            <a:r>
              <a:rPr dirty="0"/>
              <a:t> </a:t>
            </a:r>
            <a:r>
              <a:rPr dirty="0" err="1"/>
              <a:t>QR은</a:t>
            </a:r>
            <a:r>
              <a:rPr dirty="0"/>
              <a:t> BV-</a:t>
            </a:r>
            <a:r>
              <a:rPr dirty="0" err="1"/>
              <a:t>DEMO라는</a:t>
            </a:r>
            <a:r>
              <a:rPr dirty="0"/>
              <a:t> </a:t>
            </a:r>
            <a:r>
              <a:rPr dirty="0" err="1"/>
              <a:t>예시</a:t>
            </a:r>
            <a:r>
              <a:rPr dirty="0"/>
              <a:t> </a:t>
            </a:r>
            <a:r>
              <a:rPr dirty="0" err="1"/>
              <a:t>문자열이고</a:t>
            </a:r>
            <a:r>
              <a:rPr dirty="0"/>
              <a:t>, +600 </a:t>
            </a:r>
            <a:r>
              <a:rPr dirty="0" err="1"/>
              <a:t>P는</a:t>
            </a:r>
            <a:r>
              <a:rPr dirty="0"/>
              <a:t> 20,000원 </a:t>
            </a:r>
            <a:r>
              <a:rPr dirty="0" err="1"/>
              <a:t>결제</a:t>
            </a:r>
            <a:r>
              <a:rPr dirty="0"/>
              <a:t> 시 3% </a:t>
            </a:r>
            <a:r>
              <a:rPr dirty="0" err="1"/>
              <a:t>적립</a:t>
            </a:r>
            <a:r>
              <a:rPr dirty="0"/>
              <a:t> </a:t>
            </a:r>
            <a:r>
              <a:rPr dirty="0" err="1"/>
              <a:t>예시입니다</a:t>
            </a:r>
            <a:r>
              <a:rPr dirty="0" smtClean="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t>두 번째로 처음 기획한 개발 목표와 실제 개발 결과를 소개하겠습니다.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기획 단계에서 세운 목표 6가지와 실제 결과입니다. 빵 자동 인식, 젯슨 실시간 추론, 새 빵 데이터 수집 자동화, POS에서의 추가 학습과 배포, 회원 적립은 계획대로 구현했습니다. 데이터 수집 자동화는 랙·피니언 이동 기구와 스텝 모터를 만들고, 수집 중 젯슨이 USB로 회전 명령을 보내 여러 각도를 자동으로 촬영하게 했습니다. 휘낭시에처럼 비슷한 빵 구분은 처음에 오류가 가장 많았던 부분이라, 데이터 보강과 앙상블로 테스트 오류를 38건에서 20건까지 줄였고 개선으로 표시했습니다.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전체 구성입니다. 젯슨에는 USB 카메라와 모터 보드가 연결되어 있고, 카메라 영상 서버와 AI 추론 서버, Docker 학습 환경이 있습니다. PC의 POS 프로그램은 젯슨에서 영상을 받아 보여 주고, 인식할 때 사진을 추론 서버로 보내 결과를 받습니다. 학습 요청도 PC에서 젯슨으로 보냅니다. 회원과 포인트 정보는 Supabase에 저장되고, 안드로이드 앱의 QR을 POS 카메라로 읽어서 적립합니다.</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POS 계산 화면입니다. 왼쪽에 젯슨 카메라 영상과 인식 박스가 실시간으로 표시되고, 상품 인식 실행을 누르면 좌우 반전 이미지까지 추론한 결과가 오른쪽 주문표에 들어갑니다. 수량은 직접 수정할 수 있고, 회원 QR을 스캔한 뒤 결제하면 결제 금액의 3%가 포인트로 적립됩니다.</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상품 관리 화면입니다. 모델은 baggette, rotus 같은 클래스 이름만 출력하기 때문에, 여기서 클래스를 실제 판매 상품명과 가격에 연결합니다. 새 빵은 이 화면에서 먼저 상품으로 등록하고 데이터 수집을 진행합니다.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데이터 수집 화면입니다. 흰 바탕에 새 빵 하나를 올리고 시작하면 빵을 자동으로 검출해 박스를 지정합니다. 촬영하는 동안 젯슨이 모터 보드에 회전 명령을 보내 카메라가 조금씩 움직이고, 목표 장수만큼 여러 각도의 이미지가 저장됩니다. 카메라 케이블 때문에 한 방향이 아니라 왕복으로 회전합니다.</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모델 학습 화면입니다. 신규 이미지만으로 학습하면 기존 빵을 잊어버리기 때문에 기존 12종 데이터와 병합하고 합성 이미지도 만듭니다. 전이학습 시작을 누르면 젯슨에서 학습, ONNX 변환, TensorRT 엔진 빌드, 적용까지 자동으로 진행됩니다.</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회원용 안드로이드 앱입니다. 로그인하면 개인 QR이 표시되고, POS에서 회원 QR 스캔 후 이 QR을 카메라에 비추면 회원이 등록됩니다. 결제 금액의 3%가 포인트로 적립되고 앱에서 잔액과 구매 내역을 확인할 수 있습니다. 조건을 입력하면 빵을 추천하는 기능도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첫 번째 시연 영상입니다. 트레이를 카메라 아래에 올리면 실시간으로 박스가 표시되고, 상품 인식 실행을 누르면 주문표에 입력된 뒤 결제까지 진행됩니다.</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번째 영상은 새 빵 등록 과정입니다. 상품을 등록하고 데이터 수집 탭에서 카메라를 자동 회전하며 촬영한 뒤, 학습 버튼으로 새 엔진을 만들어 적용합니다.</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학습이 끝난 뒤 새 엔진으로 트레이를 인식한 화면입니다. 기존 빵과 함께 트레이 위 빵들이 인식되는 것을 확인했습니다.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세 번째 영상은 회원 기능입니다. 앱에서 가입하고 POS에서 QR을 인식해 회원을 등록한 뒤 결제하면 포인트가 적립되고, 앱에서 빵 추천을 받는 과정입니다.</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t>세 번째로 개발에 사용한 핵심 기술을 소개하겠습니다.</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smtClean="0"/>
              <a:t>이미지</a:t>
            </a:r>
            <a:r>
              <a:rPr dirty="0" smtClean="0"/>
              <a:t> </a:t>
            </a:r>
            <a:r>
              <a:rPr dirty="0" err="1"/>
              <a:t>분류는</a:t>
            </a:r>
            <a:r>
              <a:rPr dirty="0"/>
              <a:t> </a:t>
            </a:r>
            <a:r>
              <a:rPr dirty="0" err="1"/>
              <a:t>사진</a:t>
            </a:r>
            <a:r>
              <a:rPr dirty="0"/>
              <a:t> </a:t>
            </a:r>
            <a:r>
              <a:rPr dirty="0" err="1"/>
              <a:t>전체가</a:t>
            </a:r>
            <a:r>
              <a:rPr dirty="0"/>
              <a:t> </a:t>
            </a:r>
            <a:r>
              <a:rPr dirty="0" err="1"/>
              <a:t>어떤</a:t>
            </a:r>
            <a:r>
              <a:rPr dirty="0"/>
              <a:t> </a:t>
            </a:r>
            <a:r>
              <a:rPr dirty="0" err="1"/>
              <a:t>범주인지</a:t>
            </a:r>
            <a:r>
              <a:rPr dirty="0"/>
              <a:t> </a:t>
            </a:r>
            <a:r>
              <a:rPr dirty="0" err="1"/>
              <a:t>판단합니다</a:t>
            </a:r>
            <a:r>
              <a:rPr dirty="0"/>
              <a:t>. </a:t>
            </a:r>
            <a:r>
              <a:rPr dirty="0" err="1"/>
              <a:t>하지만</a:t>
            </a:r>
            <a:r>
              <a:rPr dirty="0"/>
              <a:t> 빵 </a:t>
            </a:r>
            <a:r>
              <a:rPr dirty="0" err="1"/>
              <a:t>계산에는</a:t>
            </a:r>
            <a:r>
              <a:rPr dirty="0"/>
              <a:t> 각 </a:t>
            </a:r>
            <a:r>
              <a:rPr dirty="0" err="1"/>
              <a:t>빵이</a:t>
            </a:r>
            <a:r>
              <a:rPr dirty="0"/>
              <a:t> </a:t>
            </a:r>
            <a:r>
              <a:rPr dirty="0" err="1"/>
              <a:t>어디에</a:t>
            </a:r>
            <a:r>
              <a:rPr dirty="0"/>
              <a:t> </a:t>
            </a:r>
            <a:r>
              <a:rPr dirty="0" err="1"/>
              <a:t>있고</a:t>
            </a:r>
            <a:r>
              <a:rPr dirty="0"/>
              <a:t> 몇 개 </a:t>
            </a:r>
            <a:r>
              <a:rPr dirty="0" err="1"/>
              <a:t>있는지까지</a:t>
            </a:r>
            <a:r>
              <a:rPr dirty="0"/>
              <a:t> </a:t>
            </a:r>
            <a:r>
              <a:rPr dirty="0" err="1"/>
              <a:t>필요합니다</a:t>
            </a:r>
            <a:r>
              <a:rPr dirty="0"/>
              <a:t>. </a:t>
            </a:r>
            <a:r>
              <a:rPr dirty="0" err="1"/>
              <a:t>따라서</a:t>
            </a:r>
            <a:r>
              <a:rPr dirty="0"/>
              <a:t> </a:t>
            </a:r>
            <a:r>
              <a:rPr dirty="0" err="1"/>
              <a:t>개별</a:t>
            </a:r>
            <a:r>
              <a:rPr dirty="0"/>
              <a:t> </a:t>
            </a:r>
            <a:r>
              <a:rPr dirty="0" err="1"/>
              <a:t>객체의</a:t>
            </a:r>
            <a:r>
              <a:rPr dirty="0"/>
              <a:t> </a:t>
            </a:r>
            <a:r>
              <a:rPr dirty="0" err="1"/>
              <a:t>위치와</a:t>
            </a:r>
            <a:r>
              <a:rPr dirty="0"/>
              <a:t> </a:t>
            </a:r>
            <a:r>
              <a:rPr dirty="0" err="1"/>
              <a:t>클래스를</a:t>
            </a:r>
            <a:r>
              <a:rPr dirty="0"/>
              <a:t> </a:t>
            </a:r>
            <a:r>
              <a:rPr dirty="0" err="1"/>
              <a:t>함께</a:t>
            </a:r>
            <a:r>
              <a:rPr dirty="0"/>
              <a:t> </a:t>
            </a:r>
            <a:r>
              <a:rPr dirty="0" err="1"/>
              <a:t>출력하는</a:t>
            </a:r>
            <a:r>
              <a:rPr dirty="0"/>
              <a:t> </a:t>
            </a:r>
            <a:r>
              <a:rPr dirty="0" err="1"/>
              <a:t>객체탐지를</a:t>
            </a:r>
            <a:r>
              <a:rPr dirty="0"/>
              <a:t> </a:t>
            </a:r>
            <a:r>
              <a:rPr dirty="0" err="1"/>
              <a:t>사용했습니다</a:t>
            </a:r>
            <a:r>
              <a:rPr dirty="0"/>
              <a:t>.</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라벨링 방법입니다. 처음에는 왼쪽처럼 LabelImg로 모든 박스를 직접 그렸는데, 이미지가 2천 장 가까이 되면서 시간이 너무 오래 걸렸습니다. 그래서 기존에 학습한 모델로 먼저 자동 라벨링을 진행하고, 사람은 결과를 검수하고 틀린 박스만 수정하는 프로그램을 만들었습니다. 신뢰도가 낮은 박스가 있는 이미지는 확인 필요로 따로 모아서 검수합니다. 검수할 때는 빵 개수와 박스 개수가 같은지 꼭 확인했는데, 빠진 박스가 있으면 모델이 그 빵을 배경으로 학습하기 때문입니다.</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dirty="0" err="1"/>
              <a:t>데이터</a:t>
            </a:r>
            <a:r>
              <a:rPr dirty="0"/>
              <a:t> </a:t>
            </a:r>
            <a:r>
              <a:rPr dirty="0" err="1"/>
              <a:t>증강</a:t>
            </a:r>
            <a:r>
              <a:rPr dirty="0"/>
              <a:t> </a:t>
            </a:r>
            <a:r>
              <a:rPr dirty="0" err="1"/>
              <a:t>부분입니다</a:t>
            </a:r>
            <a:r>
              <a:rPr dirty="0"/>
              <a:t>. </a:t>
            </a:r>
            <a:r>
              <a:rPr dirty="0" err="1"/>
              <a:t>같은</a:t>
            </a:r>
            <a:r>
              <a:rPr dirty="0"/>
              <a:t> </a:t>
            </a:r>
            <a:r>
              <a:rPr dirty="0" err="1"/>
              <a:t>사진</a:t>
            </a:r>
            <a:r>
              <a:rPr dirty="0"/>
              <a:t> 한 </a:t>
            </a:r>
            <a:r>
              <a:rPr dirty="0" err="1"/>
              <a:t>장에서</a:t>
            </a:r>
            <a:r>
              <a:rPr dirty="0"/>
              <a:t> </a:t>
            </a:r>
            <a:r>
              <a:rPr dirty="0" err="1"/>
              <a:t>밝기를</a:t>
            </a:r>
            <a:r>
              <a:rPr dirty="0"/>
              <a:t> </a:t>
            </a:r>
            <a:r>
              <a:rPr dirty="0" err="1"/>
              <a:t>바꾸고</a:t>
            </a:r>
            <a:r>
              <a:rPr dirty="0"/>
              <a:t>, </a:t>
            </a:r>
            <a:r>
              <a:rPr dirty="0" err="1"/>
              <a:t>회전하거나</a:t>
            </a:r>
            <a:r>
              <a:rPr dirty="0"/>
              <a:t> </a:t>
            </a:r>
            <a:r>
              <a:rPr dirty="0" err="1"/>
              <a:t>잘라</a:t>
            </a:r>
            <a:r>
              <a:rPr dirty="0"/>
              <a:t> </a:t>
            </a:r>
            <a:r>
              <a:rPr dirty="0" err="1"/>
              <a:t>내고</a:t>
            </a:r>
            <a:r>
              <a:rPr dirty="0"/>
              <a:t>, </a:t>
            </a:r>
            <a:r>
              <a:rPr dirty="0" err="1"/>
              <a:t>위치를</a:t>
            </a:r>
            <a:r>
              <a:rPr dirty="0"/>
              <a:t> </a:t>
            </a:r>
            <a:r>
              <a:rPr dirty="0" err="1"/>
              <a:t>옮기는</a:t>
            </a:r>
            <a:r>
              <a:rPr dirty="0"/>
              <a:t> </a:t>
            </a:r>
            <a:r>
              <a:rPr dirty="0" err="1"/>
              <a:t>식으로</a:t>
            </a:r>
            <a:r>
              <a:rPr dirty="0"/>
              <a:t> </a:t>
            </a:r>
            <a:r>
              <a:rPr dirty="0" err="1"/>
              <a:t>학습</a:t>
            </a:r>
            <a:r>
              <a:rPr dirty="0"/>
              <a:t> </a:t>
            </a:r>
            <a:r>
              <a:rPr dirty="0" err="1"/>
              <a:t>이미지를</a:t>
            </a:r>
            <a:r>
              <a:rPr dirty="0"/>
              <a:t> </a:t>
            </a:r>
            <a:r>
              <a:rPr dirty="0" err="1"/>
              <a:t>여러</a:t>
            </a:r>
            <a:r>
              <a:rPr dirty="0"/>
              <a:t> </a:t>
            </a:r>
            <a:r>
              <a:rPr dirty="0" err="1"/>
              <a:t>조건으로</a:t>
            </a:r>
            <a:r>
              <a:rPr dirty="0"/>
              <a:t> </a:t>
            </a:r>
            <a:r>
              <a:rPr dirty="0" err="1"/>
              <a:t>늘렸습니다</a:t>
            </a:r>
            <a:r>
              <a:rPr dirty="0"/>
              <a:t>. </a:t>
            </a:r>
            <a:r>
              <a:rPr dirty="0" err="1" smtClean="0"/>
              <a:t>다만</a:t>
            </a:r>
            <a:r>
              <a:rPr dirty="0" smtClean="0"/>
              <a:t> </a:t>
            </a:r>
            <a:r>
              <a:rPr dirty="0" err="1"/>
              <a:t>비닐</a:t>
            </a:r>
            <a:r>
              <a:rPr dirty="0"/>
              <a:t> </a:t>
            </a:r>
            <a:r>
              <a:rPr dirty="0" err="1"/>
              <a:t>포장이나</a:t>
            </a:r>
            <a:r>
              <a:rPr dirty="0"/>
              <a:t> </a:t>
            </a:r>
            <a:r>
              <a:rPr dirty="0" err="1"/>
              <a:t>빵끼리</a:t>
            </a:r>
            <a:r>
              <a:rPr dirty="0"/>
              <a:t> </a:t>
            </a:r>
            <a:r>
              <a:rPr dirty="0" err="1"/>
              <a:t>가려지는</a:t>
            </a:r>
            <a:r>
              <a:rPr dirty="0"/>
              <a:t> </a:t>
            </a:r>
            <a:r>
              <a:rPr dirty="0" err="1"/>
              <a:t>상황은</a:t>
            </a:r>
            <a:r>
              <a:rPr dirty="0"/>
              <a:t> </a:t>
            </a:r>
            <a:r>
              <a:rPr dirty="0" err="1"/>
              <a:t>증강으로</a:t>
            </a:r>
            <a:r>
              <a:rPr dirty="0"/>
              <a:t> </a:t>
            </a:r>
            <a:r>
              <a:rPr dirty="0" err="1"/>
              <a:t>만들기</a:t>
            </a:r>
            <a:r>
              <a:rPr dirty="0"/>
              <a:t> </a:t>
            </a:r>
            <a:r>
              <a:rPr dirty="0" err="1"/>
              <a:t>어려워서</a:t>
            </a:r>
            <a:r>
              <a:rPr dirty="0"/>
              <a:t>, </a:t>
            </a:r>
            <a:r>
              <a:rPr dirty="0" err="1"/>
              <a:t>포장한</a:t>
            </a:r>
            <a:r>
              <a:rPr dirty="0"/>
              <a:t> </a:t>
            </a:r>
            <a:r>
              <a:rPr dirty="0" err="1"/>
              <a:t>채로</a:t>
            </a:r>
            <a:r>
              <a:rPr dirty="0"/>
              <a:t> </a:t>
            </a:r>
            <a:r>
              <a:rPr dirty="0" err="1"/>
              <a:t>배치와</a:t>
            </a:r>
            <a:r>
              <a:rPr dirty="0"/>
              <a:t> </a:t>
            </a:r>
            <a:r>
              <a:rPr dirty="0" err="1"/>
              <a:t>방향을</a:t>
            </a:r>
            <a:r>
              <a:rPr dirty="0"/>
              <a:t> </a:t>
            </a:r>
            <a:r>
              <a:rPr dirty="0" err="1"/>
              <a:t>바꿔</a:t>
            </a:r>
            <a:r>
              <a:rPr dirty="0"/>
              <a:t> </a:t>
            </a:r>
            <a:r>
              <a:rPr dirty="0" err="1"/>
              <a:t>가며</a:t>
            </a:r>
            <a:r>
              <a:rPr dirty="0"/>
              <a:t> </a:t>
            </a:r>
            <a:r>
              <a:rPr dirty="0" err="1"/>
              <a:t>직접</a:t>
            </a:r>
            <a:r>
              <a:rPr dirty="0"/>
              <a:t> </a:t>
            </a:r>
            <a:r>
              <a:rPr dirty="0" err="1"/>
              <a:t>촬영해</a:t>
            </a:r>
            <a:r>
              <a:rPr dirty="0"/>
              <a:t> </a:t>
            </a:r>
            <a:r>
              <a:rPr dirty="0" err="1"/>
              <a:t>학습</a:t>
            </a:r>
            <a:r>
              <a:rPr dirty="0"/>
              <a:t> </a:t>
            </a:r>
            <a:r>
              <a:rPr dirty="0" err="1"/>
              <a:t>데이터에</a:t>
            </a:r>
            <a:r>
              <a:rPr dirty="0"/>
              <a:t> </a:t>
            </a:r>
            <a:r>
              <a:rPr dirty="0" err="1"/>
              <a:t>넣었습니다</a:t>
            </a:r>
            <a:r>
              <a:rPr dirty="0"/>
              <a:t>.</a:t>
            </a:r>
          </a:p>
        </p:txBody>
      </p:sp>
      <p:sp>
        <p:nvSpPr>
          <p:cNvPr id="4" name="슬라이드 번호 개체 틀 3"/>
          <p:cNvSpPr>
            <a:spLocks noGrp="1"/>
          </p:cNvSpPr>
          <p:nvPr>
            <p:ph type="sldNum" sz="quarter" idx="5"/>
          </p:nvPr>
        </p:nvSpPr>
        <p:spPr/>
        <p:txBody>
          <a:bodyPr/>
          <a:lstStyle/>
          <a:p>
            <a:endParaRPr lang="ko-KR" altLang="en-US"/>
          </a:p>
        </p:txBody>
      </p:sp>
    </p:spTree>
    <p:extLst>
      <p:ext uri="{BB962C8B-B14F-4D97-AF65-F5344CB8AC3E}">
        <p14:creationId xmlns:p14="http://schemas.microsoft.com/office/powerpoint/2010/main" val="6788552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모델 구조는 YOLOv8n, 11n, 26n을 같은 데이터로 100 epoch씩 학습해서 비교했습니다. 검증 점수는 셋 다 0.98 수준으로 비슷했고, 테스트 mAP는 26n이 0.980으로 가장 높았습니다. 하지만 같은 데이터로 학습한 모델을 젯슨에서 실시간으로 돌렸을 때 오류는 26n이 78건, 11n이 22건이었고, 새 테스트셋에서도 26n 19건, 11n 1건이었습니다. 그래서 실제 환경 오류가 가장 적고 가벼운 YOLO11n을 선정했습니다. 세 모델 모두 로투스 점수가 낮아서, 구조보다 데이터 쪽 개선이 필요하다고 판단했습니다.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t>점수만으로는 무엇을 고칠지 알 수 없어서 테스트 124장에서 틀린 이미지를 전부 저장해 확인했습니다. 오류는 38건이었고 그중 놓침이 28건, 착각이 9건이었습니다. 놓친 28건 중 24건이 휘낭시에였고, 착각은 로투스를 플레인으로 5건, 메이플을 와플로 4건 판단했습니다. 오른쪽 예시는 비닐 포장된 로투스를 플레인으로 0.91 신뢰도로 판단한 경우입니다. 이미지를 확인한 결과 포장된 휘낭시에는 모양이 같고 색만 달랐고, 학습 데이터에 라벨 실수도 있었습니다.</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오류를 줄이기 위해 네 가지 방법을 비교했습니다. 첫째, 겹친 빵 두 개가 하나로 합쳐지는 경우가 있어 NMS IoU 기준을 0.45에서 0.6으로 올렸고 오류가 38건에서 34건으로 줄었습니다. 둘째, 검출한 빵을 잘라 분류 모델로 한 번 더 판단했는데, 로투스를 플레인으로 31건 판단해서 오류가 56건으로 늘어 폐기했습니다. 셋째, 포장 이미지 110장 추가와 라벨 20장 수정 후 재학습해서 오류가 22건으로 가장 크게 줄었습니다. 넷째, 학습 방식이 다른 모델 두 개를 앙상블해서 상품 인식 버튼 기준 오류를 24건에서 20건으로 줄였습니다.</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rPr dirty="0" err="1"/>
              <a:t>단계별</a:t>
            </a:r>
            <a:r>
              <a:rPr dirty="0"/>
              <a:t> </a:t>
            </a:r>
            <a:r>
              <a:rPr dirty="0" err="1"/>
              <a:t>오류</a:t>
            </a:r>
            <a:r>
              <a:rPr dirty="0"/>
              <a:t> </a:t>
            </a:r>
            <a:r>
              <a:rPr dirty="0" err="1"/>
              <a:t>수입니다</a:t>
            </a:r>
            <a:r>
              <a:rPr dirty="0"/>
              <a:t>. </a:t>
            </a:r>
            <a:r>
              <a:rPr dirty="0" err="1"/>
              <a:t>회색은</a:t>
            </a:r>
            <a:r>
              <a:rPr dirty="0"/>
              <a:t> </a:t>
            </a:r>
            <a:r>
              <a:rPr dirty="0" err="1"/>
              <a:t>실시간</a:t>
            </a:r>
            <a:r>
              <a:rPr dirty="0"/>
              <a:t> </a:t>
            </a:r>
            <a:r>
              <a:rPr dirty="0" err="1"/>
              <a:t>인식</a:t>
            </a:r>
            <a:r>
              <a:rPr dirty="0"/>
              <a:t>, </a:t>
            </a:r>
            <a:r>
              <a:rPr dirty="0" err="1"/>
              <a:t>주황색은</a:t>
            </a:r>
            <a:r>
              <a:rPr dirty="0"/>
              <a:t> </a:t>
            </a:r>
            <a:r>
              <a:rPr dirty="0" err="1"/>
              <a:t>상품</a:t>
            </a:r>
            <a:r>
              <a:rPr dirty="0"/>
              <a:t> </a:t>
            </a:r>
            <a:r>
              <a:rPr dirty="0" err="1"/>
              <a:t>인식</a:t>
            </a:r>
            <a:r>
              <a:rPr dirty="0"/>
              <a:t> </a:t>
            </a:r>
            <a:r>
              <a:rPr dirty="0" err="1"/>
              <a:t>버튼</a:t>
            </a:r>
            <a:r>
              <a:rPr dirty="0"/>
              <a:t> </a:t>
            </a:r>
            <a:r>
              <a:rPr dirty="0" err="1"/>
              <a:t>기준입니다</a:t>
            </a:r>
            <a:r>
              <a:rPr dirty="0"/>
              <a:t>. </a:t>
            </a:r>
            <a:r>
              <a:rPr dirty="0" err="1"/>
              <a:t>오류가</a:t>
            </a:r>
            <a:r>
              <a:rPr dirty="0"/>
              <a:t> </a:t>
            </a:r>
            <a:r>
              <a:rPr dirty="0" err="1"/>
              <a:t>가장</a:t>
            </a:r>
            <a:r>
              <a:rPr dirty="0"/>
              <a:t> </a:t>
            </a:r>
            <a:r>
              <a:rPr dirty="0" err="1"/>
              <a:t>크게</a:t>
            </a:r>
            <a:r>
              <a:rPr dirty="0"/>
              <a:t> </a:t>
            </a:r>
            <a:r>
              <a:rPr dirty="0" err="1"/>
              <a:t>줄어든</a:t>
            </a:r>
            <a:r>
              <a:rPr dirty="0"/>
              <a:t> </a:t>
            </a:r>
            <a:r>
              <a:rPr dirty="0" err="1"/>
              <a:t>단계는</a:t>
            </a:r>
            <a:r>
              <a:rPr dirty="0"/>
              <a:t> </a:t>
            </a:r>
            <a:r>
              <a:rPr dirty="0" err="1"/>
              <a:t>데이터</a:t>
            </a:r>
            <a:r>
              <a:rPr dirty="0"/>
              <a:t> </a:t>
            </a:r>
            <a:r>
              <a:rPr dirty="0" err="1"/>
              <a:t>보강으로</a:t>
            </a:r>
            <a:r>
              <a:rPr dirty="0"/>
              <a:t> 38건에서 22건이 </a:t>
            </a:r>
            <a:r>
              <a:rPr dirty="0" err="1"/>
              <a:t>됐습니다</a:t>
            </a:r>
            <a:r>
              <a:rPr dirty="0"/>
              <a:t>. </a:t>
            </a:r>
            <a:r>
              <a:rPr dirty="0" err="1"/>
              <a:t>앙상블은</a:t>
            </a:r>
            <a:r>
              <a:rPr dirty="0"/>
              <a:t> </a:t>
            </a:r>
            <a:r>
              <a:rPr dirty="0" err="1"/>
              <a:t>버튼</a:t>
            </a:r>
            <a:r>
              <a:rPr dirty="0"/>
              <a:t> </a:t>
            </a:r>
            <a:r>
              <a:rPr dirty="0" err="1"/>
              <a:t>인식에서</a:t>
            </a:r>
            <a:r>
              <a:rPr dirty="0"/>
              <a:t> 24건을 20건으로 </a:t>
            </a:r>
            <a:r>
              <a:rPr dirty="0" err="1"/>
              <a:t>줄였지만</a:t>
            </a:r>
            <a:r>
              <a:rPr dirty="0"/>
              <a:t> </a:t>
            </a:r>
            <a:r>
              <a:rPr dirty="0" err="1"/>
              <a:t>실시간</a:t>
            </a:r>
            <a:r>
              <a:rPr dirty="0"/>
              <a:t> </a:t>
            </a:r>
            <a:r>
              <a:rPr dirty="0" err="1"/>
              <a:t>인식은</a:t>
            </a:r>
            <a:r>
              <a:rPr dirty="0"/>
              <a:t> 21건에서 23건으로 </a:t>
            </a:r>
            <a:r>
              <a:rPr dirty="0" err="1"/>
              <a:t>조금</a:t>
            </a:r>
            <a:r>
              <a:rPr dirty="0"/>
              <a:t> </a:t>
            </a:r>
            <a:r>
              <a:rPr dirty="0" err="1"/>
              <a:t>늘었고</a:t>
            </a:r>
            <a:r>
              <a:rPr dirty="0"/>
              <a:t> </a:t>
            </a:r>
            <a:r>
              <a:rPr dirty="0" err="1"/>
              <a:t>추론</a:t>
            </a:r>
            <a:r>
              <a:rPr dirty="0"/>
              <a:t> </a:t>
            </a:r>
            <a:r>
              <a:rPr dirty="0" err="1"/>
              <a:t>시간은</a:t>
            </a:r>
            <a:r>
              <a:rPr dirty="0"/>
              <a:t> 약 2배가 </a:t>
            </a:r>
            <a:r>
              <a:rPr dirty="0" err="1"/>
              <a:t>됐습니다</a:t>
            </a:r>
            <a:r>
              <a:rPr dirty="0"/>
              <a:t>. </a:t>
            </a:r>
            <a:r>
              <a:rPr dirty="0" err="1"/>
              <a:t>주문표에</a:t>
            </a:r>
            <a:r>
              <a:rPr dirty="0"/>
              <a:t> </a:t>
            </a:r>
            <a:r>
              <a:rPr dirty="0" err="1"/>
              <a:t>입력되는</a:t>
            </a:r>
            <a:r>
              <a:rPr dirty="0"/>
              <a:t> </a:t>
            </a:r>
            <a:r>
              <a:rPr dirty="0" err="1"/>
              <a:t>결과는</a:t>
            </a:r>
            <a:r>
              <a:rPr dirty="0"/>
              <a:t> </a:t>
            </a:r>
            <a:r>
              <a:rPr dirty="0" err="1"/>
              <a:t>버튼</a:t>
            </a:r>
            <a:r>
              <a:rPr dirty="0"/>
              <a:t> </a:t>
            </a:r>
            <a:r>
              <a:rPr dirty="0" err="1"/>
              <a:t>인식</a:t>
            </a:r>
            <a:r>
              <a:rPr dirty="0"/>
              <a:t> </a:t>
            </a:r>
            <a:r>
              <a:rPr dirty="0" err="1"/>
              <a:t>결과이기</a:t>
            </a:r>
            <a:r>
              <a:rPr dirty="0"/>
              <a:t> </a:t>
            </a:r>
            <a:r>
              <a:rPr dirty="0" err="1"/>
              <a:t>때문에</a:t>
            </a:r>
            <a:r>
              <a:rPr dirty="0"/>
              <a:t> </a:t>
            </a:r>
            <a:r>
              <a:rPr dirty="0" err="1"/>
              <a:t>버튼</a:t>
            </a:r>
            <a:r>
              <a:rPr dirty="0"/>
              <a:t> </a:t>
            </a:r>
            <a:r>
              <a:rPr dirty="0" err="1"/>
              <a:t>인식</a:t>
            </a:r>
            <a:r>
              <a:rPr dirty="0"/>
              <a:t> </a:t>
            </a:r>
            <a:r>
              <a:rPr dirty="0" err="1"/>
              <a:t>정확도를</a:t>
            </a:r>
            <a:r>
              <a:rPr dirty="0"/>
              <a:t> </a:t>
            </a:r>
            <a:r>
              <a:rPr dirty="0" err="1"/>
              <a:t>기준으로</a:t>
            </a:r>
            <a:r>
              <a:rPr dirty="0"/>
              <a:t> </a:t>
            </a:r>
            <a:r>
              <a:rPr dirty="0" err="1"/>
              <a:t>앙상블을</a:t>
            </a:r>
            <a:r>
              <a:rPr dirty="0"/>
              <a:t> </a:t>
            </a:r>
            <a:r>
              <a:rPr dirty="0" err="1"/>
              <a:t>기본</a:t>
            </a:r>
            <a:r>
              <a:rPr dirty="0"/>
              <a:t> </a:t>
            </a:r>
            <a:r>
              <a:rPr dirty="0" err="1"/>
              <a:t>설정으로</a:t>
            </a:r>
            <a:r>
              <a:rPr dirty="0"/>
              <a:t> </a:t>
            </a:r>
            <a:r>
              <a:rPr dirty="0" err="1"/>
              <a:t>정했습니다</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앙상블은</a:t>
            </a:r>
            <a:r>
              <a:rPr dirty="0"/>
              <a:t> Weighted Box </a:t>
            </a:r>
            <a:r>
              <a:rPr dirty="0" err="1"/>
              <a:t>Fusion을</a:t>
            </a:r>
            <a:r>
              <a:rPr dirty="0"/>
              <a:t> </a:t>
            </a:r>
            <a:r>
              <a:rPr dirty="0" err="1"/>
              <a:t>직접</a:t>
            </a:r>
            <a:r>
              <a:rPr dirty="0"/>
              <a:t> </a:t>
            </a:r>
            <a:r>
              <a:rPr dirty="0" err="1"/>
              <a:t>구현했습니다</a:t>
            </a:r>
            <a:r>
              <a:rPr dirty="0"/>
              <a:t>. 두 </a:t>
            </a:r>
            <a:r>
              <a:rPr dirty="0" err="1"/>
              <a:t>모델의</a:t>
            </a:r>
            <a:r>
              <a:rPr dirty="0"/>
              <a:t> </a:t>
            </a:r>
            <a:r>
              <a:rPr dirty="0" err="1"/>
              <a:t>박스를</a:t>
            </a:r>
            <a:r>
              <a:rPr dirty="0"/>
              <a:t> </a:t>
            </a:r>
            <a:r>
              <a:rPr dirty="0" err="1"/>
              <a:t>신뢰도</a:t>
            </a:r>
            <a:r>
              <a:rPr dirty="0"/>
              <a:t> </a:t>
            </a:r>
            <a:r>
              <a:rPr dirty="0" err="1"/>
              <a:t>순으로</a:t>
            </a:r>
            <a:r>
              <a:rPr dirty="0"/>
              <a:t> </a:t>
            </a:r>
            <a:r>
              <a:rPr dirty="0" err="1"/>
              <a:t>보면서</a:t>
            </a:r>
            <a:r>
              <a:rPr dirty="0"/>
              <a:t> </a:t>
            </a:r>
            <a:r>
              <a:rPr dirty="0" err="1"/>
              <a:t>같은</a:t>
            </a:r>
            <a:r>
              <a:rPr dirty="0"/>
              <a:t> </a:t>
            </a:r>
            <a:r>
              <a:rPr dirty="0" err="1"/>
              <a:t>클래스이고</a:t>
            </a:r>
            <a:r>
              <a:rPr dirty="0"/>
              <a:t> </a:t>
            </a:r>
            <a:r>
              <a:rPr dirty="0" err="1"/>
              <a:t>IoU가</a:t>
            </a:r>
            <a:r>
              <a:rPr dirty="0"/>
              <a:t> 0.55를 </a:t>
            </a:r>
            <a:r>
              <a:rPr dirty="0" err="1"/>
              <a:t>넘으면</a:t>
            </a:r>
            <a:r>
              <a:rPr dirty="0"/>
              <a:t> 한 </a:t>
            </a:r>
            <a:r>
              <a:rPr dirty="0" err="1"/>
              <a:t>그룹으로</a:t>
            </a:r>
            <a:r>
              <a:rPr dirty="0"/>
              <a:t> </a:t>
            </a:r>
            <a:r>
              <a:rPr dirty="0" err="1"/>
              <a:t>묶고</a:t>
            </a:r>
            <a:r>
              <a:rPr dirty="0"/>
              <a:t>, </a:t>
            </a:r>
            <a:r>
              <a:rPr dirty="0" err="1"/>
              <a:t>좌표를</a:t>
            </a:r>
            <a:r>
              <a:rPr dirty="0"/>
              <a:t> </a:t>
            </a:r>
            <a:r>
              <a:rPr dirty="0" err="1"/>
              <a:t>신뢰도로</a:t>
            </a:r>
            <a:r>
              <a:rPr dirty="0"/>
              <a:t> </a:t>
            </a:r>
            <a:r>
              <a:rPr dirty="0" err="1"/>
              <a:t>가중</a:t>
            </a:r>
            <a:r>
              <a:rPr dirty="0"/>
              <a:t> </a:t>
            </a:r>
            <a:r>
              <a:rPr dirty="0" err="1"/>
              <a:t>평균합니다</a:t>
            </a:r>
            <a:r>
              <a:rPr dirty="0"/>
              <a:t>. </a:t>
            </a:r>
            <a:r>
              <a:rPr dirty="0" err="1"/>
              <a:t>구현</a:t>
            </a:r>
            <a:r>
              <a:rPr dirty="0"/>
              <a:t> 중 </a:t>
            </a:r>
            <a:r>
              <a:rPr dirty="0" err="1"/>
              <a:t>문제가</a:t>
            </a:r>
            <a:r>
              <a:rPr dirty="0"/>
              <a:t> 세 </a:t>
            </a:r>
            <a:r>
              <a:rPr dirty="0" err="1"/>
              <a:t>가지</a:t>
            </a:r>
            <a:r>
              <a:rPr dirty="0"/>
              <a:t> </a:t>
            </a:r>
            <a:r>
              <a:rPr dirty="0" err="1"/>
              <a:t>있었습니다</a:t>
            </a:r>
            <a:r>
              <a:rPr dirty="0"/>
              <a:t>. </a:t>
            </a:r>
            <a:r>
              <a:rPr dirty="0" err="1"/>
              <a:t>첫째</a:t>
            </a:r>
            <a:r>
              <a:rPr dirty="0"/>
              <a:t>, </a:t>
            </a:r>
            <a:r>
              <a:rPr dirty="0" err="1"/>
              <a:t>원래</a:t>
            </a:r>
            <a:r>
              <a:rPr dirty="0"/>
              <a:t> </a:t>
            </a:r>
            <a:r>
              <a:rPr dirty="0" err="1"/>
              <a:t>방식대로</a:t>
            </a:r>
            <a:r>
              <a:rPr dirty="0"/>
              <a:t> 한 </a:t>
            </a:r>
            <a:r>
              <a:rPr dirty="0" err="1"/>
              <a:t>모델만</a:t>
            </a:r>
            <a:r>
              <a:rPr dirty="0"/>
              <a:t> </a:t>
            </a:r>
            <a:r>
              <a:rPr dirty="0" err="1"/>
              <a:t>검출한</a:t>
            </a:r>
            <a:r>
              <a:rPr dirty="0"/>
              <a:t> </a:t>
            </a:r>
            <a:r>
              <a:rPr dirty="0" err="1"/>
              <a:t>박스</a:t>
            </a:r>
            <a:r>
              <a:rPr dirty="0"/>
              <a:t> </a:t>
            </a:r>
            <a:r>
              <a:rPr dirty="0" err="1"/>
              <a:t>점수를</a:t>
            </a:r>
            <a:r>
              <a:rPr dirty="0"/>
              <a:t> </a:t>
            </a:r>
            <a:r>
              <a:rPr dirty="0" err="1"/>
              <a:t>깎으면</a:t>
            </a:r>
            <a:r>
              <a:rPr dirty="0"/>
              <a:t> POS </a:t>
            </a:r>
            <a:r>
              <a:rPr dirty="0" err="1"/>
              <a:t>기준</a:t>
            </a:r>
            <a:r>
              <a:rPr dirty="0"/>
              <a:t> 0.55를 </a:t>
            </a:r>
            <a:r>
              <a:rPr dirty="0" err="1"/>
              <a:t>넘지</a:t>
            </a:r>
            <a:r>
              <a:rPr dirty="0"/>
              <a:t> </a:t>
            </a:r>
            <a:r>
              <a:rPr dirty="0" err="1"/>
              <a:t>못해</a:t>
            </a:r>
            <a:r>
              <a:rPr dirty="0"/>
              <a:t> </a:t>
            </a:r>
            <a:r>
              <a:rPr dirty="0" err="1"/>
              <a:t>앙상블</a:t>
            </a:r>
            <a:r>
              <a:rPr dirty="0"/>
              <a:t> </a:t>
            </a:r>
            <a:r>
              <a:rPr dirty="0" err="1"/>
              <a:t>놓침이</a:t>
            </a:r>
            <a:r>
              <a:rPr dirty="0"/>
              <a:t> 90건으로 </a:t>
            </a:r>
            <a:r>
              <a:rPr dirty="0" err="1"/>
              <a:t>단일</a:t>
            </a:r>
            <a:r>
              <a:rPr dirty="0"/>
              <a:t> </a:t>
            </a:r>
            <a:r>
              <a:rPr dirty="0" err="1"/>
              <a:t>모델</a:t>
            </a:r>
            <a:r>
              <a:rPr dirty="0"/>
              <a:t> </a:t>
            </a:r>
            <a:r>
              <a:rPr lang="en-US" altLang="ko-KR" dirty="0"/>
              <a:t>32</a:t>
            </a:r>
            <a:r>
              <a:rPr dirty="0"/>
              <a:t>건보다 </a:t>
            </a:r>
            <a:r>
              <a:rPr dirty="0" err="1"/>
              <a:t>많았습니다</a:t>
            </a:r>
            <a:r>
              <a:rPr dirty="0"/>
              <a:t>. </a:t>
            </a:r>
            <a:r>
              <a:rPr dirty="0" err="1"/>
              <a:t>그래서</a:t>
            </a:r>
            <a:r>
              <a:rPr dirty="0"/>
              <a:t> </a:t>
            </a:r>
            <a:r>
              <a:rPr dirty="0" err="1"/>
              <a:t>감점을</a:t>
            </a:r>
            <a:r>
              <a:rPr dirty="0"/>
              <a:t> </a:t>
            </a:r>
            <a:r>
              <a:rPr dirty="0" err="1"/>
              <a:t>없애고</a:t>
            </a:r>
            <a:r>
              <a:rPr dirty="0"/>
              <a:t> 두 </a:t>
            </a:r>
            <a:r>
              <a:rPr dirty="0" err="1"/>
              <a:t>모델이</a:t>
            </a:r>
            <a:r>
              <a:rPr dirty="0"/>
              <a:t> </a:t>
            </a:r>
            <a:r>
              <a:rPr dirty="0" err="1"/>
              <a:t>일치한</a:t>
            </a:r>
            <a:r>
              <a:rPr dirty="0"/>
              <a:t> </a:t>
            </a:r>
            <a:r>
              <a:rPr dirty="0" err="1"/>
              <a:t>박스만</a:t>
            </a:r>
            <a:r>
              <a:rPr dirty="0"/>
              <a:t> 1.25배 </a:t>
            </a:r>
            <a:r>
              <a:rPr dirty="0" err="1"/>
              <a:t>올렸습니다</a:t>
            </a:r>
            <a:r>
              <a:rPr dirty="0"/>
              <a:t>. </a:t>
            </a:r>
            <a:r>
              <a:rPr dirty="0" err="1"/>
              <a:t>둘째</a:t>
            </a:r>
            <a:r>
              <a:rPr dirty="0"/>
              <a:t>, </a:t>
            </a:r>
            <a:r>
              <a:rPr dirty="0" err="1"/>
              <a:t>같은</a:t>
            </a:r>
            <a:r>
              <a:rPr dirty="0"/>
              <a:t> </a:t>
            </a:r>
            <a:r>
              <a:rPr dirty="0" err="1"/>
              <a:t>위치에</a:t>
            </a:r>
            <a:r>
              <a:rPr dirty="0"/>
              <a:t> </a:t>
            </a:r>
            <a:r>
              <a:rPr dirty="0" err="1"/>
              <a:t>로투스와</a:t>
            </a:r>
            <a:r>
              <a:rPr dirty="0"/>
              <a:t> </a:t>
            </a:r>
            <a:r>
              <a:rPr dirty="0" err="1"/>
              <a:t>과일</a:t>
            </a:r>
            <a:r>
              <a:rPr dirty="0"/>
              <a:t> </a:t>
            </a:r>
            <a:r>
              <a:rPr dirty="0" err="1"/>
              <a:t>박스가</a:t>
            </a:r>
            <a:r>
              <a:rPr dirty="0"/>
              <a:t> </a:t>
            </a:r>
            <a:r>
              <a:rPr dirty="0" err="1"/>
              <a:t>동시에</a:t>
            </a:r>
            <a:r>
              <a:rPr dirty="0"/>
              <a:t> </a:t>
            </a:r>
            <a:r>
              <a:rPr dirty="0" err="1"/>
              <a:t>남는</a:t>
            </a:r>
            <a:r>
              <a:rPr dirty="0"/>
              <a:t> </a:t>
            </a:r>
            <a:r>
              <a:rPr dirty="0" err="1"/>
              <a:t>문제가</a:t>
            </a:r>
            <a:r>
              <a:rPr dirty="0"/>
              <a:t> </a:t>
            </a:r>
            <a:r>
              <a:rPr dirty="0" err="1"/>
              <a:t>있어서</a:t>
            </a:r>
            <a:r>
              <a:rPr dirty="0"/>
              <a:t>, </a:t>
            </a:r>
            <a:r>
              <a:rPr dirty="0" err="1"/>
              <a:t>크게</a:t>
            </a:r>
            <a:r>
              <a:rPr dirty="0"/>
              <a:t> </a:t>
            </a:r>
            <a:r>
              <a:rPr dirty="0" err="1"/>
              <a:t>겹치면</a:t>
            </a:r>
            <a:r>
              <a:rPr dirty="0"/>
              <a:t> </a:t>
            </a:r>
            <a:r>
              <a:rPr dirty="0" err="1"/>
              <a:t>신뢰도가</a:t>
            </a:r>
            <a:r>
              <a:rPr dirty="0"/>
              <a:t> </a:t>
            </a:r>
            <a:r>
              <a:rPr dirty="0" err="1"/>
              <a:t>높은</a:t>
            </a:r>
            <a:r>
              <a:rPr dirty="0"/>
              <a:t> </a:t>
            </a:r>
            <a:r>
              <a:rPr dirty="0" err="1"/>
              <a:t>박스만</a:t>
            </a:r>
            <a:r>
              <a:rPr dirty="0"/>
              <a:t> </a:t>
            </a:r>
            <a:r>
              <a:rPr dirty="0" err="1"/>
              <a:t>남겼습니다</a:t>
            </a:r>
            <a:r>
              <a:rPr dirty="0"/>
              <a:t>. </a:t>
            </a:r>
            <a:r>
              <a:rPr dirty="0" err="1"/>
              <a:t>셋째</a:t>
            </a:r>
            <a:r>
              <a:rPr dirty="0"/>
              <a:t>, </a:t>
            </a:r>
            <a:r>
              <a:rPr dirty="0" err="1"/>
              <a:t>휘낭시에와</a:t>
            </a:r>
            <a:r>
              <a:rPr dirty="0"/>
              <a:t> </a:t>
            </a:r>
            <a:r>
              <a:rPr dirty="0" err="1"/>
              <a:t>와플만</a:t>
            </a:r>
            <a:r>
              <a:rPr dirty="0"/>
              <a:t> </a:t>
            </a:r>
            <a:r>
              <a:rPr dirty="0" err="1"/>
              <a:t>학습한</a:t>
            </a:r>
            <a:r>
              <a:rPr dirty="0"/>
              <a:t> </a:t>
            </a:r>
            <a:r>
              <a:rPr dirty="0" err="1"/>
              <a:t>모델이</a:t>
            </a:r>
            <a:r>
              <a:rPr dirty="0"/>
              <a:t> </a:t>
            </a:r>
            <a:r>
              <a:rPr dirty="0" err="1"/>
              <a:t>머핀을</a:t>
            </a:r>
            <a:r>
              <a:rPr dirty="0"/>
              <a:t> </a:t>
            </a:r>
            <a:r>
              <a:rPr dirty="0" err="1"/>
              <a:t>플레인으로</a:t>
            </a:r>
            <a:r>
              <a:rPr dirty="0"/>
              <a:t> </a:t>
            </a:r>
            <a:r>
              <a:rPr dirty="0" err="1"/>
              <a:t>판단해</a:t>
            </a:r>
            <a:r>
              <a:rPr dirty="0"/>
              <a:t> </a:t>
            </a:r>
            <a:r>
              <a:rPr dirty="0" err="1"/>
              <a:t>기존</a:t>
            </a:r>
            <a:r>
              <a:rPr dirty="0"/>
              <a:t> 빵 </a:t>
            </a:r>
            <a:r>
              <a:rPr dirty="0" err="1"/>
              <a:t>오류가</a:t>
            </a:r>
            <a:r>
              <a:rPr dirty="0"/>
              <a:t> 200건이었는데, </a:t>
            </a:r>
            <a:r>
              <a:rPr dirty="0" err="1"/>
              <a:t>다른</a:t>
            </a:r>
            <a:r>
              <a:rPr dirty="0"/>
              <a:t> </a:t>
            </a:r>
            <a:r>
              <a:rPr dirty="0" err="1"/>
              <a:t>모델이</a:t>
            </a:r>
            <a:r>
              <a:rPr dirty="0"/>
              <a:t> </a:t>
            </a:r>
            <a:r>
              <a:rPr dirty="0" err="1"/>
              <a:t>미학습</a:t>
            </a:r>
            <a:r>
              <a:rPr dirty="0"/>
              <a:t> </a:t>
            </a:r>
            <a:r>
              <a:rPr dirty="0" err="1"/>
              <a:t>클래스로</a:t>
            </a:r>
            <a:r>
              <a:rPr dirty="0"/>
              <a:t> </a:t>
            </a:r>
            <a:r>
              <a:rPr dirty="0" err="1"/>
              <a:t>판단한</a:t>
            </a:r>
            <a:r>
              <a:rPr dirty="0"/>
              <a:t> </a:t>
            </a:r>
            <a:r>
              <a:rPr dirty="0" err="1"/>
              <a:t>위치를</a:t>
            </a:r>
            <a:r>
              <a:rPr dirty="0"/>
              <a:t> </a:t>
            </a:r>
            <a:r>
              <a:rPr dirty="0" err="1"/>
              <a:t>제외해서</a:t>
            </a:r>
            <a:r>
              <a:rPr dirty="0"/>
              <a:t> 3건으로 </a:t>
            </a:r>
            <a:r>
              <a:rPr dirty="0" err="1"/>
              <a:t>줄였습니다</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새 빵은 1개씩 촬영하는 게 편하고 라벨도 명확하지만, 1개짜리 이미지 329장만 넣고 학습하니 겹친 빵 검출률이 87.5%에서 54.2%로 떨어졌습니다. 그래서 1개짜리 이미지에서 빵을 마스크로 추출하고 트레이 배경에 여러 개 배치하는 합성 이미지를 만들었습니다. 붙인 위치를 알고 있으니 라벨은 자동으로 생성됩니다. 박스로 자르면 배경이 너무 많이 포함돼서, 파이는 박스 면적의 49%만 실제 빵이었기 때문에 마스크를 사용했습니다. 그대로 붙이면 모델이 잘린 경계를 학습하기 때문에 가장자리 흐림, 그림자, 밝기 변화를 넣고 겹침 정도도 실제 이미지 수준으로 제한했습니다.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학습한</a:t>
            </a:r>
            <a:r>
              <a:rPr dirty="0"/>
              <a:t> pt </a:t>
            </a:r>
            <a:r>
              <a:rPr dirty="0" err="1"/>
              <a:t>파일은</a:t>
            </a:r>
            <a:r>
              <a:rPr dirty="0"/>
              <a:t> </a:t>
            </a:r>
            <a:r>
              <a:rPr dirty="0" err="1"/>
              <a:t>ONNX로</a:t>
            </a:r>
            <a:r>
              <a:rPr dirty="0"/>
              <a:t> </a:t>
            </a:r>
            <a:r>
              <a:rPr dirty="0" err="1"/>
              <a:t>변환하고</a:t>
            </a:r>
            <a:r>
              <a:rPr dirty="0"/>
              <a:t>, </a:t>
            </a:r>
            <a:r>
              <a:rPr dirty="0" err="1"/>
              <a:t>젯슨에서</a:t>
            </a:r>
            <a:r>
              <a:rPr dirty="0"/>
              <a:t> </a:t>
            </a:r>
            <a:r>
              <a:rPr dirty="0" err="1"/>
              <a:t>trtexec로</a:t>
            </a:r>
            <a:r>
              <a:rPr dirty="0"/>
              <a:t> FP16 </a:t>
            </a:r>
            <a:r>
              <a:rPr dirty="0" err="1"/>
              <a:t>TensorRT</a:t>
            </a:r>
            <a:r>
              <a:rPr dirty="0"/>
              <a:t> </a:t>
            </a:r>
            <a:r>
              <a:rPr dirty="0" err="1"/>
              <a:t>엔진을</a:t>
            </a:r>
            <a:r>
              <a:rPr dirty="0"/>
              <a:t> </a:t>
            </a:r>
            <a:r>
              <a:rPr dirty="0" err="1"/>
              <a:t>빌드했습니다</a:t>
            </a:r>
            <a:r>
              <a:rPr dirty="0"/>
              <a:t>. </a:t>
            </a:r>
            <a:r>
              <a:rPr dirty="0" err="1"/>
              <a:t>추론</a:t>
            </a:r>
            <a:r>
              <a:rPr dirty="0"/>
              <a:t> </a:t>
            </a:r>
            <a:r>
              <a:rPr dirty="0" err="1"/>
              <a:t>서버는</a:t>
            </a:r>
            <a:r>
              <a:rPr dirty="0"/>
              <a:t> </a:t>
            </a:r>
            <a:r>
              <a:rPr dirty="0" err="1"/>
              <a:t>엔진</a:t>
            </a:r>
            <a:r>
              <a:rPr dirty="0"/>
              <a:t> 두 </a:t>
            </a:r>
            <a:r>
              <a:rPr dirty="0" err="1"/>
              <a:t>개를</a:t>
            </a:r>
            <a:r>
              <a:rPr dirty="0"/>
              <a:t> </a:t>
            </a:r>
            <a:r>
              <a:rPr dirty="0" err="1"/>
              <a:t>실행하고</a:t>
            </a:r>
            <a:r>
              <a:rPr dirty="0"/>
              <a:t> </a:t>
            </a:r>
            <a:r>
              <a:rPr dirty="0" err="1"/>
              <a:t>WBF로</a:t>
            </a:r>
            <a:r>
              <a:rPr dirty="0"/>
              <a:t> </a:t>
            </a:r>
            <a:r>
              <a:rPr dirty="0" err="1"/>
              <a:t>결과를</a:t>
            </a:r>
            <a:r>
              <a:rPr dirty="0"/>
              <a:t> </a:t>
            </a:r>
            <a:r>
              <a:rPr dirty="0" err="1"/>
              <a:t>합칩니다</a:t>
            </a:r>
            <a:r>
              <a:rPr dirty="0"/>
              <a:t>. </a:t>
            </a:r>
            <a:r>
              <a:rPr dirty="0" err="1"/>
              <a:t>후처리는</a:t>
            </a:r>
            <a:r>
              <a:rPr dirty="0"/>
              <a:t> 한 </a:t>
            </a:r>
            <a:r>
              <a:rPr dirty="0" err="1"/>
              <a:t>위치에</a:t>
            </a:r>
            <a:r>
              <a:rPr dirty="0"/>
              <a:t> </a:t>
            </a:r>
            <a:r>
              <a:rPr dirty="0" err="1"/>
              <a:t>빵이</a:t>
            </a:r>
            <a:r>
              <a:rPr dirty="0"/>
              <a:t> </a:t>
            </a:r>
            <a:r>
              <a:rPr dirty="0" err="1"/>
              <a:t>하나만</a:t>
            </a:r>
            <a:r>
              <a:rPr dirty="0"/>
              <a:t> </a:t>
            </a:r>
            <a:r>
              <a:rPr dirty="0" err="1"/>
              <a:t>있다고</a:t>
            </a:r>
            <a:r>
              <a:rPr dirty="0"/>
              <a:t> </a:t>
            </a:r>
            <a:r>
              <a:rPr dirty="0" err="1"/>
              <a:t>보고</a:t>
            </a:r>
            <a:r>
              <a:rPr dirty="0"/>
              <a:t> </a:t>
            </a:r>
            <a:r>
              <a:rPr dirty="0" err="1"/>
              <a:t>클래스와</a:t>
            </a:r>
            <a:r>
              <a:rPr dirty="0"/>
              <a:t> </a:t>
            </a:r>
            <a:r>
              <a:rPr dirty="0" err="1"/>
              <a:t>무관하게</a:t>
            </a:r>
            <a:r>
              <a:rPr dirty="0"/>
              <a:t> </a:t>
            </a:r>
            <a:r>
              <a:rPr dirty="0" err="1"/>
              <a:t>NMS를</a:t>
            </a:r>
            <a:r>
              <a:rPr dirty="0"/>
              <a:t> </a:t>
            </a:r>
            <a:r>
              <a:rPr dirty="0" err="1"/>
              <a:t>적용하고</a:t>
            </a:r>
            <a:r>
              <a:rPr dirty="0"/>
              <a:t>, 큰 </a:t>
            </a:r>
            <a:r>
              <a:rPr dirty="0" err="1"/>
              <a:t>박스</a:t>
            </a:r>
            <a:r>
              <a:rPr dirty="0"/>
              <a:t> </a:t>
            </a:r>
            <a:r>
              <a:rPr dirty="0" err="1"/>
              <a:t>안에</a:t>
            </a:r>
            <a:r>
              <a:rPr dirty="0"/>
              <a:t> 85% </a:t>
            </a:r>
            <a:r>
              <a:rPr dirty="0" err="1"/>
              <a:t>이상</a:t>
            </a:r>
            <a:r>
              <a:rPr dirty="0"/>
              <a:t> </a:t>
            </a:r>
            <a:r>
              <a:rPr dirty="0" err="1"/>
              <a:t>포함된</a:t>
            </a:r>
            <a:r>
              <a:rPr dirty="0"/>
              <a:t> </a:t>
            </a:r>
            <a:r>
              <a:rPr dirty="0" err="1"/>
              <a:t>작은</a:t>
            </a:r>
            <a:r>
              <a:rPr dirty="0"/>
              <a:t> </a:t>
            </a:r>
            <a:r>
              <a:rPr dirty="0" err="1"/>
              <a:t>박스는</a:t>
            </a:r>
            <a:r>
              <a:rPr dirty="0"/>
              <a:t> </a:t>
            </a:r>
            <a:r>
              <a:rPr dirty="0" err="1"/>
              <a:t>제거했습니다</a:t>
            </a:r>
            <a:r>
              <a:rPr dirty="0"/>
              <a:t>. </a:t>
            </a:r>
            <a:r>
              <a:rPr dirty="0" err="1"/>
              <a:t>배포</a:t>
            </a:r>
            <a:r>
              <a:rPr dirty="0"/>
              <a:t> </a:t>
            </a:r>
            <a:r>
              <a:rPr dirty="0" err="1"/>
              <a:t>중에는</a:t>
            </a:r>
            <a:r>
              <a:rPr dirty="0"/>
              <a:t> </a:t>
            </a:r>
            <a:r>
              <a:rPr dirty="0" err="1"/>
              <a:t>엔진이</a:t>
            </a:r>
            <a:r>
              <a:rPr dirty="0"/>
              <a:t> </a:t>
            </a:r>
            <a:r>
              <a:rPr dirty="0" err="1"/>
              <a:t>JetPack과</a:t>
            </a:r>
            <a:r>
              <a:rPr dirty="0"/>
              <a:t> </a:t>
            </a:r>
            <a:r>
              <a:rPr dirty="0" err="1"/>
              <a:t>TensorRT</a:t>
            </a:r>
            <a:r>
              <a:rPr dirty="0"/>
              <a:t> </a:t>
            </a:r>
            <a:r>
              <a:rPr dirty="0" err="1"/>
              <a:t>버전에</a:t>
            </a:r>
            <a:r>
              <a:rPr dirty="0"/>
              <a:t> </a:t>
            </a:r>
            <a:r>
              <a:rPr dirty="0" err="1"/>
              <a:t>종속돼</a:t>
            </a:r>
            <a:r>
              <a:rPr dirty="0"/>
              <a:t> </a:t>
            </a:r>
            <a:r>
              <a:rPr dirty="0" err="1"/>
              <a:t>다른</a:t>
            </a:r>
            <a:r>
              <a:rPr dirty="0"/>
              <a:t> </a:t>
            </a:r>
            <a:r>
              <a:rPr dirty="0" err="1"/>
              <a:t>젯슨에서</a:t>
            </a:r>
            <a:r>
              <a:rPr dirty="0"/>
              <a:t> </a:t>
            </a:r>
            <a:r>
              <a:rPr dirty="0" err="1"/>
              <a:t>열리지</a:t>
            </a:r>
            <a:r>
              <a:rPr dirty="0"/>
              <a:t> </a:t>
            </a:r>
            <a:r>
              <a:rPr dirty="0" err="1"/>
              <a:t>않는</a:t>
            </a:r>
            <a:r>
              <a:rPr dirty="0"/>
              <a:t> </a:t>
            </a:r>
            <a:r>
              <a:rPr dirty="0" err="1"/>
              <a:t>문제가</a:t>
            </a:r>
            <a:r>
              <a:rPr dirty="0"/>
              <a:t> </a:t>
            </a:r>
            <a:r>
              <a:rPr dirty="0" err="1"/>
              <a:t>있어</a:t>
            </a:r>
            <a:r>
              <a:rPr dirty="0"/>
              <a:t> </a:t>
            </a:r>
            <a:r>
              <a:rPr dirty="0" err="1"/>
              <a:t>ONNX를</a:t>
            </a:r>
            <a:r>
              <a:rPr dirty="0"/>
              <a:t> </a:t>
            </a:r>
            <a:r>
              <a:rPr dirty="0" err="1"/>
              <a:t>함께</a:t>
            </a:r>
            <a:r>
              <a:rPr dirty="0"/>
              <a:t> </a:t>
            </a:r>
            <a:r>
              <a:rPr dirty="0" err="1"/>
              <a:t>두고</a:t>
            </a:r>
            <a:r>
              <a:rPr dirty="0"/>
              <a:t> </a:t>
            </a:r>
            <a:r>
              <a:rPr dirty="0" err="1"/>
              <a:t>다시</a:t>
            </a:r>
            <a:r>
              <a:rPr dirty="0"/>
              <a:t> </a:t>
            </a:r>
            <a:r>
              <a:rPr dirty="0" err="1"/>
              <a:t>빌드하는</a:t>
            </a:r>
            <a:r>
              <a:rPr dirty="0"/>
              <a:t> </a:t>
            </a:r>
            <a:r>
              <a:rPr dirty="0" err="1"/>
              <a:t>스크립트를</a:t>
            </a:r>
            <a:r>
              <a:rPr dirty="0"/>
              <a:t> </a:t>
            </a:r>
            <a:r>
              <a:rPr dirty="0" err="1"/>
              <a:t>만들었습니다</a:t>
            </a:r>
            <a:r>
              <a:rPr dirty="0"/>
              <a:t>. 또 </a:t>
            </a:r>
            <a:r>
              <a:rPr dirty="0" err="1"/>
              <a:t>회원</a:t>
            </a:r>
            <a:r>
              <a:rPr dirty="0"/>
              <a:t> 앱 </a:t>
            </a:r>
            <a:r>
              <a:rPr dirty="0" err="1"/>
              <a:t>화면의</a:t>
            </a:r>
            <a:r>
              <a:rPr dirty="0"/>
              <a:t> </a:t>
            </a:r>
            <a:r>
              <a:rPr dirty="0" err="1"/>
              <a:t>주황색</a:t>
            </a:r>
            <a:r>
              <a:rPr dirty="0"/>
              <a:t> </a:t>
            </a:r>
            <a:r>
              <a:rPr dirty="0" err="1"/>
              <a:t>버튼을</a:t>
            </a:r>
            <a:r>
              <a:rPr dirty="0"/>
              <a:t> </a:t>
            </a:r>
            <a:r>
              <a:rPr dirty="0" err="1"/>
              <a:t>로투스로</a:t>
            </a:r>
            <a:r>
              <a:rPr dirty="0"/>
              <a:t> </a:t>
            </a:r>
            <a:r>
              <a:rPr dirty="0" err="1"/>
              <a:t>오인식해서</a:t>
            </a:r>
            <a:r>
              <a:rPr dirty="0"/>
              <a:t> QR </a:t>
            </a:r>
            <a:r>
              <a:rPr dirty="0" err="1"/>
              <a:t>스캔</a:t>
            </a:r>
            <a:r>
              <a:rPr dirty="0"/>
              <a:t> </a:t>
            </a:r>
            <a:r>
              <a:rPr dirty="0" err="1"/>
              <a:t>중에는</a:t>
            </a:r>
            <a:r>
              <a:rPr dirty="0"/>
              <a:t> 빵 </a:t>
            </a:r>
            <a:r>
              <a:rPr dirty="0" err="1"/>
              <a:t>인식을</a:t>
            </a:r>
            <a:r>
              <a:rPr dirty="0"/>
              <a:t> </a:t>
            </a:r>
            <a:r>
              <a:rPr dirty="0" err="1"/>
              <a:t>중지하도록</a:t>
            </a:r>
            <a:r>
              <a:rPr dirty="0"/>
              <a:t> </a:t>
            </a:r>
            <a:r>
              <a:rPr dirty="0" err="1"/>
              <a:t>했습니다</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카메라</a:t>
            </a:r>
            <a:r>
              <a:rPr dirty="0"/>
              <a:t> </a:t>
            </a:r>
            <a:r>
              <a:rPr dirty="0" err="1"/>
              <a:t>구동부입니다</a:t>
            </a:r>
            <a:r>
              <a:rPr dirty="0"/>
              <a:t>. STM</a:t>
            </a:r>
            <a:r>
              <a:rPr lang="en-US" altLang="ko-KR" dirty="0"/>
              <a:t>32</a:t>
            </a:r>
            <a:r>
              <a:rPr dirty="0"/>
              <a:t> </a:t>
            </a:r>
            <a:r>
              <a:rPr dirty="0" err="1"/>
              <a:t>Nucleo</a:t>
            </a:r>
            <a:r>
              <a:rPr dirty="0"/>
              <a:t> </a:t>
            </a:r>
            <a:r>
              <a:rPr dirty="0" err="1"/>
              <a:t>보드가</a:t>
            </a:r>
            <a:r>
              <a:rPr dirty="0"/>
              <a:t> </a:t>
            </a:r>
            <a:r>
              <a:rPr lang="ko-KR" altLang="en-US" dirty="0" smtClean="0"/>
              <a:t>모터</a:t>
            </a:r>
            <a:r>
              <a:rPr dirty="0" smtClean="0"/>
              <a:t> </a:t>
            </a:r>
            <a:r>
              <a:rPr dirty="0" err="1"/>
              <a:t>드라이버를</a:t>
            </a:r>
            <a:r>
              <a:rPr dirty="0"/>
              <a:t> </a:t>
            </a:r>
            <a:r>
              <a:rPr dirty="0" err="1"/>
              <a:t>통해</a:t>
            </a:r>
            <a:r>
              <a:rPr dirty="0"/>
              <a:t> 28BYJ-48 </a:t>
            </a:r>
            <a:r>
              <a:rPr dirty="0" err="1"/>
              <a:t>스텝</a:t>
            </a:r>
            <a:r>
              <a:rPr dirty="0"/>
              <a:t> </a:t>
            </a:r>
            <a:r>
              <a:rPr dirty="0" err="1"/>
              <a:t>모터를</a:t>
            </a:r>
            <a:r>
              <a:rPr dirty="0"/>
              <a:t> </a:t>
            </a:r>
            <a:r>
              <a:rPr dirty="0" err="1"/>
              <a:t>구동합니다</a:t>
            </a:r>
            <a:r>
              <a:rPr dirty="0"/>
              <a:t>. </a:t>
            </a:r>
            <a:r>
              <a:rPr dirty="0" err="1"/>
              <a:t>데이터</a:t>
            </a:r>
            <a:r>
              <a:rPr dirty="0"/>
              <a:t> </a:t>
            </a:r>
            <a:r>
              <a:rPr dirty="0" err="1"/>
              <a:t>수집</a:t>
            </a:r>
            <a:r>
              <a:rPr dirty="0"/>
              <a:t> </a:t>
            </a:r>
            <a:r>
              <a:rPr dirty="0" err="1"/>
              <a:t>중에는</a:t>
            </a:r>
            <a:r>
              <a:rPr dirty="0"/>
              <a:t> </a:t>
            </a:r>
            <a:r>
              <a:rPr dirty="0" err="1"/>
              <a:t>PC의</a:t>
            </a:r>
            <a:r>
              <a:rPr dirty="0"/>
              <a:t> </a:t>
            </a:r>
            <a:r>
              <a:rPr dirty="0" err="1"/>
              <a:t>POS가</a:t>
            </a:r>
            <a:r>
              <a:rPr dirty="0"/>
              <a:t> </a:t>
            </a:r>
            <a:r>
              <a:rPr dirty="0" err="1"/>
              <a:t>젯슨</a:t>
            </a:r>
            <a:r>
              <a:rPr dirty="0"/>
              <a:t> </a:t>
            </a:r>
            <a:r>
              <a:rPr dirty="0" err="1"/>
              <a:t>추론</a:t>
            </a:r>
            <a:r>
              <a:rPr dirty="0"/>
              <a:t> </a:t>
            </a:r>
            <a:r>
              <a:rPr dirty="0" err="1"/>
              <a:t>서버의</a:t>
            </a:r>
            <a:r>
              <a:rPr dirty="0"/>
              <a:t> turn </a:t>
            </a:r>
            <a:r>
              <a:rPr dirty="0" err="1"/>
              <a:t>주소로</a:t>
            </a:r>
            <a:r>
              <a:rPr dirty="0"/>
              <a:t> </a:t>
            </a:r>
            <a:r>
              <a:rPr dirty="0" err="1"/>
              <a:t>회전</a:t>
            </a:r>
            <a:r>
              <a:rPr dirty="0"/>
              <a:t> </a:t>
            </a:r>
            <a:r>
              <a:rPr dirty="0" err="1"/>
              <a:t>각도를</a:t>
            </a:r>
            <a:r>
              <a:rPr dirty="0"/>
              <a:t> </a:t>
            </a:r>
            <a:r>
              <a:rPr dirty="0" err="1"/>
              <a:t>보내고</a:t>
            </a:r>
            <a:r>
              <a:rPr dirty="0"/>
              <a:t>, </a:t>
            </a:r>
            <a:r>
              <a:rPr dirty="0" err="1"/>
              <a:t>젯슨이</a:t>
            </a:r>
            <a:r>
              <a:rPr dirty="0"/>
              <a:t> USB </a:t>
            </a:r>
            <a:r>
              <a:rPr dirty="0" err="1"/>
              <a:t>시리얼로</a:t>
            </a:r>
            <a:r>
              <a:rPr dirty="0"/>
              <a:t> </a:t>
            </a:r>
            <a:r>
              <a:rPr dirty="0" err="1" smtClean="0"/>
              <a:t>명령을</a:t>
            </a:r>
            <a:r>
              <a:rPr dirty="0" smtClean="0"/>
              <a:t> </a:t>
            </a:r>
            <a:r>
              <a:rPr dirty="0" err="1"/>
              <a:t>전달합니다</a:t>
            </a:r>
            <a:r>
              <a:rPr dirty="0"/>
              <a:t>. </a:t>
            </a:r>
            <a:r>
              <a:rPr dirty="0" err="1"/>
              <a:t>PC에서는</a:t>
            </a:r>
            <a:r>
              <a:rPr dirty="0"/>
              <a:t> </a:t>
            </a:r>
            <a:r>
              <a:rPr dirty="0" err="1"/>
              <a:t>젯슨에</a:t>
            </a:r>
            <a:r>
              <a:rPr dirty="0"/>
              <a:t> </a:t>
            </a:r>
            <a:r>
              <a:rPr dirty="0" err="1"/>
              <a:t>연결된</a:t>
            </a:r>
            <a:r>
              <a:rPr dirty="0"/>
              <a:t> </a:t>
            </a:r>
            <a:r>
              <a:rPr dirty="0" err="1"/>
              <a:t>시리얼을</a:t>
            </a:r>
            <a:r>
              <a:rPr dirty="0"/>
              <a:t> </a:t>
            </a:r>
            <a:r>
              <a:rPr dirty="0" err="1"/>
              <a:t>직접</a:t>
            </a:r>
            <a:r>
              <a:rPr dirty="0"/>
              <a:t> 열 수 </a:t>
            </a:r>
            <a:r>
              <a:rPr dirty="0" err="1"/>
              <a:t>없기</a:t>
            </a:r>
            <a:r>
              <a:rPr dirty="0"/>
              <a:t> </a:t>
            </a:r>
            <a:r>
              <a:rPr dirty="0" err="1"/>
              <a:t>때문에</a:t>
            </a:r>
            <a:r>
              <a:rPr dirty="0"/>
              <a:t> </a:t>
            </a:r>
            <a:r>
              <a:rPr dirty="0" err="1"/>
              <a:t>이렇게</a:t>
            </a:r>
            <a:r>
              <a:rPr dirty="0"/>
              <a:t> </a:t>
            </a:r>
            <a:r>
              <a:rPr dirty="0" err="1"/>
              <a:t>구성했습니다</a:t>
            </a:r>
            <a:r>
              <a:rPr dirty="0"/>
              <a:t>. </a:t>
            </a:r>
            <a:r>
              <a:rPr dirty="0" err="1"/>
              <a:t>버튼</a:t>
            </a:r>
            <a:r>
              <a:rPr dirty="0"/>
              <a:t> </a:t>
            </a:r>
            <a:r>
              <a:rPr lang="en-US" dirty="0" smtClean="0"/>
              <a:t>4</a:t>
            </a:r>
            <a:r>
              <a:rPr dirty="0" smtClean="0"/>
              <a:t>개로 </a:t>
            </a:r>
            <a:r>
              <a:rPr dirty="0" err="1"/>
              <a:t>좌우</a:t>
            </a:r>
            <a:r>
              <a:rPr dirty="0"/>
              <a:t> </a:t>
            </a:r>
            <a:r>
              <a:rPr dirty="0" err="1"/>
              <a:t>수동</a:t>
            </a:r>
            <a:r>
              <a:rPr dirty="0"/>
              <a:t> </a:t>
            </a:r>
            <a:r>
              <a:rPr dirty="0" err="1" smtClean="0"/>
              <a:t>이동</a:t>
            </a:r>
            <a:r>
              <a:rPr lang="ko-KR" altLang="en-US" dirty="0" smtClean="0"/>
              <a:t>과 회전</a:t>
            </a:r>
            <a:r>
              <a:rPr dirty="0" smtClean="0"/>
              <a:t>도 </a:t>
            </a:r>
            <a:r>
              <a:rPr dirty="0" err="1"/>
              <a:t>가능하고</a:t>
            </a:r>
            <a:r>
              <a:rPr dirty="0"/>
              <a:t>, </a:t>
            </a:r>
            <a:r>
              <a:rPr dirty="0" err="1"/>
              <a:t>모터</a:t>
            </a:r>
            <a:r>
              <a:rPr dirty="0"/>
              <a:t> </a:t>
            </a:r>
            <a:r>
              <a:rPr dirty="0" err="1"/>
              <a:t>전원은</a:t>
            </a:r>
            <a:r>
              <a:rPr dirty="0"/>
              <a:t> </a:t>
            </a:r>
            <a:r>
              <a:rPr dirty="0" err="1"/>
              <a:t>외부</a:t>
            </a:r>
            <a:r>
              <a:rPr dirty="0"/>
              <a:t> 5V를 </a:t>
            </a:r>
            <a:r>
              <a:rPr dirty="0" err="1"/>
              <a:t>사용하며</a:t>
            </a:r>
            <a:r>
              <a:rPr dirty="0"/>
              <a:t> </a:t>
            </a:r>
            <a:r>
              <a:rPr dirty="0" err="1"/>
              <a:t>GND를</a:t>
            </a:r>
            <a:r>
              <a:rPr dirty="0"/>
              <a:t> </a:t>
            </a:r>
            <a:r>
              <a:rPr dirty="0" err="1"/>
              <a:t>공통으로</a:t>
            </a:r>
            <a:r>
              <a:rPr dirty="0"/>
              <a:t> </a:t>
            </a:r>
            <a:r>
              <a:rPr dirty="0" err="1"/>
              <a:t>연결했습니다</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smtClean="0"/>
              <a:t>모터가</a:t>
            </a:r>
            <a:r>
              <a:rPr dirty="0" smtClean="0"/>
              <a:t> </a:t>
            </a:r>
            <a:r>
              <a:rPr dirty="0" err="1"/>
              <a:t>피니언을</a:t>
            </a:r>
            <a:r>
              <a:rPr dirty="0"/>
              <a:t> </a:t>
            </a:r>
            <a:r>
              <a:rPr dirty="0" err="1"/>
              <a:t>회전시키면</a:t>
            </a:r>
            <a:r>
              <a:rPr dirty="0"/>
              <a:t> </a:t>
            </a:r>
            <a:r>
              <a:rPr dirty="0" err="1"/>
              <a:t>랙과</a:t>
            </a:r>
            <a:r>
              <a:rPr dirty="0"/>
              <a:t> </a:t>
            </a:r>
            <a:r>
              <a:rPr dirty="0" err="1"/>
              <a:t>맞물려</a:t>
            </a:r>
            <a:r>
              <a:rPr dirty="0"/>
              <a:t> </a:t>
            </a:r>
            <a:r>
              <a:rPr dirty="0" err="1"/>
              <a:t>카메라</a:t>
            </a:r>
            <a:r>
              <a:rPr dirty="0"/>
              <a:t> </a:t>
            </a:r>
            <a:r>
              <a:rPr dirty="0" err="1"/>
              <a:t>거치대가</a:t>
            </a:r>
            <a:r>
              <a:rPr dirty="0"/>
              <a:t> </a:t>
            </a:r>
            <a:r>
              <a:rPr dirty="0" err="1"/>
              <a:t>레일을</a:t>
            </a:r>
            <a:r>
              <a:rPr dirty="0"/>
              <a:t> </a:t>
            </a:r>
            <a:r>
              <a:rPr dirty="0" err="1"/>
              <a:t>따라</a:t>
            </a:r>
            <a:r>
              <a:rPr dirty="0"/>
              <a:t> </a:t>
            </a:r>
            <a:r>
              <a:rPr dirty="0" err="1"/>
              <a:t>움직입니다</a:t>
            </a:r>
            <a:r>
              <a:rPr dirty="0"/>
              <a:t>. </a:t>
            </a:r>
            <a:r>
              <a:rPr dirty="0" err="1"/>
              <a:t>레일과</a:t>
            </a:r>
            <a:r>
              <a:rPr dirty="0"/>
              <a:t> </a:t>
            </a:r>
            <a:r>
              <a:rPr dirty="0" err="1"/>
              <a:t>하부</a:t>
            </a:r>
            <a:r>
              <a:rPr dirty="0"/>
              <a:t> </a:t>
            </a:r>
            <a:r>
              <a:rPr dirty="0" err="1"/>
              <a:t>바퀴</a:t>
            </a:r>
            <a:r>
              <a:rPr dirty="0"/>
              <a:t> </a:t>
            </a:r>
            <a:r>
              <a:rPr dirty="0" err="1"/>
              <a:t>사이에는</a:t>
            </a:r>
            <a:r>
              <a:rPr dirty="0"/>
              <a:t> </a:t>
            </a:r>
            <a:r>
              <a:rPr dirty="0" err="1"/>
              <a:t>설계상</a:t>
            </a:r>
            <a:r>
              <a:rPr dirty="0"/>
              <a:t> 0.2에서 0.4밀리미터의 </a:t>
            </a:r>
            <a:r>
              <a:rPr dirty="0" err="1"/>
              <a:t>여유를</a:t>
            </a:r>
            <a:r>
              <a:rPr dirty="0"/>
              <a:t> </a:t>
            </a:r>
            <a:r>
              <a:rPr dirty="0" err="1"/>
              <a:t>두고</a:t>
            </a:r>
            <a:r>
              <a:rPr dirty="0"/>
              <a:t>, </a:t>
            </a:r>
            <a:r>
              <a:rPr dirty="0" err="1"/>
              <a:t>피니언의</a:t>
            </a:r>
            <a:r>
              <a:rPr dirty="0"/>
              <a:t> </a:t>
            </a:r>
            <a:r>
              <a:rPr dirty="0" err="1"/>
              <a:t>백래시는</a:t>
            </a:r>
            <a:r>
              <a:rPr dirty="0"/>
              <a:t> </a:t>
            </a:r>
            <a:r>
              <a:rPr dirty="0" err="1"/>
              <a:t>조립하면서</a:t>
            </a:r>
            <a:r>
              <a:rPr dirty="0"/>
              <a:t> </a:t>
            </a:r>
            <a:r>
              <a:rPr dirty="0" err="1"/>
              <a:t>맞춥니다</a:t>
            </a:r>
            <a:r>
              <a:rPr dirty="0"/>
              <a:t>. </a:t>
            </a:r>
            <a:r>
              <a:rPr dirty="0" err="1"/>
              <a:t>여기의</a:t>
            </a:r>
            <a:r>
              <a:rPr dirty="0"/>
              <a:t> </a:t>
            </a:r>
            <a:r>
              <a:rPr dirty="0" err="1"/>
              <a:t>그림은</a:t>
            </a:r>
            <a:r>
              <a:rPr dirty="0"/>
              <a:t> </a:t>
            </a:r>
            <a:r>
              <a:rPr dirty="0" err="1"/>
              <a:t>제공한</a:t>
            </a:r>
            <a:r>
              <a:rPr dirty="0"/>
              <a:t> </a:t>
            </a:r>
            <a:r>
              <a:rPr dirty="0" err="1"/>
              <a:t>설계</a:t>
            </a:r>
            <a:r>
              <a:rPr dirty="0"/>
              <a:t> </a:t>
            </a:r>
            <a:r>
              <a:rPr dirty="0" err="1"/>
              <a:t>조건을</a:t>
            </a:r>
            <a:r>
              <a:rPr dirty="0"/>
              <a:t> </a:t>
            </a:r>
            <a:r>
              <a:rPr dirty="0" err="1"/>
              <a:t>설명하는</a:t>
            </a:r>
            <a:r>
              <a:rPr dirty="0"/>
              <a:t> </a:t>
            </a:r>
            <a:r>
              <a:rPr dirty="0" err="1"/>
              <a:t>개념도입니다</a:t>
            </a:r>
            <a:r>
              <a:rPr dirty="0"/>
              <a:t>.</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카메라</a:t>
            </a:r>
            <a:r>
              <a:rPr dirty="0"/>
              <a:t> </a:t>
            </a:r>
            <a:r>
              <a:rPr dirty="0" err="1"/>
              <a:t>이동</a:t>
            </a:r>
            <a:r>
              <a:rPr dirty="0"/>
              <a:t> </a:t>
            </a:r>
            <a:r>
              <a:rPr dirty="0" err="1"/>
              <a:t>기구입니다</a:t>
            </a:r>
            <a:r>
              <a:rPr dirty="0"/>
              <a:t>. </a:t>
            </a:r>
            <a:r>
              <a:rPr dirty="0" err="1"/>
              <a:t>모터</a:t>
            </a:r>
            <a:r>
              <a:rPr dirty="0"/>
              <a:t> </a:t>
            </a:r>
            <a:r>
              <a:rPr dirty="0" err="1"/>
              <a:t>축에</a:t>
            </a:r>
            <a:r>
              <a:rPr dirty="0"/>
              <a:t> </a:t>
            </a:r>
            <a:r>
              <a:rPr dirty="0" err="1"/>
              <a:t>피니언</a:t>
            </a:r>
            <a:r>
              <a:rPr dirty="0"/>
              <a:t> </a:t>
            </a:r>
            <a:r>
              <a:rPr dirty="0" err="1"/>
              <a:t>기어를</a:t>
            </a:r>
            <a:r>
              <a:rPr dirty="0"/>
              <a:t> </a:t>
            </a:r>
            <a:r>
              <a:rPr dirty="0" err="1"/>
              <a:t>달고</a:t>
            </a:r>
            <a:r>
              <a:rPr dirty="0"/>
              <a:t> </a:t>
            </a:r>
            <a:r>
              <a:rPr dirty="0" err="1"/>
              <a:t>랙과</a:t>
            </a:r>
            <a:r>
              <a:rPr dirty="0"/>
              <a:t> </a:t>
            </a:r>
            <a:r>
              <a:rPr dirty="0" err="1"/>
              <a:t>맞물리게</a:t>
            </a:r>
            <a:r>
              <a:rPr dirty="0"/>
              <a:t> </a:t>
            </a:r>
            <a:r>
              <a:rPr dirty="0" err="1"/>
              <a:t>해서</a:t>
            </a:r>
            <a:r>
              <a:rPr dirty="0"/>
              <a:t>, </a:t>
            </a:r>
            <a:r>
              <a:rPr dirty="0" err="1"/>
              <a:t>모터</a:t>
            </a:r>
            <a:r>
              <a:rPr dirty="0"/>
              <a:t> </a:t>
            </a:r>
            <a:r>
              <a:rPr dirty="0" err="1"/>
              <a:t>회전이</a:t>
            </a:r>
            <a:r>
              <a:rPr dirty="0"/>
              <a:t> </a:t>
            </a:r>
            <a:r>
              <a:rPr dirty="0" err="1"/>
              <a:t>카메라</a:t>
            </a:r>
            <a:r>
              <a:rPr dirty="0"/>
              <a:t> </a:t>
            </a:r>
            <a:r>
              <a:rPr dirty="0" err="1"/>
              <a:t>거치대의</a:t>
            </a:r>
            <a:r>
              <a:rPr dirty="0"/>
              <a:t> </a:t>
            </a:r>
            <a:r>
              <a:rPr dirty="0" err="1"/>
              <a:t>이동으로</a:t>
            </a:r>
            <a:r>
              <a:rPr dirty="0"/>
              <a:t> </a:t>
            </a:r>
            <a:r>
              <a:rPr dirty="0" err="1"/>
              <a:t>바뀌도록</a:t>
            </a:r>
            <a:r>
              <a:rPr dirty="0"/>
              <a:t> </a:t>
            </a:r>
            <a:r>
              <a:rPr dirty="0" err="1"/>
              <a:t>설계했습니다</a:t>
            </a:r>
            <a:r>
              <a:rPr dirty="0"/>
              <a:t>. </a:t>
            </a:r>
            <a:r>
              <a:rPr dirty="0" err="1"/>
              <a:t>레일과</a:t>
            </a:r>
            <a:r>
              <a:rPr dirty="0"/>
              <a:t> </a:t>
            </a:r>
            <a:r>
              <a:rPr dirty="0" err="1"/>
              <a:t>바퀴</a:t>
            </a:r>
            <a:r>
              <a:rPr dirty="0"/>
              <a:t> </a:t>
            </a:r>
            <a:r>
              <a:rPr dirty="0" err="1"/>
              <a:t>사이에는</a:t>
            </a:r>
            <a:r>
              <a:rPr dirty="0"/>
              <a:t> 0.2에서 0.4밀리미터 </a:t>
            </a:r>
            <a:r>
              <a:rPr dirty="0" err="1"/>
              <a:t>여유를</a:t>
            </a:r>
            <a:r>
              <a:rPr dirty="0"/>
              <a:t> </a:t>
            </a:r>
            <a:r>
              <a:rPr dirty="0" err="1"/>
              <a:t>두고</a:t>
            </a:r>
            <a:r>
              <a:rPr dirty="0"/>
              <a:t>, </a:t>
            </a:r>
            <a:r>
              <a:rPr dirty="0" err="1"/>
              <a:t>기어</a:t>
            </a:r>
            <a:r>
              <a:rPr dirty="0"/>
              <a:t> </a:t>
            </a:r>
            <a:r>
              <a:rPr dirty="0" err="1"/>
              <a:t>맞물림은</a:t>
            </a:r>
            <a:r>
              <a:rPr dirty="0"/>
              <a:t> </a:t>
            </a:r>
            <a:r>
              <a:rPr dirty="0" err="1"/>
              <a:t>조립하면서</a:t>
            </a:r>
            <a:r>
              <a:rPr dirty="0"/>
              <a:t> </a:t>
            </a:r>
            <a:r>
              <a:rPr dirty="0" err="1"/>
              <a:t>조정했습니다</a:t>
            </a:r>
            <a:r>
              <a:rPr dirty="0"/>
              <a:t>. </a:t>
            </a:r>
            <a:r>
              <a:rPr dirty="0" err="1"/>
              <a:t>부품은</a:t>
            </a:r>
            <a:r>
              <a:rPr dirty="0"/>
              <a:t> </a:t>
            </a:r>
            <a:r>
              <a:rPr dirty="0" err="1"/>
              <a:t>PLA로</a:t>
            </a:r>
            <a:r>
              <a:rPr dirty="0"/>
              <a:t> 3D </a:t>
            </a:r>
            <a:r>
              <a:rPr dirty="0" err="1"/>
              <a:t>프린터에서</a:t>
            </a:r>
            <a:r>
              <a:rPr dirty="0"/>
              <a:t> </a:t>
            </a:r>
            <a:r>
              <a:rPr dirty="0" err="1"/>
              <a:t>출력했고</a:t>
            </a:r>
            <a:r>
              <a:rPr dirty="0"/>
              <a:t>, </a:t>
            </a:r>
            <a:r>
              <a:rPr dirty="0" err="1"/>
              <a:t>출력</a:t>
            </a:r>
            <a:r>
              <a:rPr dirty="0"/>
              <a:t> 후 </a:t>
            </a:r>
            <a:r>
              <a:rPr dirty="0" err="1"/>
              <a:t>맞춤을</a:t>
            </a:r>
            <a:r>
              <a:rPr dirty="0"/>
              <a:t> </a:t>
            </a:r>
            <a:r>
              <a:rPr dirty="0" err="1"/>
              <a:t>확인한</a:t>
            </a:r>
            <a:r>
              <a:rPr dirty="0"/>
              <a:t> 뒤 </a:t>
            </a:r>
            <a:r>
              <a:rPr dirty="0" err="1"/>
              <a:t>모터와</a:t>
            </a:r>
            <a:r>
              <a:rPr dirty="0"/>
              <a:t> </a:t>
            </a:r>
            <a:r>
              <a:rPr dirty="0" err="1"/>
              <a:t>기어</a:t>
            </a:r>
            <a:r>
              <a:rPr dirty="0"/>
              <a:t>, </a:t>
            </a:r>
            <a:r>
              <a:rPr dirty="0" err="1"/>
              <a:t>카메라를</a:t>
            </a:r>
            <a:r>
              <a:rPr dirty="0"/>
              <a:t> </a:t>
            </a:r>
            <a:r>
              <a:rPr dirty="0" err="1"/>
              <a:t>조립했습니다</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카메라</a:t>
            </a:r>
            <a:r>
              <a:rPr dirty="0"/>
              <a:t> </a:t>
            </a:r>
            <a:r>
              <a:rPr dirty="0" err="1"/>
              <a:t>이동</a:t>
            </a:r>
            <a:r>
              <a:rPr dirty="0"/>
              <a:t> </a:t>
            </a:r>
            <a:r>
              <a:rPr dirty="0" err="1"/>
              <a:t>기구입니다</a:t>
            </a:r>
            <a:r>
              <a:rPr dirty="0"/>
              <a:t>. </a:t>
            </a:r>
            <a:r>
              <a:rPr dirty="0" err="1"/>
              <a:t>모터</a:t>
            </a:r>
            <a:r>
              <a:rPr dirty="0"/>
              <a:t> </a:t>
            </a:r>
            <a:r>
              <a:rPr dirty="0" err="1"/>
              <a:t>축에</a:t>
            </a:r>
            <a:r>
              <a:rPr dirty="0"/>
              <a:t> </a:t>
            </a:r>
            <a:r>
              <a:rPr dirty="0" err="1"/>
              <a:t>피니언</a:t>
            </a:r>
            <a:r>
              <a:rPr dirty="0"/>
              <a:t> </a:t>
            </a:r>
            <a:r>
              <a:rPr dirty="0" err="1"/>
              <a:t>기어를</a:t>
            </a:r>
            <a:r>
              <a:rPr dirty="0"/>
              <a:t> </a:t>
            </a:r>
            <a:r>
              <a:rPr dirty="0" err="1"/>
              <a:t>달고</a:t>
            </a:r>
            <a:r>
              <a:rPr dirty="0"/>
              <a:t> </a:t>
            </a:r>
            <a:r>
              <a:rPr dirty="0" err="1"/>
              <a:t>랙과</a:t>
            </a:r>
            <a:r>
              <a:rPr dirty="0"/>
              <a:t> </a:t>
            </a:r>
            <a:r>
              <a:rPr dirty="0" err="1"/>
              <a:t>맞물리게</a:t>
            </a:r>
            <a:r>
              <a:rPr dirty="0"/>
              <a:t> </a:t>
            </a:r>
            <a:r>
              <a:rPr dirty="0" err="1"/>
              <a:t>해서</a:t>
            </a:r>
            <a:r>
              <a:rPr dirty="0"/>
              <a:t>, </a:t>
            </a:r>
            <a:r>
              <a:rPr dirty="0" err="1"/>
              <a:t>모터</a:t>
            </a:r>
            <a:r>
              <a:rPr dirty="0"/>
              <a:t> </a:t>
            </a:r>
            <a:r>
              <a:rPr dirty="0" err="1"/>
              <a:t>회전이</a:t>
            </a:r>
            <a:r>
              <a:rPr dirty="0"/>
              <a:t> </a:t>
            </a:r>
            <a:r>
              <a:rPr dirty="0" err="1"/>
              <a:t>카메라</a:t>
            </a:r>
            <a:r>
              <a:rPr dirty="0"/>
              <a:t> </a:t>
            </a:r>
            <a:r>
              <a:rPr dirty="0" err="1"/>
              <a:t>거치대의</a:t>
            </a:r>
            <a:r>
              <a:rPr dirty="0"/>
              <a:t> </a:t>
            </a:r>
            <a:r>
              <a:rPr dirty="0" err="1"/>
              <a:t>이동으로</a:t>
            </a:r>
            <a:r>
              <a:rPr dirty="0"/>
              <a:t> </a:t>
            </a:r>
            <a:r>
              <a:rPr dirty="0" err="1"/>
              <a:t>바뀌도록</a:t>
            </a:r>
            <a:r>
              <a:rPr dirty="0"/>
              <a:t> </a:t>
            </a:r>
            <a:r>
              <a:rPr dirty="0" err="1"/>
              <a:t>설계했습니다</a:t>
            </a:r>
            <a:r>
              <a:rPr dirty="0"/>
              <a:t>. </a:t>
            </a:r>
            <a:r>
              <a:rPr dirty="0" err="1"/>
              <a:t>레일과</a:t>
            </a:r>
            <a:r>
              <a:rPr dirty="0"/>
              <a:t> </a:t>
            </a:r>
            <a:r>
              <a:rPr dirty="0" err="1"/>
              <a:t>바퀴</a:t>
            </a:r>
            <a:r>
              <a:rPr dirty="0"/>
              <a:t> </a:t>
            </a:r>
            <a:r>
              <a:rPr dirty="0" err="1"/>
              <a:t>사이에는</a:t>
            </a:r>
            <a:r>
              <a:rPr dirty="0"/>
              <a:t> 0.2에서 0.4밀리미터 </a:t>
            </a:r>
            <a:r>
              <a:rPr dirty="0" err="1"/>
              <a:t>여유를</a:t>
            </a:r>
            <a:r>
              <a:rPr dirty="0"/>
              <a:t> </a:t>
            </a:r>
            <a:r>
              <a:rPr dirty="0" err="1"/>
              <a:t>두고</a:t>
            </a:r>
            <a:r>
              <a:rPr dirty="0"/>
              <a:t>, </a:t>
            </a:r>
            <a:r>
              <a:rPr dirty="0" err="1"/>
              <a:t>기어</a:t>
            </a:r>
            <a:r>
              <a:rPr dirty="0"/>
              <a:t> </a:t>
            </a:r>
            <a:r>
              <a:rPr dirty="0" err="1"/>
              <a:t>맞물림은</a:t>
            </a:r>
            <a:r>
              <a:rPr dirty="0"/>
              <a:t> </a:t>
            </a:r>
            <a:r>
              <a:rPr dirty="0" err="1"/>
              <a:t>조립하면서</a:t>
            </a:r>
            <a:r>
              <a:rPr dirty="0"/>
              <a:t> </a:t>
            </a:r>
            <a:r>
              <a:rPr dirty="0" err="1"/>
              <a:t>조정했습니다</a:t>
            </a:r>
            <a:r>
              <a:rPr dirty="0"/>
              <a:t>. </a:t>
            </a:r>
            <a:r>
              <a:rPr dirty="0" err="1"/>
              <a:t>부품은</a:t>
            </a:r>
            <a:r>
              <a:rPr dirty="0"/>
              <a:t> </a:t>
            </a:r>
            <a:r>
              <a:rPr dirty="0" err="1"/>
              <a:t>PLA로</a:t>
            </a:r>
            <a:r>
              <a:rPr dirty="0"/>
              <a:t> 3D </a:t>
            </a:r>
            <a:r>
              <a:rPr dirty="0" err="1"/>
              <a:t>프린터에서</a:t>
            </a:r>
            <a:r>
              <a:rPr dirty="0"/>
              <a:t> </a:t>
            </a:r>
            <a:r>
              <a:rPr dirty="0" err="1"/>
              <a:t>출력했고</a:t>
            </a:r>
            <a:r>
              <a:rPr dirty="0"/>
              <a:t>, </a:t>
            </a:r>
            <a:r>
              <a:rPr dirty="0" err="1"/>
              <a:t>출력</a:t>
            </a:r>
            <a:r>
              <a:rPr dirty="0"/>
              <a:t> 후 </a:t>
            </a:r>
            <a:r>
              <a:rPr dirty="0" err="1"/>
              <a:t>맞춤을</a:t>
            </a:r>
            <a:r>
              <a:rPr dirty="0"/>
              <a:t> </a:t>
            </a:r>
            <a:r>
              <a:rPr dirty="0" err="1"/>
              <a:t>확인한</a:t>
            </a:r>
            <a:r>
              <a:rPr dirty="0"/>
              <a:t> 뒤 </a:t>
            </a:r>
            <a:r>
              <a:rPr dirty="0" err="1"/>
              <a:t>모터와</a:t>
            </a:r>
            <a:r>
              <a:rPr dirty="0"/>
              <a:t> </a:t>
            </a:r>
            <a:r>
              <a:rPr dirty="0" err="1"/>
              <a:t>기어</a:t>
            </a:r>
            <a:r>
              <a:rPr dirty="0"/>
              <a:t>, </a:t>
            </a:r>
            <a:r>
              <a:rPr dirty="0" err="1"/>
              <a:t>카메라를</a:t>
            </a:r>
            <a:r>
              <a:rPr dirty="0"/>
              <a:t> </a:t>
            </a:r>
            <a:r>
              <a:rPr dirty="0" err="1"/>
              <a:t>조립했습니다</a:t>
            </a:r>
            <a:r>
              <a:rPr dirty="0"/>
              <a:t>.</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392232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카메라</a:t>
            </a:r>
            <a:r>
              <a:rPr dirty="0"/>
              <a:t> </a:t>
            </a:r>
            <a:r>
              <a:rPr dirty="0" err="1"/>
              <a:t>이동</a:t>
            </a:r>
            <a:r>
              <a:rPr dirty="0"/>
              <a:t> </a:t>
            </a:r>
            <a:r>
              <a:rPr dirty="0" err="1"/>
              <a:t>기구입니다</a:t>
            </a:r>
            <a:r>
              <a:rPr dirty="0"/>
              <a:t>. </a:t>
            </a:r>
            <a:r>
              <a:rPr dirty="0" err="1"/>
              <a:t>모터</a:t>
            </a:r>
            <a:r>
              <a:rPr dirty="0"/>
              <a:t> </a:t>
            </a:r>
            <a:r>
              <a:rPr dirty="0" err="1"/>
              <a:t>축에</a:t>
            </a:r>
            <a:r>
              <a:rPr dirty="0"/>
              <a:t> </a:t>
            </a:r>
            <a:r>
              <a:rPr dirty="0" err="1"/>
              <a:t>피니언</a:t>
            </a:r>
            <a:r>
              <a:rPr dirty="0"/>
              <a:t> </a:t>
            </a:r>
            <a:r>
              <a:rPr dirty="0" err="1"/>
              <a:t>기어를</a:t>
            </a:r>
            <a:r>
              <a:rPr dirty="0"/>
              <a:t> </a:t>
            </a:r>
            <a:r>
              <a:rPr dirty="0" err="1"/>
              <a:t>달고</a:t>
            </a:r>
            <a:r>
              <a:rPr dirty="0"/>
              <a:t> </a:t>
            </a:r>
            <a:r>
              <a:rPr dirty="0" err="1"/>
              <a:t>랙과</a:t>
            </a:r>
            <a:r>
              <a:rPr dirty="0"/>
              <a:t> </a:t>
            </a:r>
            <a:r>
              <a:rPr dirty="0" err="1"/>
              <a:t>맞물리게</a:t>
            </a:r>
            <a:r>
              <a:rPr dirty="0"/>
              <a:t> </a:t>
            </a:r>
            <a:r>
              <a:rPr dirty="0" err="1"/>
              <a:t>해서</a:t>
            </a:r>
            <a:r>
              <a:rPr dirty="0"/>
              <a:t>, </a:t>
            </a:r>
            <a:r>
              <a:rPr dirty="0" err="1"/>
              <a:t>모터</a:t>
            </a:r>
            <a:r>
              <a:rPr dirty="0"/>
              <a:t> </a:t>
            </a:r>
            <a:r>
              <a:rPr dirty="0" err="1"/>
              <a:t>회전이</a:t>
            </a:r>
            <a:r>
              <a:rPr dirty="0"/>
              <a:t> </a:t>
            </a:r>
            <a:r>
              <a:rPr dirty="0" err="1"/>
              <a:t>카메라</a:t>
            </a:r>
            <a:r>
              <a:rPr dirty="0"/>
              <a:t> </a:t>
            </a:r>
            <a:r>
              <a:rPr dirty="0" err="1"/>
              <a:t>거치대의</a:t>
            </a:r>
            <a:r>
              <a:rPr dirty="0"/>
              <a:t> </a:t>
            </a:r>
            <a:r>
              <a:rPr dirty="0" err="1"/>
              <a:t>이동으로</a:t>
            </a:r>
            <a:r>
              <a:rPr dirty="0"/>
              <a:t> </a:t>
            </a:r>
            <a:r>
              <a:rPr dirty="0" err="1"/>
              <a:t>바뀌도록</a:t>
            </a:r>
            <a:r>
              <a:rPr dirty="0"/>
              <a:t> </a:t>
            </a:r>
            <a:r>
              <a:rPr dirty="0" err="1"/>
              <a:t>설계했습니다</a:t>
            </a:r>
            <a:r>
              <a:rPr dirty="0"/>
              <a:t>. </a:t>
            </a:r>
            <a:r>
              <a:rPr dirty="0" err="1"/>
              <a:t>레일과</a:t>
            </a:r>
            <a:r>
              <a:rPr dirty="0"/>
              <a:t> </a:t>
            </a:r>
            <a:r>
              <a:rPr dirty="0" err="1"/>
              <a:t>바퀴</a:t>
            </a:r>
            <a:r>
              <a:rPr dirty="0"/>
              <a:t> </a:t>
            </a:r>
            <a:r>
              <a:rPr dirty="0" err="1"/>
              <a:t>사이에는</a:t>
            </a:r>
            <a:r>
              <a:rPr dirty="0"/>
              <a:t> 0.2에서 0.4밀리미터 </a:t>
            </a:r>
            <a:r>
              <a:rPr dirty="0" err="1"/>
              <a:t>여유를</a:t>
            </a:r>
            <a:r>
              <a:rPr dirty="0"/>
              <a:t> </a:t>
            </a:r>
            <a:r>
              <a:rPr dirty="0" err="1"/>
              <a:t>두고</a:t>
            </a:r>
            <a:r>
              <a:rPr dirty="0"/>
              <a:t>, </a:t>
            </a:r>
            <a:r>
              <a:rPr dirty="0" err="1"/>
              <a:t>기어</a:t>
            </a:r>
            <a:r>
              <a:rPr dirty="0"/>
              <a:t> </a:t>
            </a:r>
            <a:r>
              <a:rPr dirty="0" err="1"/>
              <a:t>맞물림은</a:t>
            </a:r>
            <a:r>
              <a:rPr dirty="0"/>
              <a:t> </a:t>
            </a:r>
            <a:r>
              <a:rPr dirty="0" err="1"/>
              <a:t>조립하면서</a:t>
            </a:r>
            <a:r>
              <a:rPr dirty="0"/>
              <a:t> </a:t>
            </a:r>
            <a:r>
              <a:rPr dirty="0" err="1"/>
              <a:t>조정했습니다</a:t>
            </a:r>
            <a:r>
              <a:rPr dirty="0"/>
              <a:t>. </a:t>
            </a:r>
            <a:r>
              <a:rPr dirty="0" err="1"/>
              <a:t>부품은</a:t>
            </a:r>
            <a:r>
              <a:rPr dirty="0"/>
              <a:t> </a:t>
            </a:r>
            <a:r>
              <a:rPr dirty="0" err="1"/>
              <a:t>PLA로</a:t>
            </a:r>
            <a:r>
              <a:rPr dirty="0"/>
              <a:t> 3D </a:t>
            </a:r>
            <a:r>
              <a:rPr dirty="0" err="1"/>
              <a:t>프린터에서</a:t>
            </a:r>
            <a:r>
              <a:rPr dirty="0"/>
              <a:t> </a:t>
            </a:r>
            <a:r>
              <a:rPr dirty="0" err="1"/>
              <a:t>출력했고</a:t>
            </a:r>
            <a:r>
              <a:rPr dirty="0"/>
              <a:t>, </a:t>
            </a:r>
            <a:r>
              <a:rPr dirty="0" err="1"/>
              <a:t>출력</a:t>
            </a:r>
            <a:r>
              <a:rPr dirty="0"/>
              <a:t> 후 </a:t>
            </a:r>
            <a:r>
              <a:rPr dirty="0" err="1"/>
              <a:t>맞춤을</a:t>
            </a:r>
            <a:r>
              <a:rPr dirty="0"/>
              <a:t> </a:t>
            </a:r>
            <a:r>
              <a:rPr dirty="0" err="1"/>
              <a:t>확인한</a:t>
            </a:r>
            <a:r>
              <a:rPr dirty="0"/>
              <a:t> 뒤 </a:t>
            </a:r>
            <a:r>
              <a:rPr dirty="0" err="1"/>
              <a:t>모터와</a:t>
            </a:r>
            <a:r>
              <a:rPr dirty="0"/>
              <a:t> </a:t>
            </a:r>
            <a:r>
              <a:rPr dirty="0" err="1"/>
              <a:t>기어</a:t>
            </a:r>
            <a:r>
              <a:rPr dirty="0"/>
              <a:t>, </a:t>
            </a:r>
            <a:r>
              <a:rPr dirty="0" err="1"/>
              <a:t>카메라를</a:t>
            </a:r>
            <a:r>
              <a:rPr dirty="0"/>
              <a:t> </a:t>
            </a:r>
            <a:r>
              <a:rPr dirty="0" err="1"/>
              <a:t>조립했습니다</a:t>
            </a:r>
            <a:r>
              <a:rPr dirty="0"/>
              <a:t>.</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3362622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t>네 번째로 결과물의 성능 평가와 분석, 기대 효과를 말씀드리겠습니다.</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학습에</a:t>
            </a:r>
            <a:r>
              <a:rPr dirty="0"/>
              <a:t> </a:t>
            </a:r>
            <a:r>
              <a:rPr dirty="0" err="1"/>
              <a:t>사용하지</a:t>
            </a:r>
            <a:r>
              <a:rPr dirty="0"/>
              <a:t> </a:t>
            </a:r>
            <a:r>
              <a:rPr dirty="0" err="1"/>
              <a:t>않은</a:t>
            </a:r>
            <a:r>
              <a:rPr dirty="0"/>
              <a:t> </a:t>
            </a:r>
            <a:r>
              <a:rPr dirty="0" err="1"/>
              <a:t>테스트셋을</a:t>
            </a:r>
            <a:r>
              <a:rPr dirty="0"/>
              <a:t> </a:t>
            </a:r>
            <a:r>
              <a:rPr dirty="0" err="1"/>
              <a:t>새로</a:t>
            </a:r>
            <a:r>
              <a:rPr dirty="0"/>
              <a:t> </a:t>
            </a:r>
            <a:r>
              <a:rPr dirty="0" err="1"/>
              <a:t>만들어</a:t>
            </a:r>
            <a:r>
              <a:rPr dirty="0"/>
              <a:t> </a:t>
            </a:r>
            <a:r>
              <a:rPr dirty="0" err="1"/>
              <a:t>진행했습니다</a:t>
            </a:r>
            <a:r>
              <a:rPr dirty="0"/>
              <a:t>. </a:t>
            </a:r>
            <a:r>
              <a:rPr dirty="0" err="1"/>
              <a:t>조합표를</a:t>
            </a:r>
            <a:r>
              <a:rPr dirty="0"/>
              <a:t> </a:t>
            </a:r>
            <a:r>
              <a:rPr dirty="0" err="1"/>
              <a:t>만들어</a:t>
            </a:r>
            <a:r>
              <a:rPr dirty="0"/>
              <a:t> </a:t>
            </a:r>
            <a:r>
              <a:rPr dirty="0" err="1"/>
              <a:t>개수와</a:t>
            </a:r>
            <a:r>
              <a:rPr dirty="0"/>
              <a:t> </a:t>
            </a:r>
            <a:r>
              <a:rPr dirty="0" err="1"/>
              <a:t>조합</a:t>
            </a:r>
            <a:r>
              <a:rPr dirty="0"/>
              <a:t>, </a:t>
            </a:r>
            <a:r>
              <a:rPr dirty="0" err="1"/>
              <a:t>방향을</a:t>
            </a:r>
            <a:r>
              <a:rPr dirty="0"/>
              <a:t> </a:t>
            </a:r>
            <a:r>
              <a:rPr dirty="0" err="1"/>
              <a:t>바꿔</a:t>
            </a:r>
            <a:r>
              <a:rPr dirty="0"/>
              <a:t> </a:t>
            </a:r>
            <a:r>
              <a:rPr dirty="0" err="1"/>
              <a:t>가며</a:t>
            </a:r>
            <a:r>
              <a:rPr dirty="0"/>
              <a:t> 120장을 </a:t>
            </a:r>
            <a:r>
              <a:rPr dirty="0" err="1"/>
              <a:t>직접</a:t>
            </a:r>
            <a:r>
              <a:rPr dirty="0"/>
              <a:t> </a:t>
            </a:r>
            <a:r>
              <a:rPr dirty="0" err="1"/>
              <a:t>촬영하고</a:t>
            </a:r>
            <a:r>
              <a:rPr dirty="0"/>
              <a:t> </a:t>
            </a:r>
            <a:r>
              <a:rPr dirty="0" err="1"/>
              <a:t>라벨링했습니다</a:t>
            </a:r>
            <a:r>
              <a:rPr dirty="0"/>
              <a:t>. </a:t>
            </a:r>
            <a:r>
              <a:rPr dirty="0" err="1"/>
              <a:t>왼쪽은</a:t>
            </a:r>
            <a:r>
              <a:rPr dirty="0"/>
              <a:t> </a:t>
            </a:r>
            <a:r>
              <a:rPr dirty="0" err="1"/>
              <a:t>그중</a:t>
            </a:r>
            <a:r>
              <a:rPr dirty="0"/>
              <a:t> 12장에 </a:t>
            </a:r>
            <a:r>
              <a:rPr dirty="0" err="1"/>
              <a:t>최종</a:t>
            </a:r>
            <a:r>
              <a:rPr dirty="0"/>
              <a:t> </a:t>
            </a:r>
            <a:r>
              <a:rPr dirty="0" err="1"/>
              <a:t>앙상블</a:t>
            </a:r>
            <a:r>
              <a:rPr dirty="0"/>
              <a:t> </a:t>
            </a:r>
            <a:r>
              <a:rPr dirty="0" err="1"/>
              <a:t>모델의</a:t>
            </a:r>
            <a:r>
              <a:rPr dirty="0"/>
              <a:t> </a:t>
            </a:r>
            <a:r>
              <a:rPr dirty="0" err="1"/>
              <a:t>인식</a:t>
            </a:r>
            <a:r>
              <a:rPr dirty="0"/>
              <a:t> </a:t>
            </a:r>
            <a:r>
              <a:rPr dirty="0" err="1"/>
              <a:t>결과를</a:t>
            </a:r>
            <a:r>
              <a:rPr dirty="0"/>
              <a:t> </a:t>
            </a:r>
            <a:r>
              <a:rPr dirty="0" err="1"/>
              <a:t>표시한</a:t>
            </a:r>
            <a:r>
              <a:rPr dirty="0"/>
              <a:t> </a:t>
            </a:r>
            <a:r>
              <a:rPr dirty="0" err="1"/>
              <a:t>것입니다</a:t>
            </a:r>
            <a:r>
              <a:rPr dirty="0"/>
              <a:t>. </a:t>
            </a:r>
            <a:r>
              <a:rPr dirty="0" err="1"/>
              <a:t>최종</a:t>
            </a:r>
            <a:r>
              <a:rPr dirty="0"/>
              <a:t> </a:t>
            </a:r>
            <a:r>
              <a:rPr dirty="0" err="1"/>
              <a:t>앙상블은</a:t>
            </a:r>
            <a:r>
              <a:rPr dirty="0"/>
              <a:t> </a:t>
            </a:r>
            <a:r>
              <a:rPr dirty="0" err="1"/>
              <a:t>실시간</a:t>
            </a:r>
            <a:r>
              <a:rPr dirty="0"/>
              <a:t> </a:t>
            </a:r>
            <a:r>
              <a:rPr dirty="0" err="1"/>
              <a:t>인식과</a:t>
            </a:r>
            <a:r>
              <a:rPr dirty="0"/>
              <a:t> </a:t>
            </a:r>
            <a:r>
              <a:rPr dirty="0" err="1"/>
              <a:t>버튼</a:t>
            </a:r>
            <a:r>
              <a:rPr dirty="0"/>
              <a:t> </a:t>
            </a:r>
            <a:r>
              <a:rPr dirty="0" err="1"/>
              <a:t>인식</a:t>
            </a:r>
            <a:r>
              <a:rPr dirty="0"/>
              <a:t> </a:t>
            </a:r>
            <a:r>
              <a:rPr dirty="0" err="1"/>
              <a:t>모두</a:t>
            </a:r>
            <a:r>
              <a:rPr dirty="0"/>
              <a:t> </a:t>
            </a:r>
            <a:r>
              <a:rPr dirty="0" err="1"/>
              <a:t>오인식</a:t>
            </a:r>
            <a:r>
              <a:rPr dirty="0"/>
              <a:t> 0건이었고, </a:t>
            </a:r>
            <a:r>
              <a:rPr dirty="0" err="1"/>
              <a:t>이전</a:t>
            </a:r>
            <a:r>
              <a:rPr dirty="0"/>
              <a:t> </a:t>
            </a:r>
            <a:r>
              <a:rPr dirty="0" err="1"/>
              <a:t>대표</a:t>
            </a:r>
            <a:r>
              <a:rPr dirty="0"/>
              <a:t> </a:t>
            </a:r>
            <a:r>
              <a:rPr dirty="0" err="1"/>
              <a:t>모델</a:t>
            </a:r>
            <a:r>
              <a:rPr dirty="0"/>
              <a:t> bread_0914는 1건, YOLO26n </a:t>
            </a:r>
            <a:r>
              <a:rPr dirty="0" err="1"/>
              <a:t>모델은</a:t>
            </a:r>
            <a:r>
              <a:rPr dirty="0"/>
              <a:t> </a:t>
            </a:r>
            <a:r>
              <a:rPr dirty="0" err="1"/>
              <a:t>실시간</a:t>
            </a:r>
            <a:r>
              <a:rPr dirty="0"/>
              <a:t> 19건이었습니다</a:t>
            </a:r>
            <a:r>
              <a:rPr dirty="0" smtClean="0"/>
              <a: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정리하면</a:t>
            </a:r>
            <a:r>
              <a:rPr dirty="0"/>
              <a:t> </a:t>
            </a:r>
            <a:r>
              <a:rPr dirty="0" smtClean="0"/>
              <a:t>12종 빵</a:t>
            </a:r>
            <a:r>
              <a:rPr lang="ko-KR" altLang="en-US" dirty="0" smtClean="0"/>
              <a:t>의 </a:t>
            </a:r>
            <a:r>
              <a:rPr dirty="0" err="1" smtClean="0"/>
              <a:t>자체</a:t>
            </a:r>
            <a:r>
              <a:rPr dirty="0" smtClean="0"/>
              <a:t> </a:t>
            </a:r>
            <a:r>
              <a:rPr dirty="0" err="1"/>
              <a:t>테스트셋</a:t>
            </a:r>
            <a:r>
              <a:rPr dirty="0"/>
              <a:t> 120장에서 </a:t>
            </a:r>
            <a:r>
              <a:rPr dirty="0" err="1"/>
              <a:t>최종</a:t>
            </a:r>
            <a:r>
              <a:rPr dirty="0"/>
              <a:t> </a:t>
            </a:r>
            <a:r>
              <a:rPr dirty="0" err="1"/>
              <a:t>모델의</a:t>
            </a:r>
            <a:r>
              <a:rPr dirty="0"/>
              <a:t> </a:t>
            </a:r>
            <a:r>
              <a:rPr dirty="0" err="1"/>
              <a:t>오인식은</a:t>
            </a:r>
            <a:r>
              <a:rPr dirty="0"/>
              <a:t> </a:t>
            </a:r>
            <a:r>
              <a:rPr dirty="0" err="1"/>
              <a:t>없었습니다</a:t>
            </a:r>
            <a:r>
              <a:rPr dirty="0"/>
              <a:t>. </a:t>
            </a:r>
            <a:r>
              <a:rPr dirty="0" err="1"/>
              <a:t>기대</a:t>
            </a:r>
            <a:r>
              <a:rPr dirty="0"/>
              <a:t> </a:t>
            </a:r>
            <a:r>
              <a:rPr dirty="0" err="1"/>
              <a:t>효과로는</a:t>
            </a:r>
            <a:r>
              <a:rPr dirty="0"/>
              <a:t> </a:t>
            </a:r>
            <a:r>
              <a:rPr dirty="0" err="1"/>
              <a:t>계산</a:t>
            </a:r>
            <a:r>
              <a:rPr dirty="0"/>
              <a:t> </a:t>
            </a:r>
            <a:r>
              <a:rPr dirty="0" err="1"/>
              <a:t>시간</a:t>
            </a:r>
            <a:r>
              <a:rPr dirty="0"/>
              <a:t> </a:t>
            </a:r>
            <a:r>
              <a:rPr dirty="0" err="1"/>
              <a:t>단축과</a:t>
            </a:r>
            <a:r>
              <a:rPr dirty="0"/>
              <a:t> </a:t>
            </a:r>
            <a:r>
              <a:rPr dirty="0" err="1"/>
              <a:t>입력</a:t>
            </a:r>
            <a:r>
              <a:rPr dirty="0"/>
              <a:t> </a:t>
            </a:r>
            <a:r>
              <a:rPr dirty="0" err="1"/>
              <a:t>실수</a:t>
            </a:r>
            <a:r>
              <a:rPr dirty="0"/>
              <a:t> </a:t>
            </a:r>
            <a:r>
              <a:rPr dirty="0" err="1"/>
              <a:t>감소</a:t>
            </a:r>
            <a:r>
              <a:rPr dirty="0"/>
              <a:t>, </a:t>
            </a:r>
            <a:r>
              <a:rPr dirty="0" err="1"/>
              <a:t>매장에서</a:t>
            </a:r>
            <a:r>
              <a:rPr dirty="0"/>
              <a:t> </a:t>
            </a:r>
            <a:r>
              <a:rPr dirty="0" err="1"/>
              <a:t>직접</a:t>
            </a:r>
            <a:r>
              <a:rPr dirty="0"/>
              <a:t> 새 </a:t>
            </a:r>
            <a:r>
              <a:rPr dirty="0" err="1"/>
              <a:t>메뉴</a:t>
            </a:r>
            <a:r>
              <a:rPr dirty="0"/>
              <a:t> </a:t>
            </a:r>
            <a:r>
              <a:rPr dirty="0" err="1"/>
              <a:t>추가</a:t>
            </a:r>
            <a:r>
              <a:rPr dirty="0"/>
              <a:t>, </a:t>
            </a:r>
            <a:r>
              <a:rPr dirty="0" err="1"/>
              <a:t>젯슨</a:t>
            </a:r>
            <a:r>
              <a:rPr dirty="0"/>
              <a:t> 한 </a:t>
            </a:r>
            <a:r>
              <a:rPr dirty="0" err="1"/>
              <a:t>대로</a:t>
            </a:r>
            <a:r>
              <a:rPr dirty="0"/>
              <a:t> </a:t>
            </a:r>
            <a:r>
              <a:rPr dirty="0" err="1"/>
              <a:t>인터넷</a:t>
            </a:r>
            <a:r>
              <a:rPr dirty="0"/>
              <a:t> </a:t>
            </a:r>
            <a:r>
              <a:rPr dirty="0" err="1"/>
              <a:t>없이</a:t>
            </a:r>
            <a:r>
              <a:rPr dirty="0"/>
              <a:t> </a:t>
            </a:r>
            <a:r>
              <a:rPr dirty="0" err="1"/>
              <a:t>동작</a:t>
            </a:r>
            <a:r>
              <a:rPr dirty="0"/>
              <a:t>, </a:t>
            </a:r>
            <a:r>
              <a:rPr dirty="0" err="1"/>
              <a:t>회원</a:t>
            </a:r>
            <a:r>
              <a:rPr dirty="0"/>
              <a:t> </a:t>
            </a:r>
            <a:r>
              <a:rPr dirty="0" err="1"/>
              <a:t>구매</a:t>
            </a:r>
            <a:r>
              <a:rPr dirty="0"/>
              <a:t> </a:t>
            </a:r>
            <a:r>
              <a:rPr dirty="0" err="1"/>
              <a:t>기록</a:t>
            </a:r>
            <a:r>
              <a:rPr dirty="0"/>
              <a:t> </a:t>
            </a:r>
            <a:r>
              <a:rPr dirty="0" err="1"/>
              <a:t>활용이</a:t>
            </a:r>
            <a:r>
              <a:rPr dirty="0"/>
              <a:t> </a:t>
            </a:r>
            <a:r>
              <a:rPr dirty="0" err="1"/>
              <a:t>있습니다</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향후 과제는 세 가지입니다. 먼저 앙상블은 추론 시간이 모델 한 개의 약 두 배여서, 지식 증류로 단일 모델화하거나 상황에 따라 단독과 앙상블을 전환하는 방법을 검토하려고 합니다. 두 번째로 젯슨에서 epoch당 2~3분 걸리는 학습 시간을 앞쪽 층 고정이나 신규 클래스 증분 학습으로 줄이려고 합니다. 마지막으로 휴대폰 화면이나 비닐 반사, 손처럼 빵이 아닌 대상을 배경으로 학습해서 인식 중지 없이 오인식을 줄이는 것이 남은 과제입니다.</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수행</a:t>
            </a:r>
            <a:r>
              <a:rPr dirty="0"/>
              <a:t> </a:t>
            </a:r>
            <a:r>
              <a:rPr dirty="0" err="1"/>
              <a:t>후기입니다</a:t>
            </a:r>
            <a:r>
              <a:rPr dirty="0"/>
              <a:t>. </a:t>
            </a:r>
            <a:r>
              <a:rPr dirty="0" err="1"/>
              <a:t>처음에는</a:t>
            </a:r>
            <a:r>
              <a:rPr dirty="0"/>
              <a:t> </a:t>
            </a:r>
            <a:r>
              <a:rPr dirty="0" err="1"/>
              <a:t>mAP</a:t>
            </a:r>
            <a:r>
              <a:rPr dirty="0"/>
              <a:t> 0.98이면 </a:t>
            </a:r>
            <a:r>
              <a:rPr dirty="0" err="1"/>
              <a:t>충분한</a:t>
            </a:r>
            <a:r>
              <a:rPr dirty="0"/>
              <a:t> </a:t>
            </a:r>
            <a:r>
              <a:rPr dirty="0" err="1"/>
              <a:t>성능이라고</a:t>
            </a:r>
            <a:r>
              <a:rPr dirty="0"/>
              <a:t> </a:t>
            </a:r>
            <a:r>
              <a:rPr dirty="0" err="1"/>
              <a:t>생각했는데</a:t>
            </a:r>
            <a:r>
              <a:rPr dirty="0"/>
              <a:t>, </a:t>
            </a:r>
            <a:r>
              <a:rPr dirty="0" err="1"/>
              <a:t>오류</a:t>
            </a:r>
            <a:r>
              <a:rPr dirty="0"/>
              <a:t> </a:t>
            </a:r>
            <a:r>
              <a:rPr dirty="0" err="1"/>
              <a:t>이미지를</a:t>
            </a:r>
            <a:r>
              <a:rPr dirty="0"/>
              <a:t> </a:t>
            </a:r>
            <a:r>
              <a:rPr dirty="0" err="1"/>
              <a:t>직접</a:t>
            </a:r>
            <a:r>
              <a:rPr dirty="0"/>
              <a:t> </a:t>
            </a:r>
            <a:r>
              <a:rPr dirty="0" err="1"/>
              <a:t>확인하면서</a:t>
            </a:r>
            <a:r>
              <a:rPr dirty="0"/>
              <a:t> </a:t>
            </a:r>
            <a:r>
              <a:rPr dirty="0" err="1"/>
              <a:t>평균</a:t>
            </a:r>
            <a:r>
              <a:rPr dirty="0"/>
              <a:t> </a:t>
            </a:r>
            <a:r>
              <a:rPr dirty="0" err="1"/>
              <a:t>점수에서</a:t>
            </a:r>
            <a:r>
              <a:rPr dirty="0"/>
              <a:t> </a:t>
            </a:r>
            <a:r>
              <a:rPr dirty="0" err="1"/>
              <a:t>보이지</a:t>
            </a:r>
            <a:r>
              <a:rPr dirty="0"/>
              <a:t> </a:t>
            </a:r>
            <a:r>
              <a:rPr dirty="0" err="1"/>
              <a:t>않던</a:t>
            </a:r>
            <a:r>
              <a:rPr dirty="0"/>
              <a:t> </a:t>
            </a:r>
            <a:r>
              <a:rPr dirty="0" err="1"/>
              <a:t>문제를</a:t>
            </a:r>
            <a:r>
              <a:rPr dirty="0"/>
              <a:t> </a:t>
            </a:r>
            <a:r>
              <a:rPr dirty="0" err="1"/>
              <a:t>찾을</a:t>
            </a:r>
            <a:r>
              <a:rPr dirty="0"/>
              <a:t> 수 </a:t>
            </a:r>
            <a:r>
              <a:rPr dirty="0" err="1"/>
              <a:t>있었습니다</a:t>
            </a:r>
            <a:r>
              <a:rPr dirty="0"/>
              <a:t>. </a:t>
            </a:r>
            <a:r>
              <a:rPr dirty="0" err="1"/>
              <a:t>가장</a:t>
            </a:r>
            <a:r>
              <a:rPr dirty="0"/>
              <a:t> </a:t>
            </a:r>
            <a:r>
              <a:rPr dirty="0" err="1"/>
              <a:t>어려웠던</a:t>
            </a:r>
            <a:r>
              <a:rPr dirty="0"/>
              <a:t> </a:t>
            </a:r>
            <a:r>
              <a:rPr dirty="0" err="1"/>
              <a:t>것은</a:t>
            </a:r>
            <a:r>
              <a:rPr dirty="0"/>
              <a:t> </a:t>
            </a:r>
            <a:r>
              <a:rPr dirty="0" err="1"/>
              <a:t>로투스와</a:t>
            </a:r>
            <a:r>
              <a:rPr dirty="0"/>
              <a:t> </a:t>
            </a:r>
            <a:r>
              <a:rPr dirty="0" err="1"/>
              <a:t>플레인</a:t>
            </a:r>
            <a:r>
              <a:rPr dirty="0"/>
              <a:t> </a:t>
            </a:r>
            <a:r>
              <a:rPr dirty="0" err="1"/>
              <a:t>구분이었습니다</a:t>
            </a:r>
            <a:r>
              <a:rPr dirty="0"/>
              <a:t>. </a:t>
            </a:r>
            <a:r>
              <a:rPr dirty="0" err="1"/>
              <a:t>분류</a:t>
            </a:r>
            <a:r>
              <a:rPr dirty="0"/>
              <a:t> </a:t>
            </a:r>
            <a:r>
              <a:rPr dirty="0" err="1"/>
              <a:t>모델을</a:t>
            </a:r>
            <a:r>
              <a:rPr dirty="0"/>
              <a:t> </a:t>
            </a:r>
            <a:r>
              <a:rPr dirty="0" err="1"/>
              <a:t>추가했을</a:t>
            </a:r>
            <a:r>
              <a:rPr dirty="0"/>
              <a:t> 때 </a:t>
            </a:r>
            <a:r>
              <a:rPr dirty="0" err="1"/>
              <a:t>오히려</a:t>
            </a:r>
            <a:r>
              <a:rPr dirty="0"/>
              <a:t> </a:t>
            </a:r>
            <a:r>
              <a:rPr dirty="0" err="1"/>
              <a:t>오류가</a:t>
            </a:r>
            <a:r>
              <a:rPr dirty="0"/>
              <a:t> </a:t>
            </a:r>
            <a:r>
              <a:rPr dirty="0" err="1"/>
              <a:t>늘었고</a:t>
            </a:r>
            <a:r>
              <a:rPr dirty="0"/>
              <a:t>, </a:t>
            </a:r>
            <a:r>
              <a:rPr dirty="0" err="1"/>
              <a:t>오류</a:t>
            </a:r>
            <a:r>
              <a:rPr dirty="0"/>
              <a:t> </a:t>
            </a:r>
            <a:r>
              <a:rPr dirty="0" err="1"/>
              <a:t>이미지를</a:t>
            </a:r>
            <a:r>
              <a:rPr dirty="0"/>
              <a:t> </a:t>
            </a:r>
            <a:r>
              <a:rPr dirty="0" err="1"/>
              <a:t>분석해서</a:t>
            </a:r>
            <a:r>
              <a:rPr dirty="0"/>
              <a:t> </a:t>
            </a:r>
            <a:r>
              <a:rPr dirty="0" err="1"/>
              <a:t>라벨</a:t>
            </a:r>
            <a:r>
              <a:rPr dirty="0"/>
              <a:t> </a:t>
            </a:r>
            <a:r>
              <a:rPr dirty="0" err="1"/>
              <a:t>오류와</a:t>
            </a:r>
            <a:r>
              <a:rPr dirty="0"/>
              <a:t> </a:t>
            </a:r>
            <a:r>
              <a:rPr dirty="0" err="1"/>
              <a:t>포장</a:t>
            </a:r>
            <a:r>
              <a:rPr dirty="0"/>
              <a:t> </a:t>
            </a:r>
            <a:r>
              <a:rPr dirty="0" err="1"/>
              <a:t>이미지</a:t>
            </a:r>
            <a:r>
              <a:rPr dirty="0"/>
              <a:t> </a:t>
            </a:r>
            <a:r>
              <a:rPr dirty="0" err="1"/>
              <a:t>부족이</a:t>
            </a:r>
            <a:r>
              <a:rPr dirty="0"/>
              <a:t> </a:t>
            </a:r>
            <a:r>
              <a:rPr dirty="0" err="1"/>
              <a:t>원인이라는</a:t>
            </a:r>
            <a:r>
              <a:rPr dirty="0"/>
              <a:t> </a:t>
            </a:r>
            <a:r>
              <a:rPr dirty="0" err="1"/>
              <a:t>것을</a:t>
            </a:r>
            <a:r>
              <a:rPr dirty="0"/>
              <a:t> </a:t>
            </a:r>
            <a:r>
              <a:rPr dirty="0" err="1"/>
              <a:t>찾았습니다</a:t>
            </a:r>
            <a:r>
              <a:rPr dirty="0"/>
              <a:t>. </a:t>
            </a:r>
            <a:r>
              <a:rPr dirty="0" err="1"/>
              <a:t>Colab</a:t>
            </a:r>
            <a:r>
              <a:rPr dirty="0"/>
              <a:t> GPU </a:t>
            </a:r>
            <a:r>
              <a:rPr dirty="0" err="1"/>
              <a:t>사용</a:t>
            </a:r>
            <a:r>
              <a:rPr dirty="0"/>
              <a:t> </a:t>
            </a:r>
            <a:r>
              <a:rPr dirty="0" err="1"/>
              <a:t>제한으로</a:t>
            </a:r>
            <a:r>
              <a:rPr dirty="0"/>
              <a:t> </a:t>
            </a:r>
            <a:r>
              <a:rPr dirty="0" err="1"/>
              <a:t>학습이</a:t>
            </a:r>
            <a:r>
              <a:rPr dirty="0"/>
              <a:t> </a:t>
            </a:r>
            <a:r>
              <a:rPr dirty="0" err="1"/>
              <a:t>중단되면</a:t>
            </a:r>
            <a:r>
              <a:rPr dirty="0"/>
              <a:t> </a:t>
            </a:r>
            <a:r>
              <a:rPr dirty="0" err="1"/>
              <a:t>팀원</a:t>
            </a:r>
            <a:r>
              <a:rPr dirty="0"/>
              <a:t> </a:t>
            </a:r>
            <a:r>
              <a:rPr dirty="0" err="1"/>
              <a:t>계정을</a:t>
            </a:r>
            <a:r>
              <a:rPr dirty="0"/>
              <a:t> </a:t>
            </a:r>
            <a:r>
              <a:rPr dirty="0" err="1"/>
              <a:t>번갈아</a:t>
            </a:r>
            <a:r>
              <a:rPr dirty="0"/>
              <a:t> </a:t>
            </a:r>
            <a:r>
              <a:rPr dirty="0" err="1"/>
              <a:t>사용해</a:t>
            </a:r>
            <a:r>
              <a:rPr dirty="0"/>
              <a:t> </a:t>
            </a:r>
            <a:r>
              <a:rPr dirty="0" err="1"/>
              <a:t>이어서</a:t>
            </a:r>
            <a:r>
              <a:rPr dirty="0"/>
              <a:t> </a:t>
            </a:r>
            <a:r>
              <a:rPr dirty="0" err="1"/>
              <a:t>학습했습니다</a:t>
            </a:r>
            <a:r>
              <a:rPr dirty="0"/>
              <a:t>. </a:t>
            </a:r>
            <a:r>
              <a:rPr dirty="0" err="1"/>
              <a:t>이번</a:t>
            </a:r>
            <a:r>
              <a:rPr dirty="0"/>
              <a:t> </a:t>
            </a:r>
            <a:r>
              <a:rPr dirty="0" err="1"/>
              <a:t>프로젝트로</a:t>
            </a:r>
            <a:r>
              <a:rPr dirty="0"/>
              <a:t> </a:t>
            </a:r>
            <a:r>
              <a:rPr dirty="0" err="1"/>
              <a:t>교육에서</a:t>
            </a:r>
            <a:r>
              <a:rPr dirty="0"/>
              <a:t> </a:t>
            </a:r>
            <a:r>
              <a:rPr dirty="0" err="1"/>
              <a:t>배운</a:t>
            </a:r>
            <a:r>
              <a:rPr dirty="0"/>
              <a:t> AI, </a:t>
            </a:r>
            <a:r>
              <a:rPr dirty="0" err="1"/>
              <a:t>임베디드</a:t>
            </a:r>
            <a:r>
              <a:rPr dirty="0"/>
              <a:t>, 앱 </a:t>
            </a:r>
            <a:r>
              <a:rPr dirty="0" err="1"/>
              <a:t>개발</a:t>
            </a:r>
            <a:r>
              <a:rPr dirty="0"/>
              <a:t> </a:t>
            </a:r>
            <a:r>
              <a:rPr dirty="0" err="1"/>
              <a:t>내용을</a:t>
            </a:r>
            <a:r>
              <a:rPr dirty="0"/>
              <a:t> </a:t>
            </a:r>
            <a:r>
              <a:rPr dirty="0" err="1"/>
              <a:t>하나의</a:t>
            </a:r>
            <a:r>
              <a:rPr dirty="0"/>
              <a:t> </a:t>
            </a:r>
            <a:r>
              <a:rPr dirty="0" err="1"/>
              <a:t>동작하는</a:t>
            </a:r>
            <a:r>
              <a:rPr dirty="0"/>
              <a:t> </a:t>
            </a:r>
            <a:r>
              <a:rPr dirty="0" err="1"/>
              <a:t>시스템으로</a:t>
            </a:r>
            <a:r>
              <a:rPr dirty="0"/>
              <a:t> </a:t>
            </a:r>
            <a:r>
              <a:rPr dirty="0" err="1"/>
              <a:t>연결해</a:t>
            </a:r>
            <a:r>
              <a:rPr dirty="0"/>
              <a:t> 볼 수 </a:t>
            </a:r>
            <a:r>
              <a:rPr dirty="0" err="1"/>
              <a:t>있었습니다</a:t>
            </a:r>
            <a:r>
              <a:rPr dirty="0"/>
              <a:t>. </a:t>
            </a:r>
            <a:r>
              <a:rPr dirty="0" err="1"/>
              <a:t>감사합니다</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t>들어 주셔서 감사합니다. 질문 받겠습니다.</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4676936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Pr>
        <a:solidFill>
          <a:schemeClr val="bg2"/>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7.jp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8.jp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1.jpg"/><Relationship Id="rId3" Type="http://schemas.microsoft.com/office/2007/relationships/media" Target="../media/media4.mp4"/><Relationship Id="rId7" Type="http://schemas.openxmlformats.org/officeDocument/2006/relationships/image" Target="../media/image10.jpg"/><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notesSlide" Target="../notesSlides/notesSlide14.xml"/><Relationship Id="rId5" Type="http://schemas.openxmlformats.org/officeDocument/2006/relationships/slideLayout" Target="../slideLayouts/slideLayout2.xml"/><Relationship Id="rId4" Type="http://schemas.openxmlformats.org/officeDocument/2006/relationships/video" Target="../media/media4.mp4"/></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3.jp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5.jp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7.jp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5">
            <a:extLst>
              <a:ext uri="{FF2B5EF4-FFF2-40B4-BE49-F238E27FC236}">
                <a16:creationId xmlns:a16="http://schemas.microsoft.com/office/drawing/2014/main" id="{0C21B7F9-CDC2-463E-A233-857ECAE147BD}"/>
              </a:ext>
            </a:extLst>
          </p:cNvPr>
          <p:cNvSpPr>
            <a:spLocks noGrp="1"/>
          </p:cNvSpPr>
          <p:nvPr/>
        </p:nvSpPr>
        <p:spPr>
          <a:xfrm>
            <a:off x="846538" y="2589801"/>
            <a:ext cx="6477000" cy="904875"/>
          </a:xfrm>
          <a:prstGeom prst="rect">
            <a:avLst/>
          </a:prstGeom>
          <a:noFill/>
          <a:ln w="0">
            <a:noFill/>
            <a:prstDash val="solid"/>
          </a:ln>
        </p:spPr>
        <p:txBody>
          <a:bodyPr wrap="none" lIns="0" tIns="0" rIns="0" bIns="0" anchor="t">
            <a:noAutofit/>
          </a:bodyPr>
          <a:lstStyle/>
          <a:p>
            <a:r>
              <a:rPr lang="en-US" altLang="ko-KR" sz="3200" b="1" spc="-60" dirty="0">
                <a:solidFill>
                  <a:srgbClr val="C8641E"/>
                </a:solidFill>
                <a:latin typeface="Pretendard"/>
                <a:ea typeface="Pretendard"/>
                <a:cs typeface="Pretendard"/>
              </a:rPr>
              <a:t>YOLO </a:t>
            </a:r>
            <a:r>
              <a:rPr lang="ko-KR" altLang="en-US" sz="3200" b="1" spc="-60" dirty="0">
                <a:solidFill>
                  <a:srgbClr val="C8641E"/>
                </a:solidFill>
                <a:latin typeface="Pretendard"/>
                <a:ea typeface="Pretendard"/>
                <a:cs typeface="Pretendard"/>
              </a:rPr>
              <a:t>기반 </a:t>
            </a:r>
            <a:r>
              <a:rPr lang="en-US" altLang="ko-KR" sz="3200" b="1" spc="-60" dirty="0">
                <a:solidFill>
                  <a:srgbClr val="C8641E"/>
                </a:solidFill>
                <a:latin typeface="Pretendard"/>
                <a:ea typeface="Pretendard"/>
                <a:cs typeface="Pretendard"/>
              </a:rPr>
              <a:t>AI </a:t>
            </a:r>
            <a:r>
              <a:rPr lang="ko-KR" altLang="en-US" sz="3200" b="1" spc="-60" dirty="0">
                <a:solidFill>
                  <a:srgbClr val="C8641E"/>
                </a:solidFill>
                <a:latin typeface="Pretendard"/>
                <a:ea typeface="Pretendard"/>
                <a:cs typeface="Pretendard"/>
              </a:rPr>
              <a:t>빵 인식 </a:t>
            </a:r>
            <a:r>
              <a:rPr lang="en-US" altLang="ko-KR" sz="3200" b="1" spc="-60" dirty="0">
                <a:solidFill>
                  <a:srgbClr val="C8641E"/>
                </a:solidFill>
                <a:latin typeface="Pretendard"/>
                <a:ea typeface="Pretendard"/>
                <a:cs typeface="Pretendard"/>
              </a:rPr>
              <a:t>POS</a:t>
            </a:r>
          </a:p>
        </p:txBody>
      </p:sp>
      <p:sp>
        <p:nvSpPr>
          <p:cNvPr id="248" name="slide-title">
            <a:extLst>
              <a:ext uri="{FF2B5EF4-FFF2-40B4-BE49-F238E27FC236}">
                <a16:creationId xmlns:a16="http://schemas.microsoft.com/office/drawing/2014/main" id="{A54BC775-69E0-44BA-A18C-D38F02C23DA6}"/>
              </a:ext>
            </a:extLst>
          </p:cNvPr>
          <p:cNvSpPr>
            <a:spLocks noGrp="1"/>
          </p:cNvSpPr>
          <p:nvPr/>
        </p:nvSpPr>
        <p:spPr>
          <a:xfrm>
            <a:off x="987007" y="5775254"/>
            <a:ext cx="2381250" cy="465221"/>
          </a:xfrm>
          <a:prstGeom prst="rect">
            <a:avLst/>
          </a:prstGeom>
          <a:noFill/>
          <a:ln w="0">
            <a:noFill/>
            <a:prstDash val="solid"/>
          </a:ln>
        </p:spPr>
        <p:txBody>
          <a:bodyPr wrap="none" lIns="0" tIns="0" rIns="0" bIns="0" anchor="t">
            <a:noAutofit/>
          </a:bodyPr>
          <a:lstStyle/>
          <a:p>
            <a:pPr algn="l">
              <a:buNone/>
              <a:defRPr sz="3150" b="1">
                <a:solidFill>
                  <a:srgbClr val="1D1D1F"/>
                </a:solidFill>
                <a:latin typeface="Noto Sans KR"/>
                <a:ea typeface="Noto Sans KR"/>
                <a:cs typeface="Noto Sans KR"/>
              </a:defRPr>
            </a:pPr>
            <a:r>
              <a:rPr lang="ko-KR" altLang="en-US" sz="1100" b="1" dirty="0" err="1">
                <a:solidFill>
                  <a:srgbClr val="635441"/>
                </a:solidFill>
                <a:latin typeface="Noto Sans KR"/>
                <a:ea typeface="Noto Sans KR"/>
                <a:cs typeface="Noto Sans KR"/>
              </a:rPr>
              <a:t>이규현</a:t>
            </a:r>
            <a:r>
              <a:rPr lang="en-US" altLang="ko-KR" sz="1100" b="1" dirty="0">
                <a:solidFill>
                  <a:srgbClr val="635441"/>
                </a:solidFill>
                <a:latin typeface="Noto Sans KR"/>
                <a:ea typeface="Noto Sans KR"/>
                <a:cs typeface="Noto Sans KR"/>
              </a:rPr>
              <a:t>, </a:t>
            </a:r>
            <a:r>
              <a:rPr lang="ko-KR" altLang="en-US" sz="1100" b="1" dirty="0" err="1">
                <a:solidFill>
                  <a:srgbClr val="635441"/>
                </a:solidFill>
                <a:latin typeface="Noto Sans KR"/>
                <a:ea typeface="Noto Sans KR"/>
                <a:cs typeface="Noto Sans KR"/>
              </a:rPr>
              <a:t>신유지</a:t>
            </a:r>
            <a:r>
              <a:rPr lang="en-US" altLang="ko-KR" sz="1100" b="1" dirty="0">
                <a:solidFill>
                  <a:srgbClr val="635441"/>
                </a:solidFill>
                <a:latin typeface="Noto Sans KR"/>
                <a:ea typeface="Noto Sans KR"/>
                <a:cs typeface="Noto Sans KR"/>
              </a:rPr>
              <a:t>, </a:t>
            </a:r>
            <a:r>
              <a:rPr lang="ko-KR" altLang="en-US" sz="1100" b="1" dirty="0" err="1" smtClean="0">
                <a:solidFill>
                  <a:srgbClr val="635441"/>
                </a:solidFill>
                <a:latin typeface="Noto Sans KR"/>
                <a:ea typeface="Noto Sans KR"/>
                <a:cs typeface="Noto Sans KR"/>
              </a:rPr>
              <a:t>한규리</a:t>
            </a:r>
            <a:r>
              <a:rPr lang="en-US" altLang="ko-KR" sz="1100" b="1" dirty="0" smtClean="0">
                <a:solidFill>
                  <a:srgbClr val="635441"/>
                </a:solidFill>
                <a:latin typeface="Noto Sans KR"/>
                <a:ea typeface="Noto Sans KR"/>
                <a:cs typeface="Noto Sans KR"/>
              </a:rPr>
              <a:t>, </a:t>
            </a:r>
            <a:r>
              <a:rPr lang="en-US" altLang="ko-KR" sz="1100" b="1" dirty="0">
                <a:solidFill>
                  <a:srgbClr val="635441"/>
                </a:solidFill>
                <a:latin typeface="Noto Sans KR"/>
                <a:ea typeface="Noto Sans KR"/>
                <a:cs typeface="Noto Sans KR"/>
              </a:rPr>
              <a:t>(</a:t>
            </a:r>
            <a:r>
              <a:rPr lang="ko-KR" altLang="en-US" sz="1100" b="1" dirty="0" err="1">
                <a:solidFill>
                  <a:srgbClr val="635441"/>
                </a:solidFill>
                <a:latin typeface="Noto Sans KR"/>
                <a:ea typeface="Noto Sans KR"/>
                <a:cs typeface="Noto Sans KR"/>
              </a:rPr>
              <a:t>문재민</a:t>
            </a:r>
            <a:r>
              <a:rPr lang="en-US" altLang="ko-KR" sz="1100" b="1" dirty="0">
                <a:solidFill>
                  <a:srgbClr val="635441"/>
                </a:solidFill>
                <a:latin typeface="Noto Sans KR"/>
                <a:ea typeface="Noto Sans KR"/>
                <a:cs typeface="Noto Sans KR"/>
              </a:rPr>
              <a:t>)</a:t>
            </a:r>
            <a:endParaRPr sz="3150" b="1" dirty="0">
              <a:solidFill>
                <a:srgbClr val="635441"/>
              </a:solidFill>
              <a:latin typeface="Noto Sans KR"/>
              <a:ea typeface="Noto Sans KR"/>
              <a:cs typeface="Noto Sans KR"/>
            </a:endParaRPr>
          </a:p>
        </p:txBody>
      </p:sp>
      <p:sp>
        <p:nvSpPr>
          <p:cNvPr id="368" name="cover-label-95">
            <a:extLst>
              <a:ext uri="{FF2B5EF4-FFF2-40B4-BE49-F238E27FC236}">
                <a16:creationId xmlns:a16="http://schemas.microsoft.com/office/drawing/2014/main" id="{B490148A-CAA6-4E46-89BB-007F29AE427B}"/>
              </a:ext>
            </a:extLst>
          </p:cNvPr>
          <p:cNvSpPr>
            <a:spLocks noGrp="1"/>
          </p:cNvSpPr>
          <p:nvPr/>
        </p:nvSpPr>
        <p:spPr>
          <a:xfrm>
            <a:off x="851301" y="3301646"/>
            <a:ext cx="4524375" cy="304800"/>
          </a:xfrm>
          <a:prstGeom prst="rect">
            <a:avLst/>
          </a:prstGeom>
          <a:noFill/>
          <a:ln w="0">
            <a:noFill/>
          </a:ln>
        </p:spPr>
        <p:txBody>
          <a:bodyPr wrap="none" lIns="0" tIns="0" rIns="0" bIns="0" anchor="t">
            <a:noAutofit/>
          </a:bodyPr>
          <a:lstStyle/>
          <a:p>
            <a:pPr>
              <a:lnSpc>
                <a:spcPct val="140000"/>
              </a:lnSpc>
            </a:pPr>
            <a:r>
              <a:rPr lang="en-US" altLang="ko-KR" sz="1200" dirty="0">
                <a:solidFill>
                  <a:srgbClr val="B9ACA0"/>
                </a:solidFill>
                <a:latin typeface="Pretendard Medium"/>
                <a:ea typeface="Pretendard Medium"/>
                <a:cs typeface="Pretendard Medium"/>
              </a:rPr>
              <a:t>Jetson Orin Nano</a:t>
            </a:r>
            <a:r>
              <a:rPr lang="ko-KR" altLang="en-US" sz="1200" dirty="0">
                <a:solidFill>
                  <a:srgbClr val="B9ACA0"/>
                </a:solidFill>
                <a:latin typeface="Pretendard Medium"/>
                <a:ea typeface="Pretendard Medium"/>
                <a:cs typeface="Pretendard Medium"/>
              </a:rPr>
              <a:t>에서 빵 </a:t>
            </a:r>
            <a:r>
              <a:rPr lang="en-US" altLang="ko-KR" sz="1200" dirty="0">
                <a:solidFill>
                  <a:srgbClr val="B9ACA0"/>
                </a:solidFill>
                <a:latin typeface="Pretendard Medium"/>
                <a:ea typeface="Pretendard Medium"/>
                <a:cs typeface="Pretendard Medium"/>
              </a:rPr>
              <a:t>12</a:t>
            </a:r>
            <a:r>
              <a:rPr lang="ko-KR" altLang="en-US" sz="1200" dirty="0">
                <a:solidFill>
                  <a:srgbClr val="B9ACA0"/>
                </a:solidFill>
                <a:latin typeface="Pretendard Medium"/>
                <a:ea typeface="Pretendard Medium"/>
                <a:cs typeface="Pretendard Medium"/>
              </a:rPr>
              <a:t>종을 실시간 인식하고</a:t>
            </a:r>
            <a:r>
              <a:rPr lang="en-US" altLang="ko-KR" sz="1200" dirty="0">
                <a:solidFill>
                  <a:srgbClr val="B9ACA0"/>
                </a:solidFill>
                <a:latin typeface="Pretendard Medium"/>
                <a:ea typeface="Pretendard Medium"/>
                <a:cs typeface="Pretendard Medium"/>
              </a:rPr>
              <a:t>,</a:t>
            </a:r>
            <a:endParaRPr lang="ko-KR" altLang="en-US" sz="1200" dirty="0">
              <a:solidFill>
                <a:srgbClr val="B9ACA0"/>
              </a:solidFill>
              <a:latin typeface="Pretendard Medium"/>
              <a:ea typeface="Pretendard Medium"/>
              <a:cs typeface="Pretendard Medium"/>
            </a:endParaRPr>
          </a:p>
          <a:p>
            <a:pPr>
              <a:lnSpc>
                <a:spcPct val="140000"/>
              </a:lnSpc>
            </a:pPr>
            <a:r>
              <a:rPr lang="ko-KR" altLang="en-US" sz="1200" dirty="0">
                <a:solidFill>
                  <a:srgbClr val="B9ACA0"/>
                </a:solidFill>
                <a:latin typeface="Pretendard Medium"/>
                <a:ea typeface="Pretendard Medium"/>
                <a:cs typeface="Pretendard Medium"/>
              </a:rPr>
              <a:t>새 빵 데이터 수집</a:t>
            </a:r>
            <a:r>
              <a:rPr lang="en-US" altLang="ko-KR" sz="1200" dirty="0">
                <a:solidFill>
                  <a:srgbClr val="B9ACA0"/>
                </a:solidFill>
                <a:latin typeface="Pretendard Medium"/>
                <a:ea typeface="Pretendard Medium"/>
                <a:cs typeface="Pretendard Medium"/>
              </a:rPr>
              <a:t>·</a:t>
            </a:r>
            <a:r>
              <a:rPr lang="ko-KR" altLang="en-US" sz="1200" dirty="0">
                <a:solidFill>
                  <a:srgbClr val="B9ACA0"/>
                </a:solidFill>
                <a:latin typeface="Pretendard Medium"/>
                <a:ea typeface="Pretendard Medium"/>
                <a:cs typeface="Pretendard Medium"/>
              </a:rPr>
              <a:t>학습</a:t>
            </a:r>
            <a:r>
              <a:rPr lang="en-US" altLang="ko-KR" sz="1200" dirty="0">
                <a:solidFill>
                  <a:srgbClr val="B9ACA0"/>
                </a:solidFill>
                <a:latin typeface="Pretendard Medium"/>
                <a:ea typeface="Pretendard Medium"/>
                <a:cs typeface="Pretendard Medium"/>
              </a:rPr>
              <a:t>·</a:t>
            </a:r>
            <a:r>
              <a:rPr lang="ko-KR" altLang="en-US" sz="1200" dirty="0">
                <a:solidFill>
                  <a:srgbClr val="B9ACA0"/>
                </a:solidFill>
                <a:latin typeface="Pretendard Medium"/>
                <a:ea typeface="Pretendard Medium"/>
                <a:cs typeface="Pretendard Medium"/>
              </a:rPr>
              <a:t>배포와 회원 적립까지 연결한 시스템</a:t>
            </a:r>
          </a:p>
        </p:txBody>
      </p:sp>
      <p:sp>
        <p:nvSpPr>
          <p:cNvPr id="375" name="cover-vector-5">
            <a:extLst>
              <a:ext uri="{FF2B5EF4-FFF2-40B4-BE49-F238E27FC236}">
                <a16:creationId xmlns:a16="http://schemas.microsoft.com/office/drawing/2014/main" id="{44CE50B9-A437-4F4D-98D9-99B704058CA9}"/>
              </a:ext>
            </a:extLst>
          </p:cNvPr>
          <p:cNvSpPr>
            <a:spLocks noGrp="1"/>
          </p:cNvSpPr>
          <p:nvPr/>
        </p:nvSpPr>
        <p:spPr>
          <a:xfrm>
            <a:off x="8047438" y="2063620"/>
            <a:ext cx="1619250" cy="9525"/>
          </a:xfrm>
          <a:custGeom>
            <a:avLst/>
            <a:gdLst/>
            <a:ahLst/>
            <a:cxnLst/>
            <a:rect l="0" t="0" r="0" b="0"/>
            <a:pathLst>
              <a:path w="1619250" h="9525">
                <a:moveTo>
                  <a:pt x="0" y="0"/>
                </a:moveTo>
                <a:lnTo>
                  <a:pt x="1619250" y="0"/>
                </a:lnTo>
              </a:path>
            </a:pathLst>
          </a:custGeom>
          <a:noFill/>
          <a:ln w="23813">
            <a:solidFill>
              <a:srgbClr val="0066CC"/>
            </a:solidFill>
            <a:prstDash val="solid"/>
          </a:ln>
        </p:spPr>
        <p:txBody>
          <a:bodyPr/>
          <a:lstStyle/>
          <a:p>
            <a:endParaRPr lang="ko-KR" altLang="en-US"/>
          </a:p>
        </p:txBody>
      </p:sp>
      <p:sp>
        <p:nvSpPr>
          <p:cNvPr id="376" name="cover-vector-6">
            <a:extLst>
              <a:ext uri="{FF2B5EF4-FFF2-40B4-BE49-F238E27FC236}">
                <a16:creationId xmlns:a16="http://schemas.microsoft.com/office/drawing/2014/main" id="{D617DA87-35C2-4CED-8D97-6A778E747694}"/>
              </a:ext>
            </a:extLst>
          </p:cNvPr>
          <p:cNvSpPr>
            <a:spLocks noGrp="1"/>
          </p:cNvSpPr>
          <p:nvPr/>
        </p:nvSpPr>
        <p:spPr>
          <a:xfrm>
            <a:off x="9600013" y="2015995"/>
            <a:ext cx="66675" cy="95250"/>
          </a:xfrm>
          <a:custGeom>
            <a:avLst/>
            <a:gdLst/>
            <a:ahLst/>
            <a:cxnLst/>
            <a:rect l="0" t="0" r="0" b="0"/>
            <a:pathLst>
              <a:path w="66675" h="95250">
                <a:moveTo>
                  <a:pt x="0" y="0"/>
                </a:moveTo>
                <a:lnTo>
                  <a:pt x="66675" y="47625"/>
                </a:lnTo>
                <a:lnTo>
                  <a:pt x="0" y="95250"/>
                </a:lnTo>
              </a:path>
            </a:pathLst>
          </a:custGeom>
          <a:noFill/>
          <a:ln w="23813">
            <a:solidFill>
              <a:srgbClr val="0066CC"/>
            </a:solidFill>
            <a:prstDash val="solid"/>
          </a:ln>
        </p:spPr>
        <p:txBody>
          <a:bodyPr/>
          <a:lstStyle/>
          <a:p>
            <a:endParaRPr lang="ko-KR" altLang="en-US"/>
          </a:p>
        </p:txBody>
      </p:sp>
      <p:sp>
        <p:nvSpPr>
          <p:cNvPr id="377" name="cover-vector-7">
            <a:extLst>
              <a:ext uri="{FF2B5EF4-FFF2-40B4-BE49-F238E27FC236}">
                <a16:creationId xmlns:a16="http://schemas.microsoft.com/office/drawing/2014/main" id="{369DBBA6-7EDE-4E68-9ECD-E4500A6AD6E4}"/>
              </a:ext>
            </a:extLst>
          </p:cNvPr>
          <p:cNvSpPr>
            <a:spLocks noGrp="1"/>
          </p:cNvSpPr>
          <p:nvPr/>
        </p:nvSpPr>
        <p:spPr>
          <a:xfrm>
            <a:off x="8047438" y="2015995"/>
            <a:ext cx="66675" cy="95250"/>
          </a:xfrm>
          <a:custGeom>
            <a:avLst/>
            <a:gdLst/>
            <a:ahLst/>
            <a:cxnLst/>
            <a:rect l="0" t="0" r="0" b="0"/>
            <a:pathLst>
              <a:path w="66675" h="95250">
                <a:moveTo>
                  <a:pt x="66675" y="0"/>
                </a:moveTo>
                <a:lnTo>
                  <a:pt x="0" y="47625"/>
                </a:lnTo>
                <a:lnTo>
                  <a:pt x="66675" y="95250"/>
                </a:lnTo>
              </a:path>
            </a:pathLst>
          </a:custGeom>
          <a:noFill/>
          <a:ln w="23813">
            <a:solidFill>
              <a:srgbClr val="0066CC"/>
            </a:solidFill>
            <a:prstDash val="solid"/>
          </a:ln>
        </p:spPr>
        <p:txBody>
          <a:bodyPr/>
          <a:lstStyle/>
          <a:p>
            <a:endParaRPr lang="ko-KR" altLang="en-US"/>
          </a:p>
        </p:txBody>
      </p:sp>
      <p:sp>
        <p:nvSpPr>
          <p:cNvPr id="378" name="cover-vector-8">
            <a:extLst>
              <a:ext uri="{FF2B5EF4-FFF2-40B4-BE49-F238E27FC236}">
                <a16:creationId xmlns:a16="http://schemas.microsoft.com/office/drawing/2014/main" id="{4612A748-1FE2-4AFC-9100-942E3ECE5B24}"/>
              </a:ext>
            </a:extLst>
          </p:cNvPr>
          <p:cNvSpPr>
            <a:spLocks noGrp="1"/>
          </p:cNvSpPr>
          <p:nvPr/>
        </p:nvSpPr>
        <p:spPr>
          <a:xfrm>
            <a:off x="7533088" y="3168520"/>
            <a:ext cx="2781300" cy="847725"/>
          </a:xfrm>
          <a:custGeom>
            <a:avLst/>
            <a:gdLst/>
            <a:ahLst/>
            <a:cxnLst/>
            <a:rect l="0" t="0" r="0" b="0"/>
            <a:pathLst>
              <a:path w="2781300" h="847725">
                <a:moveTo>
                  <a:pt x="1352550" y="0"/>
                </a:moveTo>
                <a:lnTo>
                  <a:pt x="0" y="847725"/>
                </a:lnTo>
                <a:lnTo>
                  <a:pt x="2781300" y="847725"/>
                </a:lnTo>
                <a:close/>
              </a:path>
            </a:pathLst>
          </a:custGeom>
          <a:solidFill>
            <a:srgbClr val="E7F1FC"/>
          </a:solidFill>
          <a:ln w="0">
            <a:noFill/>
            <a:prstDash val="solid"/>
          </a:ln>
        </p:spPr>
        <p:txBody>
          <a:bodyPr/>
          <a:lstStyle/>
          <a:p>
            <a:endParaRPr lang="ko-KR" altLang="en-US"/>
          </a:p>
        </p:txBody>
      </p:sp>
      <p:sp>
        <p:nvSpPr>
          <p:cNvPr id="380" name="cover-vector-10">
            <a:extLst>
              <a:ext uri="{FF2B5EF4-FFF2-40B4-BE49-F238E27FC236}">
                <a16:creationId xmlns:a16="http://schemas.microsoft.com/office/drawing/2014/main" id="{CC35FB8C-A239-4339-A51E-CC71083417E9}"/>
              </a:ext>
            </a:extLst>
          </p:cNvPr>
          <p:cNvSpPr>
            <a:spLocks noGrp="1"/>
          </p:cNvSpPr>
          <p:nvPr/>
        </p:nvSpPr>
        <p:spPr>
          <a:xfrm>
            <a:off x="6828238" y="2339845"/>
            <a:ext cx="180975" cy="2200275"/>
          </a:xfrm>
          <a:prstGeom prst="roundRect">
            <a:avLst>
              <a:gd name="adj" fmla="val 21053"/>
            </a:avLst>
          </a:prstGeom>
          <a:solidFill>
            <a:srgbClr val="E8E8ED"/>
          </a:solidFill>
          <a:ln w="19050">
            <a:solidFill>
              <a:srgbClr val="73737B"/>
            </a:solidFill>
            <a:prstDash val="solid"/>
          </a:ln>
        </p:spPr>
        <p:txBody>
          <a:bodyPr/>
          <a:lstStyle/>
          <a:p>
            <a:endParaRPr lang="ko-KR" altLang="en-US"/>
          </a:p>
        </p:txBody>
      </p:sp>
      <p:sp>
        <p:nvSpPr>
          <p:cNvPr id="381" name="cover-vector-11">
            <a:extLst>
              <a:ext uri="{FF2B5EF4-FFF2-40B4-BE49-F238E27FC236}">
                <a16:creationId xmlns:a16="http://schemas.microsoft.com/office/drawing/2014/main" id="{47018DD2-75A7-4241-BBC8-D41106CDC912}"/>
              </a:ext>
            </a:extLst>
          </p:cNvPr>
          <p:cNvSpPr>
            <a:spLocks noGrp="1"/>
          </p:cNvSpPr>
          <p:nvPr/>
        </p:nvSpPr>
        <p:spPr>
          <a:xfrm>
            <a:off x="10943038" y="2339845"/>
            <a:ext cx="180975" cy="2200275"/>
          </a:xfrm>
          <a:prstGeom prst="roundRect">
            <a:avLst>
              <a:gd name="adj" fmla="val 21053"/>
            </a:avLst>
          </a:prstGeom>
          <a:solidFill>
            <a:srgbClr val="E8E8ED"/>
          </a:solidFill>
          <a:ln w="19050">
            <a:solidFill>
              <a:srgbClr val="73737B"/>
            </a:solidFill>
            <a:prstDash val="solid"/>
          </a:ln>
        </p:spPr>
        <p:txBody>
          <a:bodyPr/>
          <a:lstStyle/>
          <a:p>
            <a:endParaRPr lang="ko-KR" altLang="en-US"/>
          </a:p>
        </p:txBody>
      </p:sp>
      <p:sp>
        <p:nvSpPr>
          <p:cNvPr id="382" name="cover-vector-12">
            <a:extLst>
              <a:ext uri="{FF2B5EF4-FFF2-40B4-BE49-F238E27FC236}">
                <a16:creationId xmlns:a16="http://schemas.microsoft.com/office/drawing/2014/main" id="{A657E482-1972-486C-A6B6-D544DFA35139}"/>
              </a:ext>
            </a:extLst>
          </p:cNvPr>
          <p:cNvSpPr>
            <a:spLocks noGrp="1"/>
          </p:cNvSpPr>
          <p:nvPr/>
        </p:nvSpPr>
        <p:spPr>
          <a:xfrm>
            <a:off x="7009213" y="2377945"/>
            <a:ext cx="3933825" cy="161925"/>
          </a:xfrm>
          <a:prstGeom prst="roundRect">
            <a:avLst>
              <a:gd name="adj" fmla="val 17647"/>
            </a:avLst>
          </a:prstGeom>
          <a:solidFill>
            <a:srgbClr val="FFFFFF"/>
          </a:solidFill>
          <a:ln w="19050">
            <a:solidFill>
              <a:srgbClr val="73737B"/>
            </a:solidFill>
            <a:prstDash val="solid"/>
          </a:ln>
        </p:spPr>
        <p:txBody>
          <a:bodyPr/>
          <a:lstStyle/>
          <a:p>
            <a:endParaRPr lang="ko-KR" altLang="en-US"/>
          </a:p>
        </p:txBody>
      </p:sp>
      <p:sp>
        <p:nvSpPr>
          <p:cNvPr id="383" name="cover-vector-13">
            <a:extLst>
              <a:ext uri="{FF2B5EF4-FFF2-40B4-BE49-F238E27FC236}">
                <a16:creationId xmlns:a16="http://schemas.microsoft.com/office/drawing/2014/main" id="{965A0C0B-BE43-4C8C-8843-4490C7540DDC}"/>
              </a:ext>
            </a:extLst>
          </p:cNvPr>
          <p:cNvSpPr>
            <a:spLocks noGrp="1"/>
          </p:cNvSpPr>
          <p:nvPr/>
        </p:nvSpPr>
        <p:spPr>
          <a:xfrm>
            <a:off x="7037788" y="2530345"/>
            <a:ext cx="3886200" cy="66675"/>
          </a:xfrm>
          <a:prstGeom prst="rect">
            <a:avLst/>
          </a:prstGeom>
          <a:solidFill>
            <a:srgbClr val="73737B"/>
          </a:solidFill>
          <a:ln w="0">
            <a:noFill/>
            <a:prstDash val="solid"/>
          </a:ln>
        </p:spPr>
        <p:txBody>
          <a:bodyPr/>
          <a:lstStyle/>
          <a:p>
            <a:endParaRPr lang="ko-KR" altLang="en-US"/>
          </a:p>
        </p:txBody>
      </p:sp>
      <p:sp>
        <p:nvSpPr>
          <p:cNvPr id="384" name="cover-vector-14">
            <a:extLst>
              <a:ext uri="{FF2B5EF4-FFF2-40B4-BE49-F238E27FC236}">
                <a16:creationId xmlns:a16="http://schemas.microsoft.com/office/drawing/2014/main" id="{B3653ED5-2085-43F9-929E-2EF7F0444E3A}"/>
              </a:ext>
            </a:extLst>
          </p:cNvPr>
          <p:cNvSpPr>
            <a:spLocks noGrp="1"/>
          </p:cNvSpPr>
          <p:nvPr/>
        </p:nvSpPr>
        <p:spPr>
          <a:xfrm>
            <a:off x="7075888" y="2587495"/>
            <a:ext cx="66675" cy="57150"/>
          </a:xfrm>
          <a:prstGeom prst="rect">
            <a:avLst/>
          </a:prstGeom>
          <a:solidFill>
            <a:srgbClr val="73737B"/>
          </a:solidFill>
          <a:ln w="0">
            <a:noFill/>
            <a:prstDash val="solid"/>
          </a:ln>
        </p:spPr>
        <p:txBody>
          <a:bodyPr/>
          <a:lstStyle/>
          <a:p>
            <a:endParaRPr lang="ko-KR" altLang="en-US"/>
          </a:p>
        </p:txBody>
      </p:sp>
      <p:sp>
        <p:nvSpPr>
          <p:cNvPr id="385" name="cover-vector-15">
            <a:extLst>
              <a:ext uri="{FF2B5EF4-FFF2-40B4-BE49-F238E27FC236}">
                <a16:creationId xmlns:a16="http://schemas.microsoft.com/office/drawing/2014/main" id="{8963E179-4A6C-4C5E-953C-8EF4869E5B9F}"/>
              </a:ext>
            </a:extLst>
          </p:cNvPr>
          <p:cNvSpPr>
            <a:spLocks noGrp="1"/>
          </p:cNvSpPr>
          <p:nvPr/>
        </p:nvSpPr>
        <p:spPr>
          <a:xfrm>
            <a:off x="7209238" y="2587495"/>
            <a:ext cx="66675" cy="57150"/>
          </a:xfrm>
          <a:prstGeom prst="rect">
            <a:avLst/>
          </a:prstGeom>
          <a:solidFill>
            <a:srgbClr val="73737B"/>
          </a:solidFill>
          <a:ln w="0">
            <a:noFill/>
            <a:prstDash val="solid"/>
          </a:ln>
        </p:spPr>
        <p:txBody>
          <a:bodyPr/>
          <a:lstStyle/>
          <a:p>
            <a:endParaRPr lang="ko-KR" altLang="en-US"/>
          </a:p>
        </p:txBody>
      </p:sp>
      <p:sp>
        <p:nvSpPr>
          <p:cNvPr id="386" name="cover-vector-16">
            <a:extLst>
              <a:ext uri="{FF2B5EF4-FFF2-40B4-BE49-F238E27FC236}">
                <a16:creationId xmlns:a16="http://schemas.microsoft.com/office/drawing/2014/main" id="{F7F6E280-DA66-44B6-AD07-1C166066E1F6}"/>
              </a:ext>
            </a:extLst>
          </p:cNvPr>
          <p:cNvSpPr>
            <a:spLocks noGrp="1"/>
          </p:cNvSpPr>
          <p:nvPr/>
        </p:nvSpPr>
        <p:spPr>
          <a:xfrm>
            <a:off x="7342588" y="2587495"/>
            <a:ext cx="66675" cy="57150"/>
          </a:xfrm>
          <a:prstGeom prst="rect">
            <a:avLst/>
          </a:prstGeom>
          <a:solidFill>
            <a:srgbClr val="73737B"/>
          </a:solidFill>
          <a:ln w="0">
            <a:noFill/>
            <a:prstDash val="solid"/>
          </a:ln>
        </p:spPr>
        <p:txBody>
          <a:bodyPr/>
          <a:lstStyle/>
          <a:p>
            <a:endParaRPr lang="ko-KR" altLang="en-US"/>
          </a:p>
        </p:txBody>
      </p:sp>
      <p:sp>
        <p:nvSpPr>
          <p:cNvPr id="387" name="cover-vector-17">
            <a:extLst>
              <a:ext uri="{FF2B5EF4-FFF2-40B4-BE49-F238E27FC236}">
                <a16:creationId xmlns:a16="http://schemas.microsoft.com/office/drawing/2014/main" id="{10F90F2D-EAB8-43E5-AF0A-020B4AEBB545}"/>
              </a:ext>
            </a:extLst>
          </p:cNvPr>
          <p:cNvSpPr>
            <a:spLocks noGrp="1"/>
          </p:cNvSpPr>
          <p:nvPr/>
        </p:nvSpPr>
        <p:spPr>
          <a:xfrm>
            <a:off x="7475938" y="2587495"/>
            <a:ext cx="66675" cy="57150"/>
          </a:xfrm>
          <a:prstGeom prst="rect">
            <a:avLst/>
          </a:prstGeom>
          <a:solidFill>
            <a:srgbClr val="73737B"/>
          </a:solidFill>
          <a:ln w="0">
            <a:noFill/>
            <a:prstDash val="solid"/>
          </a:ln>
        </p:spPr>
        <p:txBody>
          <a:bodyPr/>
          <a:lstStyle/>
          <a:p>
            <a:endParaRPr lang="ko-KR" altLang="en-US"/>
          </a:p>
        </p:txBody>
      </p:sp>
      <p:sp>
        <p:nvSpPr>
          <p:cNvPr id="388" name="cover-vector-18">
            <a:extLst>
              <a:ext uri="{FF2B5EF4-FFF2-40B4-BE49-F238E27FC236}">
                <a16:creationId xmlns:a16="http://schemas.microsoft.com/office/drawing/2014/main" id="{8A32DC69-D4D0-4FE1-93ED-50E5C9CDACB1}"/>
              </a:ext>
            </a:extLst>
          </p:cNvPr>
          <p:cNvSpPr>
            <a:spLocks noGrp="1"/>
          </p:cNvSpPr>
          <p:nvPr/>
        </p:nvSpPr>
        <p:spPr>
          <a:xfrm>
            <a:off x="7609288" y="2587495"/>
            <a:ext cx="66675" cy="57150"/>
          </a:xfrm>
          <a:prstGeom prst="rect">
            <a:avLst/>
          </a:prstGeom>
          <a:solidFill>
            <a:srgbClr val="73737B"/>
          </a:solidFill>
          <a:ln w="0">
            <a:noFill/>
            <a:prstDash val="solid"/>
          </a:ln>
        </p:spPr>
        <p:txBody>
          <a:bodyPr/>
          <a:lstStyle/>
          <a:p>
            <a:endParaRPr lang="ko-KR" altLang="en-US"/>
          </a:p>
        </p:txBody>
      </p:sp>
      <p:sp>
        <p:nvSpPr>
          <p:cNvPr id="389" name="cover-vector-19">
            <a:extLst>
              <a:ext uri="{FF2B5EF4-FFF2-40B4-BE49-F238E27FC236}">
                <a16:creationId xmlns:a16="http://schemas.microsoft.com/office/drawing/2014/main" id="{971AE758-62EF-46B0-97F4-523EDF6D84E9}"/>
              </a:ext>
            </a:extLst>
          </p:cNvPr>
          <p:cNvSpPr>
            <a:spLocks noGrp="1"/>
          </p:cNvSpPr>
          <p:nvPr/>
        </p:nvSpPr>
        <p:spPr>
          <a:xfrm>
            <a:off x="7742638" y="2587495"/>
            <a:ext cx="66675" cy="57150"/>
          </a:xfrm>
          <a:prstGeom prst="rect">
            <a:avLst/>
          </a:prstGeom>
          <a:solidFill>
            <a:srgbClr val="73737B"/>
          </a:solidFill>
          <a:ln w="0">
            <a:noFill/>
            <a:prstDash val="solid"/>
          </a:ln>
        </p:spPr>
        <p:txBody>
          <a:bodyPr/>
          <a:lstStyle/>
          <a:p>
            <a:endParaRPr lang="ko-KR" altLang="en-US"/>
          </a:p>
        </p:txBody>
      </p:sp>
      <p:sp>
        <p:nvSpPr>
          <p:cNvPr id="390" name="cover-vector-20">
            <a:extLst>
              <a:ext uri="{FF2B5EF4-FFF2-40B4-BE49-F238E27FC236}">
                <a16:creationId xmlns:a16="http://schemas.microsoft.com/office/drawing/2014/main" id="{7F525F02-4B48-4A48-8362-1313B6C241CB}"/>
              </a:ext>
            </a:extLst>
          </p:cNvPr>
          <p:cNvSpPr>
            <a:spLocks noGrp="1"/>
          </p:cNvSpPr>
          <p:nvPr/>
        </p:nvSpPr>
        <p:spPr>
          <a:xfrm>
            <a:off x="7875988" y="2587495"/>
            <a:ext cx="66675" cy="57150"/>
          </a:xfrm>
          <a:prstGeom prst="rect">
            <a:avLst/>
          </a:prstGeom>
          <a:solidFill>
            <a:srgbClr val="73737B"/>
          </a:solidFill>
          <a:ln w="0">
            <a:noFill/>
            <a:prstDash val="solid"/>
          </a:ln>
        </p:spPr>
        <p:txBody>
          <a:bodyPr/>
          <a:lstStyle/>
          <a:p>
            <a:endParaRPr lang="ko-KR" altLang="en-US"/>
          </a:p>
        </p:txBody>
      </p:sp>
      <p:sp>
        <p:nvSpPr>
          <p:cNvPr id="391" name="cover-vector-21">
            <a:extLst>
              <a:ext uri="{FF2B5EF4-FFF2-40B4-BE49-F238E27FC236}">
                <a16:creationId xmlns:a16="http://schemas.microsoft.com/office/drawing/2014/main" id="{E76E78B0-44B4-4E1F-AB2F-62686816D3C3}"/>
              </a:ext>
            </a:extLst>
          </p:cNvPr>
          <p:cNvSpPr>
            <a:spLocks noGrp="1"/>
          </p:cNvSpPr>
          <p:nvPr/>
        </p:nvSpPr>
        <p:spPr>
          <a:xfrm>
            <a:off x="8009338" y="2587495"/>
            <a:ext cx="66675" cy="57150"/>
          </a:xfrm>
          <a:prstGeom prst="rect">
            <a:avLst/>
          </a:prstGeom>
          <a:solidFill>
            <a:srgbClr val="73737B"/>
          </a:solidFill>
          <a:ln w="0">
            <a:noFill/>
            <a:prstDash val="solid"/>
          </a:ln>
        </p:spPr>
        <p:txBody>
          <a:bodyPr/>
          <a:lstStyle/>
          <a:p>
            <a:endParaRPr lang="ko-KR" altLang="en-US"/>
          </a:p>
        </p:txBody>
      </p:sp>
      <p:sp>
        <p:nvSpPr>
          <p:cNvPr id="392" name="cover-vector-22">
            <a:extLst>
              <a:ext uri="{FF2B5EF4-FFF2-40B4-BE49-F238E27FC236}">
                <a16:creationId xmlns:a16="http://schemas.microsoft.com/office/drawing/2014/main" id="{6A294B75-C93C-4C90-92A6-C31812241FF4}"/>
              </a:ext>
            </a:extLst>
          </p:cNvPr>
          <p:cNvSpPr>
            <a:spLocks noGrp="1"/>
          </p:cNvSpPr>
          <p:nvPr/>
        </p:nvSpPr>
        <p:spPr>
          <a:xfrm>
            <a:off x="8142688" y="2587495"/>
            <a:ext cx="66675" cy="57150"/>
          </a:xfrm>
          <a:prstGeom prst="rect">
            <a:avLst/>
          </a:prstGeom>
          <a:solidFill>
            <a:srgbClr val="73737B"/>
          </a:solidFill>
          <a:ln w="0">
            <a:noFill/>
            <a:prstDash val="solid"/>
          </a:ln>
        </p:spPr>
        <p:txBody>
          <a:bodyPr/>
          <a:lstStyle/>
          <a:p>
            <a:endParaRPr lang="ko-KR" altLang="en-US"/>
          </a:p>
        </p:txBody>
      </p:sp>
      <p:sp>
        <p:nvSpPr>
          <p:cNvPr id="393" name="cover-vector-23">
            <a:extLst>
              <a:ext uri="{FF2B5EF4-FFF2-40B4-BE49-F238E27FC236}">
                <a16:creationId xmlns:a16="http://schemas.microsoft.com/office/drawing/2014/main" id="{2F9BCFE4-CC5E-43FD-8541-7542F324887B}"/>
              </a:ext>
            </a:extLst>
          </p:cNvPr>
          <p:cNvSpPr>
            <a:spLocks noGrp="1"/>
          </p:cNvSpPr>
          <p:nvPr/>
        </p:nvSpPr>
        <p:spPr>
          <a:xfrm>
            <a:off x="8276038" y="2587495"/>
            <a:ext cx="66675" cy="57150"/>
          </a:xfrm>
          <a:prstGeom prst="rect">
            <a:avLst/>
          </a:prstGeom>
          <a:solidFill>
            <a:srgbClr val="73737B"/>
          </a:solidFill>
          <a:ln w="0">
            <a:noFill/>
            <a:prstDash val="solid"/>
          </a:ln>
        </p:spPr>
        <p:txBody>
          <a:bodyPr/>
          <a:lstStyle/>
          <a:p>
            <a:endParaRPr lang="ko-KR" altLang="en-US"/>
          </a:p>
        </p:txBody>
      </p:sp>
      <p:sp>
        <p:nvSpPr>
          <p:cNvPr id="394" name="cover-vector-24">
            <a:extLst>
              <a:ext uri="{FF2B5EF4-FFF2-40B4-BE49-F238E27FC236}">
                <a16:creationId xmlns:a16="http://schemas.microsoft.com/office/drawing/2014/main" id="{7DB6B9F7-B06E-4E4A-83B1-A4FE3D16B63F}"/>
              </a:ext>
            </a:extLst>
          </p:cNvPr>
          <p:cNvSpPr>
            <a:spLocks noGrp="1"/>
          </p:cNvSpPr>
          <p:nvPr/>
        </p:nvSpPr>
        <p:spPr>
          <a:xfrm>
            <a:off x="8409388" y="2587495"/>
            <a:ext cx="66675" cy="57150"/>
          </a:xfrm>
          <a:prstGeom prst="rect">
            <a:avLst/>
          </a:prstGeom>
          <a:solidFill>
            <a:srgbClr val="73737B"/>
          </a:solidFill>
          <a:ln w="0">
            <a:noFill/>
            <a:prstDash val="solid"/>
          </a:ln>
        </p:spPr>
        <p:txBody>
          <a:bodyPr/>
          <a:lstStyle/>
          <a:p>
            <a:endParaRPr lang="ko-KR" altLang="en-US"/>
          </a:p>
        </p:txBody>
      </p:sp>
      <p:sp>
        <p:nvSpPr>
          <p:cNvPr id="395" name="cover-vector-25">
            <a:extLst>
              <a:ext uri="{FF2B5EF4-FFF2-40B4-BE49-F238E27FC236}">
                <a16:creationId xmlns:a16="http://schemas.microsoft.com/office/drawing/2014/main" id="{B9950242-E99B-4230-B2D5-9D8ED08E639B}"/>
              </a:ext>
            </a:extLst>
          </p:cNvPr>
          <p:cNvSpPr>
            <a:spLocks noGrp="1"/>
          </p:cNvSpPr>
          <p:nvPr/>
        </p:nvSpPr>
        <p:spPr>
          <a:xfrm>
            <a:off x="8542738" y="2587495"/>
            <a:ext cx="66675" cy="57150"/>
          </a:xfrm>
          <a:prstGeom prst="rect">
            <a:avLst/>
          </a:prstGeom>
          <a:solidFill>
            <a:srgbClr val="73737B"/>
          </a:solidFill>
          <a:ln w="0">
            <a:noFill/>
            <a:prstDash val="solid"/>
          </a:ln>
        </p:spPr>
        <p:txBody>
          <a:bodyPr/>
          <a:lstStyle/>
          <a:p>
            <a:endParaRPr lang="ko-KR" altLang="en-US"/>
          </a:p>
        </p:txBody>
      </p:sp>
      <p:sp>
        <p:nvSpPr>
          <p:cNvPr id="396" name="cover-vector-26">
            <a:extLst>
              <a:ext uri="{FF2B5EF4-FFF2-40B4-BE49-F238E27FC236}">
                <a16:creationId xmlns:a16="http://schemas.microsoft.com/office/drawing/2014/main" id="{03B4F4C8-859B-4849-93F1-0D6AEA4053F8}"/>
              </a:ext>
            </a:extLst>
          </p:cNvPr>
          <p:cNvSpPr>
            <a:spLocks noGrp="1"/>
          </p:cNvSpPr>
          <p:nvPr/>
        </p:nvSpPr>
        <p:spPr>
          <a:xfrm>
            <a:off x="8676088" y="2587495"/>
            <a:ext cx="66675" cy="57150"/>
          </a:xfrm>
          <a:prstGeom prst="rect">
            <a:avLst/>
          </a:prstGeom>
          <a:solidFill>
            <a:srgbClr val="73737B"/>
          </a:solidFill>
          <a:ln w="0">
            <a:noFill/>
            <a:prstDash val="solid"/>
          </a:ln>
        </p:spPr>
        <p:txBody>
          <a:bodyPr/>
          <a:lstStyle/>
          <a:p>
            <a:endParaRPr lang="ko-KR" altLang="en-US"/>
          </a:p>
        </p:txBody>
      </p:sp>
      <p:sp>
        <p:nvSpPr>
          <p:cNvPr id="397" name="cover-vector-27">
            <a:extLst>
              <a:ext uri="{FF2B5EF4-FFF2-40B4-BE49-F238E27FC236}">
                <a16:creationId xmlns:a16="http://schemas.microsoft.com/office/drawing/2014/main" id="{9A706B8F-4EFE-4CDF-AFAC-A86781049D5C}"/>
              </a:ext>
            </a:extLst>
          </p:cNvPr>
          <p:cNvSpPr>
            <a:spLocks noGrp="1"/>
          </p:cNvSpPr>
          <p:nvPr/>
        </p:nvSpPr>
        <p:spPr>
          <a:xfrm>
            <a:off x="8809438" y="2587495"/>
            <a:ext cx="66675" cy="57150"/>
          </a:xfrm>
          <a:prstGeom prst="rect">
            <a:avLst/>
          </a:prstGeom>
          <a:solidFill>
            <a:srgbClr val="73737B"/>
          </a:solidFill>
          <a:ln w="0">
            <a:noFill/>
            <a:prstDash val="solid"/>
          </a:ln>
        </p:spPr>
        <p:txBody>
          <a:bodyPr/>
          <a:lstStyle/>
          <a:p>
            <a:endParaRPr lang="ko-KR" altLang="en-US"/>
          </a:p>
        </p:txBody>
      </p:sp>
      <p:sp>
        <p:nvSpPr>
          <p:cNvPr id="398" name="cover-vector-28">
            <a:extLst>
              <a:ext uri="{FF2B5EF4-FFF2-40B4-BE49-F238E27FC236}">
                <a16:creationId xmlns:a16="http://schemas.microsoft.com/office/drawing/2014/main" id="{324C31A9-A915-430B-9D4F-3B670589DBF0}"/>
              </a:ext>
            </a:extLst>
          </p:cNvPr>
          <p:cNvSpPr>
            <a:spLocks noGrp="1"/>
          </p:cNvSpPr>
          <p:nvPr/>
        </p:nvSpPr>
        <p:spPr>
          <a:xfrm>
            <a:off x="8942788" y="2587495"/>
            <a:ext cx="66675" cy="57150"/>
          </a:xfrm>
          <a:prstGeom prst="rect">
            <a:avLst/>
          </a:prstGeom>
          <a:solidFill>
            <a:srgbClr val="73737B"/>
          </a:solidFill>
          <a:ln w="0">
            <a:noFill/>
            <a:prstDash val="solid"/>
          </a:ln>
        </p:spPr>
        <p:txBody>
          <a:bodyPr/>
          <a:lstStyle/>
          <a:p>
            <a:endParaRPr lang="ko-KR" altLang="en-US"/>
          </a:p>
        </p:txBody>
      </p:sp>
      <p:sp>
        <p:nvSpPr>
          <p:cNvPr id="399" name="cover-vector-29">
            <a:extLst>
              <a:ext uri="{FF2B5EF4-FFF2-40B4-BE49-F238E27FC236}">
                <a16:creationId xmlns:a16="http://schemas.microsoft.com/office/drawing/2014/main" id="{5FBFD441-667F-4A73-AF2B-7DBBCCD8B802}"/>
              </a:ext>
            </a:extLst>
          </p:cNvPr>
          <p:cNvSpPr>
            <a:spLocks noGrp="1"/>
          </p:cNvSpPr>
          <p:nvPr/>
        </p:nvSpPr>
        <p:spPr>
          <a:xfrm>
            <a:off x="9076138" y="2587495"/>
            <a:ext cx="66675" cy="57150"/>
          </a:xfrm>
          <a:prstGeom prst="rect">
            <a:avLst/>
          </a:prstGeom>
          <a:solidFill>
            <a:srgbClr val="73737B"/>
          </a:solidFill>
          <a:ln w="0">
            <a:noFill/>
            <a:prstDash val="solid"/>
          </a:ln>
        </p:spPr>
        <p:txBody>
          <a:bodyPr/>
          <a:lstStyle/>
          <a:p>
            <a:endParaRPr lang="ko-KR" altLang="en-US"/>
          </a:p>
        </p:txBody>
      </p:sp>
      <p:sp>
        <p:nvSpPr>
          <p:cNvPr id="400" name="cover-vector-30">
            <a:extLst>
              <a:ext uri="{FF2B5EF4-FFF2-40B4-BE49-F238E27FC236}">
                <a16:creationId xmlns:a16="http://schemas.microsoft.com/office/drawing/2014/main" id="{3EC3184B-020B-4A47-AB6C-96C961AD7FF1}"/>
              </a:ext>
            </a:extLst>
          </p:cNvPr>
          <p:cNvSpPr>
            <a:spLocks noGrp="1"/>
          </p:cNvSpPr>
          <p:nvPr/>
        </p:nvSpPr>
        <p:spPr>
          <a:xfrm>
            <a:off x="9209488" y="2587495"/>
            <a:ext cx="66675" cy="57150"/>
          </a:xfrm>
          <a:prstGeom prst="rect">
            <a:avLst/>
          </a:prstGeom>
          <a:solidFill>
            <a:srgbClr val="73737B"/>
          </a:solidFill>
          <a:ln w="0">
            <a:noFill/>
            <a:prstDash val="solid"/>
          </a:ln>
        </p:spPr>
        <p:txBody>
          <a:bodyPr/>
          <a:lstStyle/>
          <a:p>
            <a:endParaRPr lang="ko-KR" altLang="en-US"/>
          </a:p>
        </p:txBody>
      </p:sp>
      <p:sp>
        <p:nvSpPr>
          <p:cNvPr id="401" name="cover-vector-31">
            <a:extLst>
              <a:ext uri="{FF2B5EF4-FFF2-40B4-BE49-F238E27FC236}">
                <a16:creationId xmlns:a16="http://schemas.microsoft.com/office/drawing/2014/main" id="{7274E632-4656-444B-9273-05886E926F71}"/>
              </a:ext>
            </a:extLst>
          </p:cNvPr>
          <p:cNvSpPr>
            <a:spLocks noGrp="1"/>
          </p:cNvSpPr>
          <p:nvPr/>
        </p:nvSpPr>
        <p:spPr>
          <a:xfrm>
            <a:off x="9342838" y="2587495"/>
            <a:ext cx="66675" cy="57150"/>
          </a:xfrm>
          <a:prstGeom prst="rect">
            <a:avLst/>
          </a:prstGeom>
          <a:solidFill>
            <a:srgbClr val="73737B"/>
          </a:solidFill>
          <a:ln w="0">
            <a:noFill/>
            <a:prstDash val="solid"/>
          </a:ln>
        </p:spPr>
        <p:txBody>
          <a:bodyPr/>
          <a:lstStyle/>
          <a:p>
            <a:endParaRPr lang="ko-KR" altLang="en-US"/>
          </a:p>
        </p:txBody>
      </p:sp>
      <p:sp>
        <p:nvSpPr>
          <p:cNvPr id="402" name="cover-vector-32">
            <a:extLst>
              <a:ext uri="{FF2B5EF4-FFF2-40B4-BE49-F238E27FC236}">
                <a16:creationId xmlns:a16="http://schemas.microsoft.com/office/drawing/2014/main" id="{B77A1AD5-4985-4512-A9F9-D770EB8D69F3}"/>
              </a:ext>
            </a:extLst>
          </p:cNvPr>
          <p:cNvSpPr>
            <a:spLocks noGrp="1"/>
          </p:cNvSpPr>
          <p:nvPr/>
        </p:nvSpPr>
        <p:spPr>
          <a:xfrm>
            <a:off x="9476188" y="2587495"/>
            <a:ext cx="66675" cy="57150"/>
          </a:xfrm>
          <a:prstGeom prst="rect">
            <a:avLst/>
          </a:prstGeom>
          <a:solidFill>
            <a:srgbClr val="73737B"/>
          </a:solidFill>
          <a:ln w="0">
            <a:noFill/>
            <a:prstDash val="solid"/>
          </a:ln>
        </p:spPr>
        <p:txBody>
          <a:bodyPr/>
          <a:lstStyle/>
          <a:p>
            <a:endParaRPr lang="ko-KR" altLang="en-US"/>
          </a:p>
        </p:txBody>
      </p:sp>
      <p:sp>
        <p:nvSpPr>
          <p:cNvPr id="403" name="cover-vector-33">
            <a:extLst>
              <a:ext uri="{FF2B5EF4-FFF2-40B4-BE49-F238E27FC236}">
                <a16:creationId xmlns:a16="http://schemas.microsoft.com/office/drawing/2014/main" id="{42AC5DC9-EE38-4CFB-A0CB-390B43F0EB74}"/>
              </a:ext>
            </a:extLst>
          </p:cNvPr>
          <p:cNvSpPr>
            <a:spLocks noGrp="1"/>
          </p:cNvSpPr>
          <p:nvPr/>
        </p:nvSpPr>
        <p:spPr>
          <a:xfrm>
            <a:off x="9609538" y="2587495"/>
            <a:ext cx="66675" cy="57150"/>
          </a:xfrm>
          <a:prstGeom prst="rect">
            <a:avLst/>
          </a:prstGeom>
          <a:solidFill>
            <a:srgbClr val="73737B"/>
          </a:solidFill>
          <a:ln w="0">
            <a:noFill/>
            <a:prstDash val="solid"/>
          </a:ln>
        </p:spPr>
        <p:txBody>
          <a:bodyPr/>
          <a:lstStyle/>
          <a:p>
            <a:endParaRPr lang="ko-KR" altLang="en-US"/>
          </a:p>
        </p:txBody>
      </p:sp>
      <p:sp>
        <p:nvSpPr>
          <p:cNvPr id="404" name="cover-vector-34">
            <a:extLst>
              <a:ext uri="{FF2B5EF4-FFF2-40B4-BE49-F238E27FC236}">
                <a16:creationId xmlns:a16="http://schemas.microsoft.com/office/drawing/2014/main" id="{FDEED5B7-C699-4FA4-8855-4C799127F382}"/>
              </a:ext>
            </a:extLst>
          </p:cNvPr>
          <p:cNvSpPr>
            <a:spLocks noGrp="1"/>
          </p:cNvSpPr>
          <p:nvPr/>
        </p:nvSpPr>
        <p:spPr>
          <a:xfrm>
            <a:off x="9742888" y="2587495"/>
            <a:ext cx="66675" cy="57150"/>
          </a:xfrm>
          <a:prstGeom prst="rect">
            <a:avLst/>
          </a:prstGeom>
          <a:solidFill>
            <a:srgbClr val="73737B"/>
          </a:solidFill>
          <a:ln w="0">
            <a:noFill/>
            <a:prstDash val="solid"/>
          </a:ln>
        </p:spPr>
        <p:txBody>
          <a:bodyPr/>
          <a:lstStyle/>
          <a:p>
            <a:endParaRPr lang="ko-KR" altLang="en-US"/>
          </a:p>
        </p:txBody>
      </p:sp>
      <p:sp>
        <p:nvSpPr>
          <p:cNvPr id="405" name="cover-vector-35">
            <a:extLst>
              <a:ext uri="{FF2B5EF4-FFF2-40B4-BE49-F238E27FC236}">
                <a16:creationId xmlns:a16="http://schemas.microsoft.com/office/drawing/2014/main" id="{B760E95A-4FC9-43ED-990D-C0D796D8C70D}"/>
              </a:ext>
            </a:extLst>
          </p:cNvPr>
          <p:cNvSpPr>
            <a:spLocks noGrp="1"/>
          </p:cNvSpPr>
          <p:nvPr/>
        </p:nvSpPr>
        <p:spPr>
          <a:xfrm>
            <a:off x="9876238" y="2587495"/>
            <a:ext cx="66675" cy="57150"/>
          </a:xfrm>
          <a:prstGeom prst="rect">
            <a:avLst/>
          </a:prstGeom>
          <a:solidFill>
            <a:srgbClr val="73737B"/>
          </a:solidFill>
          <a:ln w="0">
            <a:noFill/>
            <a:prstDash val="solid"/>
          </a:ln>
        </p:spPr>
        <p:txBody>
          <a:bodyPr/>
          <a:lstStyle/>
          <a:p>
            <a:endParaRPr lang="ko-KR" altLang="en-US"/>
          </a:p>
        </p:txBody>
      </p:sp>
      <p:sp>
        <p:nvSpPr>
          <p:cNvPr id="406" name="cover-vector-36">
            <a:extLst>
              <a:ext uri="{FF2B5EF4-FFF2-40B4-BE49-F238E27FC236}">
                <a16:creationId xmlns:a16="http://schemas.microsoft.com/office/drawing/2014/main" id="{8898C3B5-942C-4F2C-80A7-E06658152046}"/>
              </a:ext>
            </a:extLst>
          </p:cNvPr>
          <p:cNvSpPr>
            <a:spLocks noGrp="1"/>
          </p:cNvSpPr>
          <p:nvPr/>
        </p:nvSpPr>
        <p:spPr>
          <a:xfrm>
            <a:off x="10009588" y="2587495"/>
            <a:ext cx="66675" cy="57150"/>
          </a:xfrm>
          <a:prstGeom prst="rect">
            <a:avLst/>
          </a:prstGeom>
          <a:solidFill>
            <a:srgbClr val="73737B"/>
          </a:solidFill>
          <a:ln w="0">
            <a:noFill/>
            <a:prstDash val="solid"/>
          </a:ln>
        </p:spPr>
        <p:txBody>
          <a:bodyPr/>
          <a:lstStyle/>
          <a:p>
            <a:endParaRPr lang="ko-KR" altLang="en-US"/>
          </a:p>
        </p:txBody>
      </p:sp>
      <p:sp>
        <p:nvSpPr>
          <p:cNvPr id="407" name="cover-vector-37">
            <a:extLst>
              <a:ext uri="{FF2B5EF4-FFF2-40B4-BE49-F238E27FC236}">
                <a16:creationId xmlns:a16="http://schemas.microsoft.com/office/drawing/2014/main" id="{F7D3AC79-C257-4701-BE2D-6A17651367CC}"/>
              </a:ext>
            </a:extLst>
          </p:cNvPr>
          <p:cNvSpPr>
            <a:spLocks noGrp="1"/>
          </p:cNvSpPr>
          <p:nvPr/>
        </p:nvSpPr>
        <p:spPr>
          <a:xfrm>
            <a:off x="10142938" y="2587495"/>
            <a:ext cx="66675" cy="57150"/>
          </a:xfrm>
          <a:prstGeom prst="rect">
            <a:avLst/>
          </a:prstGeom>
          <a:solidFill>
            <a:srgbClr val="73737B"/>
          </a:solidFill>
          <a:ln w="0">
            <a:noFill/>
            <a:prstDash val="solid"/>
          </a:ln>
        </p:spPr>
        <p:txBody>
          <a:bodyPr/>
          <a:lstStyle/>
          <a:p>
            <a:endParaRPr lang="ko-KR" altLang="en-US"/>
          </a:p>
        </p:txBody>
      </p:sp>
      <p:sp>
        <p:nvSpPr>
          <p:cNvPr id="408" name="cover-vector-38">
            <a:extLst>
              <a:ext uri="{FF2B5EF4-FFF2-40B4-BE49-F238E27FC236}">
                <a16:creationId xmlns:a16="http://schemas.microsoft.com/office/drawing/2014/main" id="{0B096615-51B8-4FE0-9CB5-4ED59DF5FF7B}"/>
              </a:ext>
            </a:extLst>
          </p:cNvPr>
          <p:cNvSpPr>
            <a:spLocks noGrp="1"/>
          </p:cNvSpPr>
          <p:nvPr/>
        </p:nvSpPr>
        <p:spPr>
          <a:xfrm>
            <a:off x="10276288" y="2587495"/>
            <a:ext cx="66675" cy="57150"/>
          </a:xfrm>
          <a:prstGeom prst="rect">
            <a:avLst/>
          </a:prstGeom>
          <a:solidFill>
            <a:srgbClr val="73737B"/>
          </a:solidFill>
          <a:ln w="0">
            <a:noFill/>
            <a:prstDash val="solid"/>
          </a:ln>
        </p:spPr>
        <p:txBody>
          <a:bodyPr/>
          <a:lstStyle/>
          <a:p>
            <a:endParaRPr lang="ko-KR" altLang="en-US"/>
          </a:p>
        </p:txBody>
      </p:sp>
      <p:sp>
        <p:nvSpPr>
          <p:cNvPr id="409" name="cover-vector-39">
            <a:extLst>
              <a:ext uri="{FF2B5EF4-FFF2-40B4-BE49-F238E27FC236}">
                <a16:creationId xmlns:a16="http://schemas.microsoft.com/office/drawing/2014/main" id="{58ADEE39-C7BA-4D3F-AD2F-90EFCC78E14F}"/>
              </a:ext>
            </a:extLst>
          </p:cNvPr>
          <p:cNvSpPr>
            <a:spLocks noGrp="1"/>
          </p:cNvSpPr>
          <p:nvPr/>
        </p:nvSpPr>
        <p:spPr>
          <a:xfrm>
            <a:off x="10409638" y="2587495"/>
            <a:ext cx="66675" cy="57150"/>
          </a:xfrm>
          <a:prstGeom prst="rect">
            <a:avLst/>
          </a:prstGeom>
          <a:solidFill>
            <a:srgbClr val="73737B"/>
          </a:solidFill>
          <a:ln w="0">
            <a:noFill/>
            <a:prstDash val="solid"/>
          </a:ln>
        </p:spPr>
        <p:txBody>
          <a:bodyPr/>
          <a:lstStyle/>
          <a:p>
            <a:endParaRPr lang="ko-KR" altLang="en-US"/>
          </a:p>
        </p:txBody>
      </p:sp>
      <p:sp>
        <p:nvSpPr>
          <p:cNvPr id="410" name="cover-vector-40">
            <a:extLst>
              <a:ext uri="{FF2B5EF4-FFF2-40B4-BE49-F238E27FC236}">
                <a16:creationId xmlns:a16="http://schemas.microsoft.com/office/drawing/2014/main" id="{1F24C192-FFEA-4BB8-AC3C-C3D6E34EB6B8}"/>
              </a:ext>
            </a:extLst>
          </p:cNvPr>
          <p:cNvSpPr>
            <a:spLocks noGrp="1"/>
          </p:cNvSpPr>
          <p:nvPr/>
        </p:nvSpPr>
        <p:spPr>
          <a:xfrm>
            <a:off x="10542988" y="2587495"/>
            <a:ext cx="66675" cy="57150"/>
          </a:xfrm>
          <a:prstGeom prst="rect">
            <a:avLst/>
          </a:prstGeom>
          <a:solidFill>
            <a:srgbClr val="73737B"/>
          </a:solidFill>
          <a:ln w="0">
            <a:noFill/>
            <a:prstDash val="solid"/>
          </a:ln>
        </p:spPr>
        <p:txBody>
          <a:bodyPr/>
          <a:lstStyle/>
          <a:p>
            <a:endParaRPr lang="ko-KR" altLang="en-US"/>
          </a:p>
        </p:txBody>
      </p:sp>
      <p:sp>
        <p:nvSpPr>
          <p:cNvPr id="411" name="cover-vector-41">
            <a:extLst>
              <a:ext uri="{FF2B5EF4-FFF2-40B4-BE49-F238E27FC236}">
                <a16:creationId xmlns:a16="http://schemas.microsoft.com/office/drawing/2014/main" id="{F9BDAD9B-44F5-450A-B834-3A9BEC203B8A}"/>
              </a:ext>
            </a:extLst>
          </p:cNvPr>
          <p:cNvSpPr>
            <a:spLocks noGrp="1"/>
          </p:cNvSpPr>
          <p:nvPr/>
        </p:nvSpPr>
        <p:spPr>
          <a:xfrm>
            <a:off x="10676338" y="2587495"/>
            <a:ext cx="66675" cy="57150"/>
          </a:xfrm>
          <a:prstGeom prst="rect">
            <a:avLst/>
          </a:prstGeom>
          <a:solidFill>
            <a:srgbClr val="73737B"/>
          </a:solidFill>
          <a:ln w="0">
            <a:noFill/>
            <a:prstDash val="solid"/>
          </a:ln>
        </p:spPr>
        <p:txBody>
          <a:bodyPr/>
          <a:lstStyle/>
          <a:p>
            <a:endParaRPr lang="ko-KR" altLang="en-US"/>
          </a:p>
        </p:txBody>
      </p:sp>
      <p:sp>
        <p:nvSpPr>
          <p:cNvPr id="412" name="cover-vector-42">
            <a:extLst>
              <a:ext uri="{FF2B5EF4-FFF2-40B4-BE49-F238E27FC236}">
                <a16:creationId xmlns:a16="http://schemas.microsoft.com/office/drawing/2014/main" id="{62B57472-2BD1-4C91-B4DE-51B9F2836B06}"/>
              </a:ext>
            </a:extLst>
          </p:cNvPr>
          <p:cNvSpPr>
            <a:spLocks noGrp="1"/>
          </p:cNvSpPr>
          <p:nvPr/>
        </p:nvSpPr>
        <p:spPr>
          <a:xfrm>
            <a:off x="10809688" y="2587495"/>
            <a:ext cx="66675" cy="57150"/>
          </a:xfrm>
          <a:prstGeom prst="rect">
            <a:avLst/>
          </a:prstGeom>
          <a:solidFill>
            <a:srgbClr val="73737B"/>
          </a:solidFill>
          <a:ln w="0">
            <a:noFill/>
            <a:prstDash val="solid"/>
          </a:ln>
        </p:spPr>
        <p:txBody>
          <a:bodyPr/>
          <a:lstStyle/>
          <a:p>
            <a:endParaRPr lang="ko-KR" altLang="en-US"/>
          </a:p>
        </p:txBody>
      </p:sp>
      <p:sp>
        <p:nvSpPr>
          <p:cNvPr id="413" name="cover-vector-43">
            <a:extLst>
              <a:ext uri="{FF2B5EF4-FFF2-40B4-BE49-F238E27FC236}">
                <a16:creationId xmlns:a16="http://schemas.microsoft.com/office/drawing/2014/main" id="{703C5109-26CE-417F-AA98-3227A4A67AAE}"/>
              </a:ext>
            </a:extLst>
          </p:cNvPr>
          <p:cNvSpPr>
            <a:spLocks noGrp="1"/>
          </p:cNvSpPr>
          <p:nvPr/>
        </p:nvSpPr>
        <p:spPr>
          <a:xfrm>
            <a:off x="6675838" y="4511545"/>
            <a:ext cx="485775" cy="114300"/>
          </a:xfrm>
          <a:prstGeom prst="roundRect">
            <a:avLst>
              <a:gd name="adj" fmla="val 33333"/>
            </a:avLst>
          </a:prstGeom>
          <a:solidFill>
            <a:srgbClr val="D2D2D7"/>
          </a:solidFill>
          <a:ln w="0">
            <a:noFill/>
            <a:prstDash val="solid"/>
          </a:ln>
        </p:spPr>
        <p:txBody>
          <a:bodyPr/>
          <a:lstStyle/>
          <a:p>
            <a:endParaRPr lang="ko-KR" altLang="en-US"/>
          </a:p>
        </p:txBody>
      </p:sp>
      <p:sp>
        <p:nvSpPr>
          <p:cNvPr id="414" name="cover-vector-44">
            <a:extLst>
              <a:ext uri="{FF2B5EF4-FFF2-40B4-BE49-F238E27FC236}">
                <a16:creationId xmlns:a16="http://schemas.microsoft.com/office/drawing/2014/main" id="{B19DBC22-7A7A-4551-AAB1-C569EFAB6A11}"/>
              </a:ext>
            </a:extLst>
          </p:cNvPr>
          <p:cNvSpPr>
            <a:spLocks noGrp="1"/>
          </p:cNvSpPr>
          <p:nvPr/>
        </p:nvSpPr>
        <p:spPr>
          <a:xfrm>
            <a:off x="10790638" y="4511545"/>
            <a:ext cx="485775" cy="114300"/>
          </a:xfrm>
          <a:prstGeom prst="roundRect">
            <a:avLst>
              <a:gd name="adj" fmla="val 33333"/>
            </a:avLst>
          </a:prstGeom>
          <a:solidFill>
            <a:srgbClr val="D2D2D7"/>
          </a:solidFill>
          <a:ln w="0">
            <a:noFill/>
            <a:prstDash val="solid"/>
          </a:ln>
        </p:spPr>
        <p:txBody>
          <a:bodyPr/>
          <a:lstStyle/>
          <a:p>
            <a:endParaRPr lang="ko-KR" altLang="en-US"/>
          </a:p>
        </p:txBody>
      </p:sp>
      <p:sp>
        <p:nvSpPr>
          <p:cNvPr id="415" name="cover-vector-45">
            <a:extLst>
              <a:ext uri="{FF2B5EF4-FFF2-40B4-BE49-F238E27FC236}">
                <a16:creationId xmlns:a16="http://schemas.microsoft.com/office/drawing/2014/main" id="{4EC75651-EF1D-45EB-9ECC-4CD4459805E7}"/>
              </a:ext>
            </a:extLst>
          </p:cNvPr>
          <p:cNvSpPr>
            <a:spLocks noGrp="1"/>
          </p:cNvSpPr>
          <p:nvPr/>
        </p:nvSpPr>
        <p:spPr>
          <a:xfrm>
            <a:off x="8580838" y="2292220"/>
            <a:ext cx="609600" cy="495300"/>
          </a:xfrm>
          <a:prstGeom prst="roundRect">
            <a:avLst>
              <a:gd name="adj" fmla="val 15385"/>
            </a:avLst>
          </a:prstGeom>
          <a:solidFill>
            <a:srgbClr val="E7F1FC"/>
          </a:solidFill>
          <a:ln w="19050">
            <a:solidFill>
              <a:srgbClr val="0066CC"/>
            </a:solidFill>
            <a:prstDash val="solid"/>
          </a:ln>
        </p:spPr>
        <p:txBody>
          <a:bodyPr/>
          <a:lstStyle/>
          <a:p>
            <a:endParaRPr lang="ko-KR" altLang="en-US"/>
          </a:p>
        </p:txBody>
      </p:sp>
      <p:sp>
        <p:nvSpPr>
          <p:cNvPr id="416" name="cover-vector-46">
            <a:extLst>
              <a:ext uri="{FF2B5EF4-FFF2-40B4-BE49-F238E27FC236}">
                <a16:creationId xmlns:a16="http://schemas.microsoft.com/office/drawing/2014/main" id="{8979C77C-A10F-45FE-AACA-2E3D231D2613}"/>
              </a:ext>
            </a:extLst>
          </p:cNvPr>
          <p:cNvSpPr>
            <a:spLocks noGrp="1"/>
          </p:cNvSpPr>
          <p:nvPr/>
        </p:nvSpPr>
        <p:spPr>
          <a:xfrm>
            <a:off x="8752288" y="2377945"/>
            <a:ext cx="257175" cy="257175"/>
          </a:xfrm>
          <a:prstGeom prst="ellipse">
            <a:avLst/>
          </a:prstGeom>
          <a:solidFill>
            <a:srgbClr val="0066CC"/>
          </a:solidFill>
          <a:ln w="0">
            <a:noFill/>
            <a:prstDash val="solid"/>
          </a:ln>
        </p:spPr>
        <p:txBody>
          <a:bodyPr/>
          <a:lstStyle/>
          <a:p>
            <a:endParaRPr lang="ko-KR" altLang="en-US"/>
          </a:p>
        </p:txBody>
      </p:sp>
      <p:sp>
        <p:nvSpPr>
          <p:cNvPr id="417" name="cover-vector-47">
            <a:extLst>
              <a:ext uri="{FF2B5EF4-FFF2-40B4-BE49-F238E27FC236}">
                <a16:creationId xmlns:a16="http://schemas.microsoft.com/office/drawing/2014/main" id="{6B74542B-452B-4E2C-88F0-8245EFB9005D}"/>
              </a:ext>
            </a:extLst>
          </p:cNvPr>
          <p:cNvSpPr>
            <a:spLocks noGrp="1"/>
          </p:cNvSpPr>
          <p:nvPr/>
        </p:nvSpPr>
        <p:spPr>
          <a:xfrm>
            <a:off x="8847538" y="2473195"/>
            <a:ext cx="76200" cy="76200"/>
          </a:xfrm>
          <a:prstGeom prst="ellipse">
            <a:avLst/>
          </a:prstGeom>
          <a:solidFill>
            <a:srgbClr val="FFFFFF"/>
          </a:solidFill>
          <a:ln w="0">
            <a:noFill/>
            <a:prstDash val="solid"/>
          </a:ln>
        </p:spPr>
        <p:txBody>
          <a:bodyPr/>
          <a:lstStyle/>
          <a:p>
            <a:endParaRPr lang="ko-KR" altLang="en-US"/>
          </a:p>
        </p:txBody>
      </p:sp>
      <p:sp>
        <p:nvSpPr>
          <p:cNvPr id="418" name="cover-vector-48">
            <a:extLst>
              <a:ext uri="{FF2B5EF4-FFF2-40B4-BE49-F238E27FC236}">
                <a16:creationId xmlns:a16="http://schemas.microsoft.com/office/drawing/2014/main" id="{7F4CF44D-C16C-41F4-934B-3A7037256170}"/>
              </a:ext>
            </a:extLst>
          </p:cNvPr>
          <p:cNvSpPr>
            <a:spLocks noGrp="1"/>
          </p:cNvSpPr>
          <p:nvPr/>
        </p:nvSpPr>
        <p:spPr>
          <a:xfrm>
            <a:off x="8542738" y="2797045"/>
            <a:ext cx="685800" cy="371475"/>
          </a:xfrm>
          <a:prstGeom prst="roundRect">
            <a:avLst>
              <a:gd name="adj" fmla="val 23077"/>
            </a:avLst>
          </a:prstGeom>
          <a:solidFill>
            <a:srgbClr val="1D1D1F"/>
          </a:solidFill>
          <a:ln w="0">
            <a:noFill/>
            <a:prstDash val="solid"/>
          </a:ln>
        </p:spPr>
        <p:txBody>
          <a:bodyPr/>
          <a:lstStyle/>
          <a:p>
            <a:endParaRPr lang="ko-KR" altLang="en-US"/>
          </a:p>
        </p:txBody>
      </p:sp>
      <p:sp>
        <p:nvSpPr>
          <p:cNvPr id="419" name="cover-vector-49">
            <a:extLst>
              <a:ext uri="{FF2B5EF4-FFF2-40B4-BE49-F238E27FC236}">
                <a16:creationId xmlns:a16="http://schemas.microsoft.com/office/drawing/2014/main" id="{24282C01-AA98-4D2D-9FD8-DAA83ECB9F72}"/>
              </a:ext>
            </a:extLst>
          </p:cNvPr>
          <p:cNvSpPr>
            <a:spLocks noGrp="1"/>
          </p:cNvSpPr>
          <p:nvPr/>
        </p:nvSpPr>
        <p:spPr>
          <a:xfrm>
            <a:off x="8676088" y="3130420"/>
            <a:ext cx="419100" cy="161925"/>
          </a:xfrm>
          <a:prstGeom prst="roundRect">
            <a:avLst>
              <a:gd name="adj" fmla="val 29412"/>
            </a:avLst>
          </a:prstGeom>
          <a:solidFill>
            <a:srgbClr val="1D1D1F"/>
          </a:solidFill>
          <a:ln w="0">
            <a:noFill/>
            <a:prstDash val="solid"/>
          </a:ln>
        </p:spPr>
        <p:txBody>
          <a:bodyPr/>
          <a:lstStyle/>
          <a:p>
            <a:endParaRPr lang="ko-KR" altLang="en-US"/>
          </a:p>
        </p:txBody>
      </p:sp>
      <p:sp>
        <p:nvSpPr>
          <p:cNvPr id="420" name="cover-vector-50">
            <a:extLst>
              <a:ext uri="{FF2B5EF4-FFF2-40B4-BE49-F238E27FC236}">
                <a16:creationId xmlns:a16="http://schemas.microsoft.com/office/drawing/2014/main" id="{149612FB-5E3B-4261-BE0E-67CFCDDE1584}"/>
              </a:ext>
            </a:extLst>
          </p:cNvPr>
          <p:cNvSpPr>
            <a:spLocks noGrp="1"/>
          </p:cNvSpPr>
          <p:nvPr/>
        </p:nvSpPr>
        <p:spPr>
          <a:xfrm>
            <a:off x="8761813" y="3216145"/>
            <a:ext cx="247650" cy="57150"/>
          </a:xfrm>
          <a:prstGeom prst="roundRect">
            <a:avLst>
              <a:gd name="adj" fmla="val 50000"/>
            </a:avLst>
          </a:prstGeom>
          <a:solidFill>
            <a:srgbClr val="0066CC"/>
          </a:solidFill>
          <a:ln w="0">
            <a:noFill/>
            <a:prstDash val="solid"/>
          </a:ln>
        </p:spPr>
        <p:txBody>
          <a:bodyPr/>
          <a:lstStyle/>
          <a:p>
            <a:endParaRPr lang="ko-KR" altLang="en-US"/>
          </a:p>
        </p:txBody>
      </p:sp>
      <p:sp>
        <p:nvSpPr>
          <p:cNvPr id="421" name="cover-vector-51">
            <a:extLst>
              <a:ext uri="{FF2B5EF4-FFF2-40B4-BE49-F238E27FC236}">
                <a16:creationId xmlns:a16="http://schemas.microsoft.com/office/drawing/2014/main" id="{69977C1B-95B0-40C6-A914-BADF98DAD767}"/>
              </a:ext>
            </a:extLst>
          </p:cNvPr>
          <p:cNvSpPr>
            <a:spLocks noGrp="1"/>
          </p:cNvSpPr>
          <p:nvPr/>
        </p:nvSpPr>
        <p:spPr>
          <a:xfrm>
            <a:off x="9085663" y="2882770"/>
            <a:ext cx="47625" cy="47625"/>
          </a:xfrm>
          <a:prstGeom prst="ellipse">
            <a:avLst/>
          </a:prstGeom>
          <a:solidFill>
            <a:srgbClr val="0066CC"/>
          </a:solidFill>
          <a:ln w="0">
            <a:noFill/>
            <a:prstDash val="solid"/>
          </a:ln>
        </p:spPr>
        <p:txBody>
          <a:bodyPr/>
          <a:lstStyle/>
          <a:p>
            <a:endParaRPr lang="ko-KR" altLang="en-US"/>
          </a:p>
        </p:txBody>
      </p:sp>
      <p:sp>
        <p:nvSpPr>
          <p:cNvPr id="422" name="cover-vector-52">
            <a:extLst>
              <a:ext uri="{FF2B5EF4-FFF2-40B4-BE49-F238E27FC236}">
                <a16:creationId xmlns:a16="http://schemas.microsoft.com/office/drawing/2014/main" id="{207B88C1-5520-436A-9CE5-9B1CE820CB26}"/>
              </a:ext>
            </a:extLst>
          </p:cNvPr>
          <p:cNvSpPr>
            <a:spLocks noGrp="1"/>
          </p:cNvSpPr>
          <p:nvPr/>
        </p:nvSpPr>
        <p:spPr>
          <a:xfrm>
            <a:off x="6990163" y="4006720"/>
            <a:ext cx="3971925" cy="514350"/>
          </a:xfrm>
          <a:prstGeom prst="roundRect">
            <a:avLst>
              <a:gd name="adj" fmla="val 24074"/>
            </a:avLst>
          </a:prstGeom>
          <a:solidFill>
            <a:srgbClr val="FFFFFF"/>
          </a:solidFill>
          <a:ln w="19050">
            <a:solidFill>
              <a:srgbClr val="D2D2D7"/>
            </a:solidFill>
            <a:prstDash val="solid"/>
          </a:ln>
        </p:spPr>
        <p:txBody>
          <a:bodyPr/>
          <a:lstStyle/>
          <a:p>
            <a:endParaRPr lang="ko-KR" altLang="en-US"/>
          </a:p>
        </p:txBody>
      </p:sp>
      <p:sp>
        <p:nvSpPr>
          <p:cNvPr id="423" name="cover-vector-53">
            <a:extLst>
              <a:ext uri="{FF2B5EF4-FFF2-40B4-BE49-F238E27FC236}">
                <a16:creationId xmlns:a16="http://schemas.microsoft.com/office/drawing/2014/main" id="{06F95810-51B0-4C30-A070-514A335906A5}"/>
              </a:ext>
            </a:extLst>
          </p:cNvPr>
          <p:cNvSpPr>
            <a:spLocks noGrp="1"/>
          </p:cNvSpPr>
          <p:nvPr/>
        </p:nvSpPr>
        <p:spPr>
          <a:xfrm>
            <a:off x="7094938" y="4101970"/>
            <a:ext cx="3762375" cy="285750"/>
          </a:xfrm>
          <a:prstGeom prst="roundRect">
            <a:avLst>
              <a:gd name="adj" fmla="val 26667"/>
            </a:avLst>
          </a:prstGeom>
          <a:solidFill>
            <a:srgbClr val="E8E8ED"/>
          </a:solidFill>
          <a:ln w="0">
            <a:noFill/>
            <a:prstDash val="solid"/>
          </a:ln>
        </p:spPr>
        <p:txBody>
          <a:bodyPr/>
          <a:lstStyle/>
          <a:p>
            <a:endParaRPr lang="ko-KR" altLang="en-US"/>
          </a:p>
        </p:txBody>
      </p:sp>
      <p:sp>
        <p:nvSpPr>
          <p:cNvPr id="424" name="cover-vector-54">
            <a:extLst>
              <a:ext uri="{FF2B5EF4-FFF2-40B4-BE49-F238E27FC236}">
                <a16:creationId xmlns:a16="http://schemas.microsoft.com/office/drawing/2014/main" id="{4BDC2E74-FFCB-4D05-B5FC-3BEB4FA55C84}"/>
              </a:ext>
            </a:extLst>
          </p:cNvPr>
          <p:cNvSpPr>
            <a:spLocks noGrp="1"/>
          </p:cNvSpPr>
          <p:nvPr/>
        </p:nvSpPr>
        <p:spPr>
          <a:xfrm>
            <a:off x="7323538" y="3292345"/>
            <a:ext cx="539496" cy="1014984"/>
          </a:xfrm>
          <a:prstGeom prst="roundRect">
            <a:avLst>
              <a:gd name="adj" fmla="val 49153"/>
            </a:avLst>
          </a:prstGeom>
          <a:solidFill>
            <a:srgbClr val="D9AF75"/>
          </a:solidFill>
          <a:ln w="0">
            <a:noFill/>
            <a:prstDash val="solid"/>
          </a:ln>
        </p:spPr>
        <p:txBody>
          <a:bodyPr/>
          <a:lstStyle/>
          <a:p>
            <a:endParaRPr lang="ko-KR" altLang="en-US"/>
          </a:p>
        </p:txBody>
      </p:sp>
      <p:sp>
        <p:nvSpPr>
          <p:cNvPr id="425" name="cover-vector-55">
            <a:extLst>
              <a:ext uri="{FF2B5EF4-FFF2-40B4-BE49-F238E27FC236}">
                <a16:creationId xmlns:a16="http://schemas.microsoft.com/office/drawing/2014/main" id="{440458B0-0E80-4CDA-BBD6-BE2190863347}"/>
              </a:ext>
            </a:extLst>
          </p:cNvPr>
          <p:cNvSpPr>
            <a:spLocks noGrp="1"/>
          </p:cNvSpPr>
          <p:nvPr/>
        </p:nvSpPr>
        <p:spPr>
          <a:xfrm rot="-1680000">
            <a:off x="7451554" y="3520945"/>
            <a:ext cx="274320" cy="73152"/>
          </a:xfrm>
          <a:prstGeom prst="roundRect">
            <a:avLst>
              <a:gd name="adj" fmla="val 50000"/>
            </a:avLst>
          </a:prstGeom>
          <a:solidFill>
            <a:srgbClr val="F5DDB7"/>
          </a:solidFill>
          <a:ln w="0">
            <a:noFill/>
            <a:prstDash val="solid"/>
          </a:ln>
        </p:spPr>
        <p:txBody>
          <a:bodyPr/>
          <a:lstStyle/>
          <a:p>
            <a:endParaRPr lang="ko-KR" altLang="en-US"/>
          </a:p>
        </p:txBody>
      </p:sp>
      <p:sp>
        <p:nvSpPr>
          <p:cNvPr id="426" name="cover-vector-56">
            <a:extLst>
              <a:ext uri="{FF2B5EF4-FFF2-40B4-BE49-F238E27FC236}">
                <a16:creationId xmlns:a16="http://schemas.microsoft.com/office/drawing/2014/main" id="{68C442E9-0E99-446F-8DC7-38FE1D1CCCF3}"/>
              </a:ext>
            </a:extLst>
          </p:cNvPr>
          <p:cNvSpPr>
            <a:spLocks noGrp="1"/>
          </p:cNvSpPr>
          <p:nvPr/>
        </p:nvSpPr>
        <p:spPr>
          <a:xfrm rot="-1680000">
            <a:off x="7451554" y="3722113"/>
            <a:ext cx="274320" cy="73152"/>
          </a:xfrm>
          <a:prstGeom prst="roundRect">
            <a:avLst>
              <a:gd name="adj" fmla="val 50000"/>
            </a:avLst>
          </a:prstGeom>
          <a:solidFill>
            <a:srgbClr val="F5DDB7"/>
          </a:solidFill>
          <a:ln w="0">
            <a:noFill/>
            <a:prstDash val="solid"/>
          </a:ln>
        </p:spPr>
        <p:txBody>
          <a:bodyPr/>
          <a:lstStyle/>
          <a:p>
            <a:endParaRPr lang="ko-KR" altLang="en-US"/>
          </a:p>
        </p:txBody>
      </p:sp>
      <p:sp>
        <p:nvSpPr>
          <p:cNvPr id="427" name="cover-vector-57">
            <a:extLst>
              <a:ext uri="{FF2B5EF4-FFF2-40B4-BE49-F238E27FC236}">
                <a16:creationId xmlns:a16="http://schemas.microsoft.com/office/drawing/2014/main" id="{2A109844-49F3-44D5-91C7-BB9ADA316CB2}"/>
              </a:ext>
            </a:extLst>
          </p:cNvPr>
          <p:cNvSpPr>
            <a:spLocks noGrp="1"/>
          </p:cNvSpPr>
          <p:nvPr/>
        </p:nvSpPr>
        <p:spPr>
          <a:xfrm rot="-1680000">
            <a:off x="7451554" y="3923281"/>
            <a:ext cx="274320" cy="73152"/>
          </a:xfrm>
          <a:prstGeom prst="roundRect">
            <a:avLst>
              <a:gd name="adj" fmla="val 50000"/>
            </a:avLst>
          </a:prstGeom>
          <a:solidFill>
            <a:srgbClr val="F5DDB7"/>
          </a:solidFill>
          <a:ln w="0">
            <a:noFill/>
            <a:prstDash val="solid"/>
          </a:ln>
        </p:spPr>
        <p:txBody>
          <a:bodyPr/>
          <a:lstStyle/>
          <a:p>
            <a:endParaRPr lang="ko-KR" altLang="en-US"/>
          </a:p>
        </p:txBody>
      </p:sp>
      <p:sp>
        <p:nvSpPr>
          <p:cNvPr id="428" name="cover-vector-58">
            <a:extLst>
              <a:ext uri="{FF2B5EF4-FFF2-40B4-BE49-F238E27FC236}">
                <a16:creationId xmlns:a16="http://schemas.microsoft.com/office/drawing/2014/main" id="{1B2CAEE6-14EA-43B6-BB2C-56C9515EA655}"/>
              </a:ext>
            </a:extLst>
          </p:cNvPr>
          <p:cNvSpPr>
            <a:spLocks noGrp="1"/>
          </p:cNvSpPr>
          <p:nvPr/>
        </p:nvSpPr>
        <p:spPr>
          <a:xfrm>
            <a:off x="8537976" y="3910041"/>
            <a:ext cx="624364" cy="470535"/>
          </a:xfrm>
          <a:custGeom>
            <a:avLst/>
            <a:gdLst/>
            <a:ahLst/>
            <a:cxnLst/>
            <a:rect l="0" t="0" r="0" b="0"/>
            <a:pathLst>
              <a:path w="624364" h="470535">
                <a:moveTo>
                  <a:pt x="0" y="0"/>
                </a:moveTo>
                <a:lnTo>
                  <a:pt x="624364" y="0"/>
                </a:lnTo>
                <a:lnTo>
                  <a:pt x="524828" y="470535"/>
                </a:lnTo>
                <a:lnTo>
                  <a:pt x="108585" y="470535"/>
                </a:lnTo>
                <a:close/>
              </a:path>
            </a:pathLst>
          </a:custGeom>
          <a:solidFill>
            <a:srgbClr val="B67C44"/>
          </a:solidFill>
          <a:ln w="0">
            <a:noFill/>
            <a:prstDash val="solid"/>
          </a:ln>
        </p:spPr>
        <p:txBody>
          <a:bodyPr/>
          <a:lstStyle/>
          <a:p>
            <a:endParaRPr lang="ko-KR" altLang="en-US"/>
          </a:p>
        </p:txBody>
      </p:sp>
      <p:sp>
        <p:nvSpPr>
          <p:cNvPr id="429" name="cover-vector-59">
            <a:extLst>
              <a:ext uri="{FF2B5EF4-FFF2-40B4-BE49-F238E27FC236}">
                <a16:creationId xmlns:a16="http://schemas.microsoft.com/office/drawing/2014/main" id="{5DE6238D-2B6B-46B2-AFB7-44AE3DE0DF5F}"/>
              </a:ext>
            </a:extLst>
          </p:cNvPr>
          <p:cNvSpPr>
            <a:spLocks noGrp="1"/>
          </p:cNvSpPr>
          <p:nvPr/>
        </p:nvSpPr>
        <p:spPr>
          <a:xfrm>
            <a:off x="8709902" y="4036724"/>
            <a:ext cx="27146" cy="244316"/>
          </a:xfrm>
          <a:custGeom>
            <a:avLst/>
            <a:gdLst/>
            <a:ahLst/>
            <a:cxnLst/>
            <a:rect l="0" t="0" r="0" b="0"/>
            <a:pathLst>
              <a:path w="27146" h="244316">
                <a:moveTo>
                  <a:pt x="0" y="0"/>
                </a:moveTo>
                <a:lnTo>
                  <a:pt x="27146" y="244316"/>
                </a:lnTo>
              </a:path>
            </a:pathLst>
          </a:custGeom>
          <a:noFill/>
          <a:ln w="27146">
            <a:solidFill>
              <a:srgbClr val="F5DDB7"/>
            </a:solidFill>
            <a:prstDash val="solid"/>
          </a:ln>
        </p:spPr>
        <p:txBody>
          <a:bodyPr/>
          <a:lstStyle/>
          <a:p>
            <a:endParaRPr lang="ko-KR" altLang="en-US"/>
          </a:p>
        </p:txBody>
      </p:sp>
      <p:sp>
        <p:nvSpPr>
          <p:cNvPr id="430" name="cover-vector-60">
            <a:extLst>
              <a:ext uri="{FF2B5EF4-FFF2-40B4-BE49-F238E27FC236}">
                <a16:creationId xmlns:a16="http://schemas.microsoft.com/office/drawing/2014/main" id="{7D53BC9D-303B-41EA-BD16-C3D50F5E7907}"/>
              </a:ext>
            </a:extLst>
          </p:cNvPr>
          <p:cNvSpPr>
            <a:spLocks noGrp="1"/>
          </p:cNvSpPr>
          <p:nvPr/>
        </p:nvSpPr>
        <p:spPr>
          <a:xfrm>
            <a:off x="8845633" y="4036724"/>
            <a:ext cx="9525" cy="244316"/>
          </a:xfrm>
          <a:custGeom>
            <a:avLst/>
            <a:gdLst/>
            <a:ahLst/>
            <a:cxnLst/>
            <a:rect l="0" t="0" r="0" b="0"/>
            <a:pathLst>
              <a:path w="9525" h="244316">
                <a:moveTo>
                  <a:pt x="0" y="0"/>
                </a:moveTo>
                <a:lnTo>
                  <a:pt x="0" y="244316"/>
                </a:lnTo>
              </a:path>
            </a:pathLst>
          </a:custGeom>
          <a:noFill/>
          <a:ln w="27146">
            <a:solidFill>
              <a:srgbClr val="F5DDB7"/>
            </a:solidFill>
            <a:prstDash val="solid"/>
          </a:ln>
        </p:spPr>
        <p:txBody>
          <a:bodyPr/>
          <a:lstStyle/>
          <a:p>
            <a:endParaRPr lang="ko-KR" altLang="en-US"/>
          </a:p>
        </p:txBody>
      </p:sp>
      <p:sp>
        <p:nvSpPr>
          <p:cNvPr id="431" name="cover-vector-61">
            <a:extLst>
              <a:ext uri="{FF2B5EF4-FFF2-40B4-BE49-F238E27FC236}">
                <a16:creationId xmlns:a16="http://schemas.microsoft.com/office/drawing/2014/main" id="{6C889DA4-D594-40B9-B108-1775FB75F05A}"/>
              </a:ext>
            </a:extLst>
          </p:cNvPr>
          <p:cNvSpPr>
            <a:spLocks noGrp="1"/>
          </p:cNvSpPr>
          <p:nvPr/>
        </p:nvSpPr>
        <p:spPr>
          <a:xfrm>
            <a:off x="8954218" y="4036724"/>
            <a:ext cx="27146" cy="244316"/>
          </a:xfrm>
          <a:custGeom>
            <a:avLst/>
            <a:gdLst/>
            <a:ahLst/>
            <a:cxnLst/>
            <a:rect l="0" t="0" r="0" b="0"/>
            <a:pathLst>
              <a:path w="27146" h="244316">
                <a:moveTo>
                  <a:pt x="27146" y="0"/>
                </a:moveTo>
                <a:lnTo>
                  <a:pt x="0" y="244316"/>
                </a:lnTo>
              </a:path>
            </a:pathLst>
          </a:custGeom>
          <a:noFill/>
          <a:ln w="27146">
            <a:solidFill>
              <a:srgbClr val="F5DDB7"/>
            </a:solidFill>
            <a:prstDash val="solid"/>
          </a:ln>
        </p:spPr>
        <p:txBody>
          <a:bodyPr/>
          <a:lstStyle/>
          <a:p>
            <a:endParaRPr lang="ko-KR" altLang="en-US"/>
          </a:p>
        </p:txBody>
      </p:sp>
      <p:sp>
        <p:nvSpPr>
          <p:cNvPr id="432" name="cover-vector-62">
            <a:extLst>
              <a:ext uri="{FF2B5EF4-FFF2-40B4-BE49-F238E27FC236}">
                <a16:creationId xmlns:a16="http://schemas.microsoft.com/office/drawing/2014/main" id="{E1AB97E6-2D8E-4299-B907-271C02719291}"/>
              </a:ext>
            </a:extLst>
          </p:cNvPr>
          <p:cNvSpPr>
            <a:spLocks noGrp="1"/>
          </p:cNvSpPr>
          <p:nvPr/>
        </p:nvSpPr>
        <p:spPr>
          <a:xfrm>
            <a:off x="8447488" y="3665725"/>
            <a:ext cx="361950" cy="343853"/>
          </a:xfrm>
          <a:prstGeom prst="ellipse">
            <a:avLst/>
          </a:prstGeom>
          <a:solidFill>
            <a:srgbClr val="D9AF75"/>
          </a:solidFill>
          <a:ln w="0">
            <a:noFill/>
            <a:prstDash val="solid"/>
          </a:ln>
        </p:spPr>
        <p:txBody>
          <a:bodyPr/>
          <a:lstStyle/>
          <a:p>
            <a:endParaRPr lang="ko-KR" altLang="en-US"/>
          </a:p>
        </p:txBody>
      </p:sp>
      <p:sp>
        <p:nvSpPr>
          <p:cNvPr id="433" name="cover-vector-63">
            <a:extLst>
              <a:ext uri="{FF2B5EF4-FFF2-40B4-BE49-F238E27FC236}">
                <a16:creationId xmlns:a16="http://schemas.microsoft.com/office/drawing/2014/main" id="{325BF929-0C02-49CB-9C4F-EC1D9B4BDF55}"/>
              </a:ext>
            </a:extLst>
          </p:cNvPr>
          <p:cNvSpPr>
            <a:spLocks noGrp="1"/>
          </p:cNvSpPr>
          <p:nvPr/>
        </p:nvSpPr>
        <p:spPr>
          <a:xfrm>
            <a:off x="8655609" y="3520945"/>
            <a:ext cx="398145" cy="434340"/>
          </a:xfrm>
          <a:prstGeom prst="ellipse">
            <a:avLst/>
          </a:prstGeom>
          <a:solidFill>
            <a:srgbClr val="D9AF75"/>
          </a:solidFill>
          <a:ln w="0">
            <a:noFill/>
            <a:prstDash val="solid"/>
          </a:ln>
        </p:spPr>
        <p:txBody>
          <a:bodyPr/>
          <a:lstStyle/>
          <a:p>
            <a:endParaRPr lang="ko-KR" altLang="en-US"/>
          </a:p>
        </p:txBody>
      </p:sp>
      <p:sp>
        <p:nvSpPr>
          <p:cNvPr id="434" name="cover-vector-64">
            <a:extLst>
              <a:ext uri="{FF2B5EF4-FFF2-40B4-BE49-F238E27FC236}">
                <a16:creationId xmlns:a16="http://schemas.microsoft.com/office/drawing/2014/main" id="{DC81A536-376E-441B-B21E-B18230BD92EF}"/>
              </a:ext>
            </a:extLst>
          </p:cNvPr>
          <p:cNvSpPr>
            <a:spLocks noGrp="1"/>
          </p:cNvSpPr>
          <p:nvPr/>
        </p:nvSpPr>
        <p:spPr>
          <a:xfrm>
            <a:off x="8890877" y="3665725"/>
            <a:ext cx="361950" cy="343853"/>
          </a:xfrm>
          <a:prstGeom prst="ellipse">
            <a:avLst/>
          </a:prstGeom>
          <a:solidFill>
            <a:srgbClr val="D9AF75"/>
          </a:solidFill>
          <a:ln w="0">
            <a:noFill/>
            <a:prstDash val="solid"/>
          </a:ln>
        </p:spPr>
        <p:txBody>
          <a:bodyPr/>
          <a:lstStyle/>
          <a:p>
            <a:endParaRPr lang="ko-KR" altLang="en-US"/>
          </a:p>
        </p:txBody>
      </p:sp>
      <p:sp>
        <p:nvSpPr>
          <p:cNvPr id="435" name="cover-vector-65">
            <a:extLst>
              <a:ext uri="{FF2B5EF4-FFF2-40B4-BE49-F238E27FC236}">
                <a16:creationId xmlns:a16="http://schemas.microsoft.com/office/drawing/2014/main" id="{3A14F3AB-8E05-4EB2-9395-0EB9F5DAF549}"/>
              </a:ext>
            </a:extLst>
          </p:cNvPr>
          <p:cNvSpPr>
            <a:spLocks noGrp="1"/>
          </p:cNvSpPr>
          <p:nvPr/>
        </p:nvSpPr>
        <p:spPr>
          <a:xfrm>
            <a:off x="8601317" y="3783359"/>
            <a:ext cx="506730" cy="208121"/>
          </a:xfrm>
          <a:prstGeom prst="roundRect">
            <a:avLst>
              <a:gd name="adj" fmla="val 30435"/>
            </a:avLst>
          </a:prstGeom>
          <a:solidFill>
            <a:srgbClr val="D9AF75"/>
          </a:solidFill>
          <a:ln w="0">
            <a:noFill/>
            <a:prstDash val="solid"/>
          </a:ln>
        </p:spPr>
        <p:txBody>
          <a:bodyPr/>
          <a:lstStyle/>
          <a:p>
            <a:endParaRPr lang="ko-KR" altLang="en-US"/>
          </a:p>
        </p:txBody>
      </p:sp>
      <p:sp>
        <p:nvSpPr>
          <p:cNvPr id="436" name="cover-vector-66">
            <a:extLst>
              <a:ext uri="{FF2B5EF4-FFF2-40B4-BE49-F238E27FC236}">
                <a16:creationId xmlns:a16="http://schemas.microsoft.com/office/drawing/2014/main" id="{C66024B9-5C09-4F79-AE40-924A5AB6649F}"/>
              </a:ext>
            </a:extLst>
          </p:cNvPr>
          <p:cNvSpPr>
            <a:spLocks noGrp="1"/>
          </p:cNvSpPr>
          <p:nvPr/>
        </p:nvSpPr>
        <p:spPr>
          <a:xfrm>
            <a:off x="8637512" y="3801456"/>
            <a:ext cx="54292" cy="54292"/>
          </a:xfrm>
          <a:prstGeom prst="ellipse">
            <a:avLst/>
          </a:prstGeom>
          <a:solidFill>
            <a:srgbClr val="805631"/>
          </a:solidFill>
          <a:ln w="0">
            <a:noFill/>
            <a:prstDash val="solid"/>
          </a:ln>
        </p:spPr>
        <p:txBody>
          <a:bodyPr/>
          <a:lstStyle/>
          <a:p>
            <a:endParaRPr lang="ko-KR" altLang="en-US"/>
          </a:p>
        </p:txBody>
      </p:sp>
      <p:sp>
        <p:nvSpPr>
          <p:cNvPr id="437" name="cover-vector-67">
            <a:extLst>
              <a:ext uri="{FF2B5EF4-FFF2-40B4-BE49-F238E27FC236}">
                <a16:creationId xmlns:a16="http://schemas.microsoft.com/office/drawing/2014/main" id="{58AA5B6B-EBF0-442A-A95B-E17E4F42F5AA}"/>
              </a:ext>
            </a:extLst>
          </p:cNvPr>
          <p:cNvSpPr>
            <a:spLocks noGrp="1"/>
          </p:cNvSpPr>
          <p:nvPr/>
        </p:nvSpPr>
        <p:spPr>
          <a:xfrm>
            <a:off x="8854682" y="3665725"/>
            <a:ext cx="54292" cy="54292"/>
          </a:xfrm>
          <a:prstGeom prst="ellipse">
            <a:avLst/>
          </a:prstGeom>
          <a:solidFill>
            <a:srgbClr val="805631"/>
          </a:solidFill>
          <a:ln w="0">
            <a:noFill/>
            <a:prstDash val="solid"/>
          </a:ln>
        </p:spPr>
        <p:txBody>
          <a:bodyPr/>
          <a:lstStyle/>
          <a:p>
            <a:endParaRPr lang="ko-KR" altLang="en-US"/>
          </a:p>
        </p:txBody>
      </p:sp>
      <p:sp>
        <p:nvSpPr>
          <p:cNvPr id="438" name="cover-vector-68">
            <a:extLst>
              <a:ext uri="{FF2B5EF4-FFF2-40B4-BE49-F238E27FC236}">
                <a16:creationId xmlns:a16="http://schemas.microsoft.com/office/drawing/2014/main" id="{482CC188-E177-4EA7-813F-A20F7D20157F}"/>
              </a:ext>
            </a:extLst>
          </p:cNvPr>
          <p:cNvSpPr>
            <a:spLocks noGrp="1"/>
          </p:cNvSpPr>
          <p:nvPr/>
        </p:nvSpPr>
        <p:spPr>
          <a:xfrm>
            <a:off x="9035657" y="3828603"/>
            <a:ext cx="54292" cy="54292"/>
          </a:xfrm>
          <a:prstGeom prst="ellipse">
            <a:avLst/>
          </a:prstGeom>
          <a:solidFill>
            <a:srgbClr val="805631"/>
          </a:solidFill>
          <a:ln w="0">
            <a:noFill/>
            <a:prstDash val="solid"/>
          </a:ln>
        </p:spPr>
        <p:txBody>
          <a:bodyPr/>
          <a:lstStyle/>
          <a:p>
            <a:endParaRPr lang="ko-KR" altLang="en-US"/>
          </a:p>
        </p:txBody>
      </p:sp>
      <p:sp>
        <p:nvSpPr>
          <p:cNvPr id="439" name="cover-vector-69">
            <a:extLst>
              <a:ext uri="{FF2B5EF4-FFF2-40B4-BE49-F238E27FC236}">
                <a16:creationId xmlns:a16="http://schemas.microsoft.com/office/drawing/2014/main" id="{7FC9464E-4046-4C75-99F5-7B8A458C8B9C}"/>
              </a:ext>
            </a:extLst>
          </p:cNvPr>
          <p:cNvSpPr>
            <a:spLocks noGrp="1"/>
          </p:cNvSpPr>
          <p:nvPr/>
        </p:nvSpPr>
        <p:spPr>
          <a:xfrm>
            <a:off x="9657163" y="3740020"/>
            <a:ext cx="1007078" cy="637508"/>
          </a:xfrm>
          <a:prstGeom prst="ellipse">
            <a:avLst/>
          </a:prstGeom>
          <a:solidFill>
            <a:srgbClr val="D9AF75"/>
          </a:solidFill>
          <a:ln w="0">
            <a:noFill/>
            <a:prstDash val="solid"/>
          </a:ln>
        </p:spPr>
        <p:txBody>
          <a:bodyPr/>
          <a:lstStyle/>
          <a:p>
            <a:endParaRPr lang="ko-KR" altLang="en-US"/>
          </a:p>
        </p:txBody>
      </p:sp>
      <p:sp>
        <p:nvSpPr>
          <p:cNvPr id="440" name="cover-vector-70">
            <a:extLst>
              <a:ext uri="{FF2B5EF4-FFF2-40B4-BE49-F238E27FC236}">
                <a16:creationId xmlns:a16="http://schemas.microsoft.com/office/drawing/2014/main" id="{5DC673F4-0B1C-446C-82C7-7E3000EAFB40}"/>
              </a:ext>
            </a:extLst>
          </p:cNvPr>
          <p:cNvSpPr>
            <a:spLocks noGrp="1"/>
          </p:cNvSpPr>
          <p:nvPr/>
        </p:nvSpPr>
        <p:spPr>
          <a:xfrm rot="1440000">
            <a:off x="9943580" y="3860130"/>
            <a:ext cx="64675" cy="369570"/>
          </a:xfrm>
          <a:prstGeom prst="roundRect">
            <a:avLst>
              <a:gd name="adj" fmla="val 42857"/>
            </a:avLst>
          </a:prstGeom>
          <a:solidFill>
            <a:srgbClr val="F5DDB7"/>
          </a:solidFill>
          <a:ln w="0">
            <a:noFill/>
            <a:prstDash val="solid"/>
          </a:ln>
        </p:spPr>
        <p:txBody>
          <a:bodyPr/>
          <a:lstStyle/>
          <a:p>
            <a:endParaRPr lang="ko-KR" altLang="en-US"/>
          </a:p>
        </p:txBody>
      </p:sp>
      <p:sp>
        <p:nvSpPr>
          <p:cNvPr id="441" name="cover-vector-71">
            <a:extLst>
              <a:ext uri="{FF2B5EF4-FFF2-40B4-BE49-F238E27FC236}">
                <a16:creationId xmlns:a16="http://schemas.microsoft.com/office/drawing/2014/main" id="{11795C43-6ECB-443D-9B67-E451F6DF0DF7}"/>
              </a:ext>
            </a:extLst>
          </p:cNvPr>
          <p:cNvSpPr>
            <a:spLocks noGrp="1"/>
          </p:cNvSpPr>
          <p:nvPr/>
        </p:nvSpPr>
        <p:spPr>
          <a:xfrm rot="1440000">
            <a:off x="10109886" y="3860130"/>
            <a:ext cx="64675" cy="369570"/>
          </a:xfrm>
          <a:prstGeom prst="roundRect">
            <a:avLst>
              <a:gd name="adj" fmla="val 42857"/>
            </a:avLst>
          </a:prstGeom>
          <a:solidFill>
            <a:srgbClr val="F5DDB7"/>
          </a:solidFill>
          <a:ln w="0">
            <a:noFill/>
            <a:prstDash val="solid"/>
          </a:ln>
        </p:spPr>
        <p:txBody>
          <a:bodyPr/>
          <a:lstStyle/>
          <a:p>
            <a:endParaRPr lang="ko-KR" altLang="en-US"/>
          </a:p>
        </p:txBody>
      </p:sp>
      <p:sp>
        <p:nvSpPr>
          <p:cNvPr id="442" name="cover-vector-72">
            <a:extLst>
              <a:ext uri="{FF2B5EF4-FFF2-40B4-BE49-F238E27FC236}">
                <a16:creationId xmlns:a16="http://schemas.microsoft.com/office/drawing/2014/main" id="{E1686DFC-E48E-4DB2-92D9-01C59A2C8BD9}"/>
              </a:ext>
            </a:extLst>
          </p:cNvPr>
          <p:cNvSpPr>
            <a:spLocks noGrp="1"/>
          </p:cNvSpPr>
          <p:nvPr/>
        </p:nvSpPr>
        <p:spPr>
          <a:xfrm rot="1440000">
            <a:off x="10276193" y="3860130"/>
            <a:ext cx="64675" cy="369570"/>
          </a:xfrm>
          <a:prstGeom prst="roundRect">
            <a:avLst>
              <a:gd name="adj" fmla="val 42857"/>
            </a:avLst>
          </a:prstGeom>
          <a:solidFill>
            <a:srgbClr val="F5DDB7"/>
          </a:solidFill>
          <a:ln w="0">
            <a:noFill/>
            <a:prstDash val="solid"/>
          </a:ln>
        </p:spPr>
        <p:txBody>
          <a:bodyPr/>
          <a:lstStyle/>
          <a:p>
            <a:endParaRPr lang="ko-KR" altLang="en-US"/>
          </a:p>
        </p:txBody>
      </p:sp>
      <p:sp>
        <p:nvSpPr>
          <p:cNvPr id="7" name="TextBox 6">
            <a:extLst>
              <a:ext uri="{FF2B5EF4-FFF2-40B4-BE49-F238E27FC236}">
                <a16:creationId xmlns:a16="http://schemas.microsoft.com/office/drawing/2014/main" id="{29B310C5-1C97-4ECA-AE62-300E056CAB2B}"/>
              </a:ext>
            </a:extLst>
          </p:cNvPr>
          <p:cNvSpPr txBox="1"/>
          <p:nvPr/>
        </p:nvSpPr>
        <p:spPr>
          <a:xfrm>
            <a:off x="842252" y="628237"/>
            <a:ext cx="8229600" cy="186590"/>
          </a:xfrm>
          <a:prstGeom prst="rect">
            <a:avLst/>
          </a:prstGeom>
          <a:noFill/>
        </p:spPr>
        <p:txBody>
          <a:bodyPr wrap="square" lIns="0" tIns="0" rIns="0" bIns="0" anchor="t">
            <a:spAutoFit/>
          </a:bodyPr>
          <a:lstStyle/>
          <a:p>
            <a:pPr algn="l">
              <a:lnSpc>
                <a:spcPct val="120000"/>
              </a:lnSpc>
              <a:spcAft>
                <a:spcPts val="0"/>
              </a:spcAft>
            </a:pPr>
            <a:r>
              <a:rPr sz="1100" b="0" spc="40" dirty="0">
                <a:solidFill>
                  <a:srgbClr val="B9ACA0"/>
                </a:solidFill>
                <a:latin typeface="Pretendard SemiBold"/>
                <a:ea typeface="Pretendard SemiBold"/>
                <a:cs typeface="Pretendard SemiBold"/>
              </a:rPr>
              <a:t>AI </a:t>
            </a:r>
            <a:r>
              <a:rPr sz="1100" b="0" spc="40" dirty="0" err="1">
                <a:solidFill>
                  <a:srgbClr val="B9ACA0"/>
                </a:solidFill>
                <a:latin typeface="Pretendard SemiBold"/>
                <a:ea typeface="Pretendard SemiBold"/>
                <a:cs typeface="Pretendard SemiBold"/>
              </a:rPr>
              <a:t>시스템반도체</a:t>
            </a:r>
            <a:r>
              <a:rPr sz="1100" b="0" spc="40" dirty="0">
                <a:solidFill>
                  <a:srgbClr val="B9ACA0"/>
                </a:solidFill>
                <a:latin typeface="Pretendard SemiBold"/>
                <a:ea typeface="Pretendard SemiBold"/>
                <a:cs typeface="Pretendard SemiBold"/>
              </a:rPr>
              <a:t> SW </a:t>
            </a:r>
            <a:r>
              <a:rPr sz="1100" b="0" spc="40" dirty="0" err="1">
                <a:solidFill>
                  <a:srgbClr val="B9ACA0"/>
                </a:solidFill>
                <a:latin typeface="Pretendard SemiBold"/>
                <a:ea typeface="Pretendard SemiBold"/>
                <a:cs typeface="Pretendard SemiBold"/>
              </a:rPr>
              <a:t>개발자</a:t>
            </a:r>
            <a:r>
              <a:rPr sz="1100" b="0" spc="40" dirty="0">
                <a:solidFill>
                  <a:srgbClr val="B9ACA0"/>
                </a:solidFill>
                <a:latin typeface="Pretendard SemiBold"/>
                <a:ea typeface="Pretendard SemiBold"/>
                <a:cs typeface="Pretendard SemiBold"/>
              </a:rPr>
              <a:t> 2기  ·  6조 </a:t>
            </a:r>
            <a:r>
              <a:rPr sz="1100" b="0" spc="40" dirty="0" err="1">
                <a:solidFill>
                  <a:srgbClr val="B9ACA0"/>
                </a:solidFill>
                <a:latin typeface="Pretendard SemiBold"/>
                <a:ea typeface="Pretendard SemiBold"/>
                <a:cs typeface="Pretendard SemiBold"/>
              </a:rPr>
              <a:t>최종</a:t>
            </a:r>
            <a:r>
              <a:rPr sz="1100" b="0" spc="40" dirty="0">
                <a:solidFill>
                  <a:srgbClr val="B9ACA0"/>
                </a:solidFill>
                <a:latin typeface="Pretendard SemiBold"/>
                <a:ea typeface="Pretendard SemiBold"/>
                <a:cs typeface="Pretendard SemiBold"/>
              </a:rPr>
              <a:t> </a:t>
            </a:r>
            <a:r>
              <a:rPr sz="1100" b="0" spc="40" dirty="0" err="1">
                <a:solidFill>
                  <a:srgbClr val="B9ACA0"/>
                </a:solidFill>
                <a:latin typeface="Pretendard SemiBold"/>
                <a:ea typeface="Pretendard SemiBold"/>
                <a:cs typeface="Pretendard SemiBold"/>
              </a:rPr>
              <a:t>발표</a:t>
            </a:r>
            <a:endParaRPr sz="1100" b="0" spc="40" dirty="0">
              <a:solidFill>
                <a:srgbClr val="B9ACA0"/>
              </a:solidFill>
              <a:latin typeface="Pretendard SemiBold"/>
              <a:ea typeface="Pretendard SemiBold"/>
              <a:cs typeface="Pretendard SemiBold"/>
            </a:endParaRPr>
          </a:p>
        </p:txBody>
      </p:sp>
    </p:spTree>
    <p:extLst>
      <p:ext uri="{BB962C8B-B14F-4D97-AF65-F5344CB8AC3E}">
        <p14:creationId xmlns:p14="http://schemas.microsoft.com/office/powerpoint/2010/main" val="118155187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 name="cover-label-95">
            <a:extLst>
              <a:ext uri="{FF2B5EF4-FFF2-40B4-BE49-F238E27FC236}">
                <a16:creationId xmlns:a16="http://schemas.microsoft.com/office/drawing/2014/main" id="{B490148A-CAA6-4E46-89BB-007F29AE427B}"/>
              </a:ext>
            </a:extLst>
          </p:cNvPr>
          <p:cNvSpPr>
            <a:spLocks noGrp="1"/>
          </p:cNvSpPr>
          <p:nvPr/>
        </p:nvSpPr>
        <p:spPr>
          <a:xfrm>
            <a:off x="516731" y="4782951"/>
            <a:ext cx="4524375" cy="304800"/>
          </a:xfrm>
          <a:prstGeom prst="rect">
            <a:avLst/>
          </a:prstGeom>
          <a:noFill/>
          <a:ln w="0">
            <a:noFill/>
          </a:ln>
        </p:spPr>
        <p:txBody>
          <a:bodyPr wrap="none" lIns="0" tIns="0" rIns="0" bIns="0" anchor="t">
            <a:noAutofit/>
          </a:bodyPr>
          <a:lstStyle/>
          <a:p>
            <a:pPr algn="ctr">
              <a:buNone/>
              <a:defRPr sz="1650" b="1">
                <a:solidFill>
                  <a:srgbClr val="1D1D1F"/>
                </a:solidFill>
                <a:latin typeface="Noto Sans KR"/>
                <a:ea typeface="Noto Sans KR"/>
                <a:cs typeface="Noto Sans KR"/>
              </a:defRPr>
            </a:pPr>
            <a:r>
              <a:rPr sz="1650" b="1" dirty="0" err="1">
                <a:solidFill>
                  <a:srgbClr val="1D1D1F"/>
                </a:solidFill>
                <a:latin typeface="Noto Sans KR"/>
                <a:ea typeface="Noto Sans KR"/>
                <a:cs typeface="Noto Sans KR"/>
              </a:rPr>
              <a:t>이동</a:t>
            </a:r>
            <a:r>
              <a:rPr sz="1650" b="1" dirty="0">
                <a:solidFill>
                  <a:srgbClr val="1D1D1F"/>
                </a:solidFill>
                <a:latin typeface="Noto Sans KR"/>
                <a:ea typeface="Noto Sans KR"/>
                <a:cs typeface="Noto Sans KR"/>
              </a:rPr>
              <a:t> </a:t>
            </a:r>
            <a:r>
              <a:rPr sz="1650" b="1" dirty="0" err="1">
                <a:solidFill>
                  <a:srgbClr val="1D1D1F"/>
                </a:solidFill>
                <a:latin typeface="Noto Sans KR"/>
                <a:ea typeface="Noto Sans KR"/>
                <a:cs typeface="Noto Sans KR"/>
              </a:rPr>
              <a:t>카메라</a:t>
            </a:r>
            <a:r>
              <a:rPr sz="1650" b="1" dirty="0">
                <a:solidFill>
                  <a:srgbClr val="1D1D1F"/>
                </a:solidFill>
                <a:latin typeface="Noto Sans KR"/>
                <a:ea typeface="Noto Sans KR"/>
                <a:cs typeface="Noto Sans KR"/>
              </a:rPr>
              <a:t> · 빵 </a:t>
            </a:r>
            <a:r>
              <a:rPr sz="1650" b="1" dirty="0" err="1">
                <a:solidFill>
                  <a:srgbClr val="1D1D1F"/>
                </a:solidFill>
                <a:latin typeface="Noto Sans KR"/>
                <a:ea typeface="Noto Sans KR"/>
                <a:cs typeface="Noto Sans KR"/>
              </a:rPr>
              <a:t>트레이</a:t>
            </a:r>
            <a:endParaRPr sz="1650" b="1" dirty="0">
              <a:solidFill>
                <a:srgbClr val="1D1D1F"/>
              </a:solidFill>
              <a:latin typeface="Noto Sans KR"/>
              <a:ea typeface="Noto Sans KR"/>
              <a:cs typeface="Noto Sans KR"/>
            </a:endParaRPr>
          </a:p>
        </p:txBody>
      </p:sp>
      <p:sp>
        <p:nvSpPr>
          <p:cNvPr id="498" name="cover-label-665">
            <a:extLst>
              <a:ext uri="{FF2B5EF4-FFF2-40B4-BE49-F238E27FC236}">
                <a16:creationId xmlns:a16="http://schemas.microsoft.com/office/drawing/2014/main" id="{560D7365-B427-47F7-861D-C5FFF89D73F9}"/>
              </a:ext>
            </a:extLst>
          </p:cNvPr>
          <p:cNvSpPr>
            <a:spLocks noGrp="1"/>
          </p:cNvSpPr>
          <p:nvPr/>
        </p:nvSpPr>
        <p:spPr>
          <a:xfrm>
            <a:off x="5945981" y="4782951"/>
            <a:ext cx="3238500" cy="304800"/>
          </a:xfrm>
          <a:prstGeom prst="rect">
            <a:avLst/>
          </a:prstGeom>
          <a:noFill/>
          <a:ln w="0">
            <a:noFill/>
          </a:ln>
        </p:spPr>
        <p:txBody>
          <a:bodyPr wrap="none" lIns="0" tIns="0" rIns="0" bIns="0" anchor="t">
            <a:noAutofit/>
          </a:bodyPr>
          <a:lstStyle/>
          <a:p>
            <a:pPr algn="ctr">
              <a:buNone/>
              <a:defRPr sz="1650" b="1">
                <a:solidFill>
                  <a:srgbClr val="1D1D1F"/>
                </a:solidFill>
                <a:latin typeface="Noto Sans KR"/>
                <a:ea typeface="Noto Sans KR"/>
                <a:cs typeface="Noto Sans KR"/>
              </a:defRPr>
            </a:pPr>
            <a:r>
              <a:rPr sz="1650" b="1" dirty="0">
                <a:solidFill>
                  <a:srgbClr val="1D1D1F"/>
                </a:solidFill>
                <a:latin typeface="Noto Sans KR"/>
                <a:ea typeface="Noto Sans KR"/>
                <a:cs typeface="Noto Sans KR"/>
              </a:rPr>
              <a:t>AI </a:t>
            </a:r>
            <a:r>
              <a:rPr sz="1650" b="1" dirty="0" err="1">
                <a:solidFill>
                  <a:srgbClr val="1D1D1F"/>
                </a:solidFill>
                <a:latin typeface="Noto Sans KR"/>
                <a:ea typeface="Noto Sans KR"/>
                <a:cs typeface="Noto Sans KR"/>
              </a:rPr>
              <a:t>인식</a:t>
            </a:r>
            <a:r>
              <a:rPr sz="1650" b="1" dirty="0">
                <a:solidFill>
                  <a:srgbClr val="1D1D1F"/>
                </a:solidFill>
                <a:latin typeface="Noto Sans KR"/>
                <a:ea typeface="Noto Sans KR"/>
                <a:cs typeface="Noto Sans KR"/>
              </a:rPr>
              <a:t> · POS</a:t>
            </a:r>
          </a:p>
        </p:txBody>
      </p:sp>
      <p:sp>
        <p:nvSpPr>
          <p:cNvPr id="499" name="cover-label-1010">
            <a:extLst>
              <a:ext uri="{FF2B5EF4-FFF2-40B4-BE49-F238E27FC236}">
                <a16:creationId xmlns:a16="http://schemas.microsoft.com/office/drawing/2014/main" id="{DF431A8D-D6F2-4068-A4A7-FA31BE975BEC}"/>
              </a:ext>
            </a:extLst>
          </p:cNvPr>
          <p:cNvSpPr>
            <a:spLocks noGrp="1"/>
          </p:cNvSpPr>
          <p:nvPr/>
        </p:nvSpPr>
        <p:spPr>
          <a:xfrm>
            <a:off x="9515475" y="4782951"/>
            <a:ext cx="1857375" cy="304800"/>
          </a:xfrm>
          <a:prstGeom prst="rect">
            <a:avLst/>
          </a:prstGeom>
          <a:noFill/>
          <a:ln w="0">
            <a:noFill/>
          </a:ln>
        </p:spPr>
        <p:txBody>
          <a:bodyPr wrap="none" lIns="0" tIns="0" rIns="0" bIns="0" anchor="t">
            <a:noAutofit/>
          </a:bodyPr>
          <a:lstStyle/>
          <a:p>
            <a:pPr algn="ctr">
              <a:buNone/>
              <a:defRPr sz="1650" b="1">
                <a:solidFill>
                  <a:srgbClr val="1D1D1F"/>
                </a:solidFill>
                <a:latin typeface="Noto Sans KR"/>
                <a:ea typeface="Noto Sans KR"/>
                <a:cs typeface="Noto Sans KR"/>
              </a:defRPr>
            </a:pPr>
            <a:r>
              <a:rPr sz="1650" b="1" dirty="0" err="1">
                <a:solidFill>
                  <a:srgbClr val="1D1D1F"/>
                </a:solidFill>
                <a:latin typeface="Noto Sans KR"/>
                <a:ea typeface="Noto Sans KR"/>
                <a:cs typeface="Noto Sans KR"/>
              </a:rPr>
              <a:t>회원</a:t>
            </a:r>
            <a:r>
              <a:rPr sz="1650" b="1" dirty="0">
                <a:solidFill>
                  <a:srgbClr val="1D1D1F"/>
                </a:solidFill>
                <a:latin typeface="Noto Sans KR"/>
                <a:ea typeface="Noto Sans KR"/>
                <a:cs typeface="Noto Sans KR"/>
              </a:rPr>
              <a:t> QR · </a:t>
            </a:r>
            <a:r>
              <a:rPr sz="1650" b="1" dirty="0" err="1">
                <a:solidFill>
                  <a:srgbClr val="1D1D1F"/>
                </a:solidFill>
                <a:latin typeface="Noto Sans KR"/>
                <a:ea typeface="Noto Sans KR"/>
                <a:cs typeface="Noto Sans KR"/>
              </a:rPr>
              <a:t>포인트</a:t>
            </a:r>
            <a:endParaRPr sz="1650" b="1" dirty="0">
              <a:solidFill>
                <a:srgbClr val="1D1D1F"/>
              </a:solidFill>
              <a:latin typeface="Noto Sans KR"/>
              <a:ea typeface="Noto Sans KR"/>
              <a:cs typeface="Noto Sans KR"/>
            </a:endParaRPr>
          </a:p>
        </p:txBody>
      </p:sp>
      <p:sp>
        <p:nvSpPr>
          <p:cNvPr id="500" name="cover-vector-1">
            <a:extLst>
              <a:ext uri="{FF2B5EF4-FFF2-40B4-BE49-F238E27FC236}">
                <a16:creationId xmlns:a16="http://schemas.microsoft.com/office/drawing/2014/main" id="{3B301759-29B1-41B9-A65F-6D20F275142B}"/>
              </a:ext>
            </a:extLst>
          </p:cNvPr>
          <p:cNvSpPr>
            <a:spLocks noGrp="1"/>
          </p:cNvSpPr>
          <p:nvPr/>
        </p:nvSpPr>
        <p:spPr>
          <a:xfrm>
            <a:off x="5136356" y="3420876"/>
            <a:ext cx="466725" cy="9525"/>
          </a:xfrm>
          <a:custGeom>
            <a:avLst/>
            <a:gdLst/>
            <a:ahLst/>
            <a:cxnLst/>
            <a:rect l="0" t="0" r="0" b="0"/>
            <a:pathLst>
              <a:path w="466725" h="9525">
                <a:moveTo>
                  <a:pt x="0" y="0"/>
                </a:moveTo>
                <a:lnTo>
                  <a:pt x="466725" y="0"/>
                </a:lnTo>
              </a:path>
            </a:pathLst>
          </a:custGeom>
          <a:noFill/>
          <a:ln w="23813">
            <a:solidFill>
              <a:srgbClr val="0066CC"/>
            </a:solidFill>
            <a:prstDash val="solid"/>
          </a:ln>
        </p:spPr>
        <p:txBody>
          <a:bodyPr/>
          <a:lstStyle/>
          <a:p>
            <a:endParaRPr lang="ko-KR" altLang="en-US"/>
          </a:p>
        </p:txBody>
      </p:sp>
      <p:sp>
        <p:nvSpPr>
          <p:cNvPr id="501" name="cover-vector-2">
            <a:extLst>
              <a:ext uri="{FF2B5EF4-FFF2-40B4-BE49-F238E27FC236}">
                <a16:creationId xmlns:a16="http://schemas.microsoft.com/office/drawing/2014/main" id="{1DA39111-B2F0-4110-BB33-86283AAB1863}"/>
              </a:ext>
            </a:extLst>
          </p:cNvPr>
          <p:cNvSpPr>
            <a:spLocks noGrp="1"/>
          </p:cNvSpPr>
          <p:nvPr/>
        </p:nvSpPr>
        <p:spPr>
          <a:xfrm>
            <a:off x="5536406" y="3373251"/>
            <a:ext cx="66675" cy="95250"/>
          </a:xfrm>
          <a:custGeom>
            <a:avLst/>
            <a:gdLst/>
            <a:ahLst/>
            <a:cxnLst/>
            <a:rect l="0" t="0" r="0" b="0"/>
            <a:pathLst>
              <a:path w="66675" h="95250">
                <a:moveTo>
                  <a:pt x="0" y="0"/>
                </a:moveTo>
                <a:lnTo>
                  <a:pt x="66675" y="47625"/>
                </a:lnTo>
                <a:lnTo>
                  <a:pt x="0" y="95250"/>
                </a:lnTo>
              </a:path>
            </a:pathLst>
          </a:custGeom>
          <a:noFill/>
          <a:ln w="23813">
            <a:solidFill>
              <a:srgbClr val="0066CC"/>
            </a:solidFill>
            <a:prstDash val="solid"/>
          </a:ln>
        </p:spPr>
        <p:txBody>
          <a:bodyPr/>
          <a:lstStyle/>
          <a:p>
            <a:endParaRPr lang="ko-KR" altLang="en-US"/>
          </a:p>
        </p:txBody>
      </p:sp>
      <p:sp>
        <p:nvSpPr>
          <p:cNvPr id="502" name="cover-vector-3">
            <a:extLst>
              <a:ext uri="{FF2B5EF4-FFF2-40B4-BE49-F238E27FC236}">
                <a16:creationId xmlns:a16="http://schemas.microsoft.com/office/drawing/2014/main" id="{8586FE0E-2378-462D-BEBB-C553990E2407}"/>
              </a:ext>
            </a:extLst>
          </p:cNvPr>
          <p:cNvSpPr>
            <a:spLocks noGrp="1"/>
          </p:cNvSpPr>
          <p:nvPr/>
        </p:nvSpPr>
        <p:spPr>
          <a:xfrm>
            <a:off x="9174956" y="3420876"/>
            <a:ext cx="257175" cy="9525"/>
          </a:xfrm>
          <a:custGeom>
            <a:avLst/>
            <a:gdLst/>
            <a:ahLst/>
            <a:cxnLst/>
            <a:rect l="0" t="0" r="0" b="0"/>
            <a:pathLst>
              <a:path w="257175" h="9525">
                <a:moveTo>
                  <a:pt x="0" y="0"/>
                </a:moveTo>
                <a:lnTo>
                  <a:pt x="257175" y="0"/>
                </a:lnTo>
              </a:path>
            </a:pathLst>
          </a:custGeom>
          <a:noFill/>
          <a:ln w="23813">
            <a:solidFill>
              <a:srgbClr val="D2D2D7"/>
            </a:solidFill>
            <a:prstDash val="solid"/>
          </a:ln>
        </p:spPr>
        <p:txBody>
          <a:bodyPr/>
          <a:lstStyle/>
          <a:p>
            <a:endParaRPr lang="ko-KR" altLang="en-US"/>
          </a:p>
        </p:txBody>
      </p:sp>
      <p:sp>
        <p:nvSpPr>
          <p:cNvPr id="503" name="cover-vector-4">
            <a:extLst>
              <a:ext uri="{FF2B5EF4-FFF2-40B4-BE49-F238E27FC236}">
                <a16:creationId xmlns:a16="http://schemas.microsoft.com/office/drawing/2014/main" id="{CD25EE3E-AFA1-4608-94BB-05167C6D0ED6}"/>
              </a:ext>
            </a:extLst>
          </p:cNvPr>
          <p:cNvSpPr>
            <a:spLocks noGrp="1"/>
          </p:cNvSpPr>
          <p:nvPr/>
        </p:nvSpPr>
        <p:spPr>
          <a:xfrm>
            <a:off x="9365456" y="3373251"/>
            <a:ext cx="66675" cy="95250"/>
          </a:xfrm>
          <a:custGeom>
            <a:avLst/>
            <a:gdLst/>
            <a:ahLst/>
            <a:cxnLst/>
            <a:rect l="0" t="0" r="0" b="0"/>
            <a:pathLst>
              <a:path w="66675" h="95250">
                <a:moveTo>
                  <a:pt x="0" y="0"/>
                </a:moveTo>
                <a:lnTo>
                  <a:pt x="66675" y="47625"/>
                </a:lnTo>
                <a:lnTo>
                  <a:pt x="0" y="95250"/>
                </a:lnTo>
              </a:path>
            </a:pathLst>
          </a:custGeom>
          <a:noFill/>
          <a:ln w="23813">
            <a:solidFill>
              <a:srgbClr val="D2D2D7"/>
            </a:solidFill>
            <a:prstDash val="solid"/>
          </a:ln>
        </p:spPr>
        <p:txBody>
          <a:bodyPr/>
          <a:lstStyle/>
          <a:p>
            <a:endParaRPr lang="ko-KR" altLang="en-US"/>
          </a:p>
        </p:txBody>
      </p:sp>
      <p:sp>
        <p:nvSpPr>
          <p:cNvPr id="504" name="cover-vector-5">
            <a:extLst>
              <a:ext uri="{FF2B5EF4-FFF2-40B4-BE49-F238E27FC236}">
                <a16:creationId xmlns:a16="http://schemas.microsoft.com/office/drawing/2014/main" id="{44CE50B9-A437-4F4D-98D9-99B704058CA9}"/>
              </a:ext>
            </a:extLst>
          </p:cNvPr>
          <p:cNvSpPr>
            <a:spLocks noGrp="1"/>
          </p:cNvSpPr>
          <p:nvPr/>
        </p:nvSpPr>
        <p:spPr>
          <a:xfrm>
            <a:off x="1888331" y="1944501"/>
            <a:ext cx="1619250" cy="9525"/>
          </a:xfrm>
          <a:custGeom>
            <a:avLst/>
            <a:gdLst/>
            <a:ahLst/>
            <a:cxnLst/>
            <a:rect l="0" t="0" r="0" b="0"/>
            <a:pathLst>
              <a:path w="1619250" h="9525">
                <a:moveTo>
                  <a:pt x="0" y="0"/>
                </a:moveTo>
                <a:lnTo>
                  <a:pt x="1619250" y="0"/>
                </a:lnTo>
              </a:path>
            </a:pathLst>
          </a:custGeom>
          <a:noFill/>
          <a:ln w="23813">
            <a:solidFill>
              <a:srgbClr val="0066CC"/>
            </a:solidFill>
            <a:prstDash val="solid"/>
          </a:ln>
        </p:spPr>
        <p:txBody>
          <a:bodyPr/>
          <a:lstStyle/>
          <a:p>
            <a:endParaRPr lang="ko-KR" altLang="en-US"/>
          </a:p>
        </p:txBody>
      </p:sp>
      <p:sp>
        <p:nvSpPr>
          <p:cNvPr id="505" name="cover-vector-6">
            <a:extLst>
              <a:ext uri="{FF2B5EF4-FFF2-40B4-BE49-F238E27FC236}">
                <a16:creationId xmlns:a16="http://schemas.microsoft.com/office/drawing/2014/main" id="{D617DA87-35C2-4CED-8D97-6A778E747694}"/>
              </a:ext>
            </a:extLst>
          </p:cNvPr>
          <p:cNvSpPr>
            <a:spLocks noGrp="1"/>
          </p:cNvSpPr>
          <p:nvPr/>
        </p:nvSpPr>
        <p:spPr>
          <a:xfrm>
            <a:off x="3440906" y="1896876"/>
            <a:ext cx="66675" cy="95250"/>
          </a:xfrm>
          <a:custGeom>
            <a:avLst/>
            <a:gdLst/>
            <a:ahLst/>
            <a:cxnLst/>
            <a:rect l="0" t="0" r="0" b="0"/>
            <a:pathLst>
              <a:path w="66675" h="95250">
                <a:moveTo>
                  <a:pt x="0" y="0"/>
                </a:moveTo>
                <a:lnTo>
                  <a:pt x="66675" y="47625"/>
                </a:lnTo>
                <a:lnTo>
                  <a:pt x="0" y="95250"/>
                </a:lnTo>
              </a:path>
            </a:pathLst>
          </a:custGeom>
          <a:noFill/>
          <a:ln w="23813">
            <a:solidFill>
              <a:srgbClr val="0066CC"/>
            </a:solidFill>
            <a:prstDash val="solid"/>
          </a:ln>
        </p:spPr>
        <p:txBody>
          <a:bodyPr/>
          <a:lstStyle/>
          <a:p>
            <a:endParaRPr lang="ko-KR" altLang="en-US"/>
          </a:p>
        </p:txBody>
      </p:sp>
      <p:sp>
        <p:nvSpPr>
          <p:cNvPr id="506" name="cover-vector-7">
            <a:extLst>
              <a:ext uri="{FF2B5EF4-FFF2-40B4-BE49-F238E27FC236}">
                <a16:creationId xmlns:a16="http://schemas.microsoft.com/office/drawing/2014/main" id="{369DBBA6-7EDE-4E68-9ECD-E4500A6AD6E4}"/>
              </a:ext>
            </a:extLst>
          </p:cNvPr>
          <p:cNvSpPr>
            <a:spLocks noGrp="1"/>
          </p:cNvSpPr>
          <p:nvPr/>
        </p:nvSpPr>
        <p:spPr>
          <a:xfrm>
            <a:off x="1888331" y="1896876"/>
            <a:ext cx="66675" cy="95250"/>
          </a:xfrm>
          <a:custGeom>
            <a:avLst/>
            <a:gdLst/>
            <a:ahLst/>
            <a:cxnLst/>
            <a:rect l="0" t="0" r="0" b="0"/>
            <a:pathLst>
              <a:path w="66675" h="95250">
                <a:moveTo>
                  <a:pt x="66675" y="0"/>
                </a:moveTo>
                <a:lnTo>
                  <a:pt x="0" y="47625"/>
                </a:lnTo>
                <a:lnTo>
                  <a:pt x="66675" y="95250"/>
                </a:lnTo>
              </a:path>
            </a:pathLst>
          </a:custGeom>
          <a:noFill/>
          <a:ln w="23813">
            <a:solidFill>
              <a:srgbClr val="0066CC"/>
            </a:solidFill>
            <a:prstDash val="solid"/>
          </a:ln>
        </p:spPr>
        <p:txBody>
          <a:bodyPr/>
          <a:lstStyle/>
          <a:p>
            <a:endParaRPr lang="ko-KR" altLang="en-US"/>
          </a:p>
        </p:txBody>
      </p:sp>
      <p:sp>
        <p:nvSpPr>
          <p:cNvPr id="507" name="cover-vector-8">
            <a:extLst>
              <a:ext uri="{FF2B5EF4-FFF2-40B4-BE49-F238E27FC236}">
                <a16:creationId xmlns:a16="http://schemas.microsoft.com/office/drawing/2014/main" id="{4612A748-1FE2-4AFC-9100-942E3ECE5B24}"/>
              </a:ext>
            </a:extLst>
          </p:cNvPr>
          <p:cNvSpPr>
            <a:spLocks noGrp="1"/>
          </p:cNvSpPr>
          <p:nvPr/>
        </p:nvSpPr>
        <p:spPr>
          <a:xfrm>
            <a:off x="1373981" y="3049401"/>
            <a:ext cx="2781300" cy="847725"/>
          </a:xfrm>
          <a:custGeom>
            <a:avLst/>
            <a:gdLst/>
            <a:ahLst/>
            <a:cxnLst/>
            <a:rect l="0" t="0" r="0" b="0"/>
            <a:pathLst>
              <a:path w="2781300" h="847725">
                <a:moveTo>
                  <a:pt x="1352550" y="0"/>
                </a:moveTo>
                <a:lnTo>
                  <a:pt x="0" y="847725"/>
                </a:lnTo>
                <a:lnTo>
                  <a:pt x="2781300" y="847725"/>
                </a:lnTo>
                <a:close/>
              </a:path>
            </a:pathLst>
          </a:custGeom>
          <a:solidFill>
            <a:srgbClr val="E7F1FC"/>
          </a:solidFill>
          <a:ln w="0">
            <a:noFill/>
            <a:prstDash val="solid"/>
          </a:ln>
        </p:spPr>
        <p:txBody>
          <a:bodyPr/>
          <a:lstStyle/>
          <a:p>
            <a:endParaRPr lang="ko-KR" altLang="en-US"/>
          </a:p>
        </p:txBody>
      </p:sp>
      <p:sp>
        <p:nvSpPr>
          <p:cNvPr id="509" name="cover-vector-10">
            <a:extLst>
              <a:ext uri="{FF2B5EF4-FFF2-40B4-BE49-F238E27FC236}">
                <a16:creationId xmlns:a16="http://schemas.microsoft.com/office/drawing/2014/main" id="{CC35FB8C-A239-4339-A51E-CC71083417E9}"/>
              </a:ext>
            </a:extLst>
          </p:cNvPr>
          <p:cNvSpPr>
            <a:spLocks noGrp="1"/>
          </p:cNvSpPr>
          <p:nvPr/>
        </p:nvSpPr>
        <p:spPr>
          <a:xfrm>
            <a:off x="669131" y="2220726"/>
            <a:ext cx="180975" cy="2200275"/>
          </a:xfrm>
          <a:prstGeom prst="roundRect">
            <a:avLst>
              <a:gd name="adj" fmla="val 21053"/>
            </a:avLst>
          </a:prstGeom>
          <a:solidFill>
            <a:srgbClr val="E8E8ED"/>
          </a:solidFill>
          <a:ln w="19050">
            <a:solidFill>
              <a:srgbClr val="73737B"/>
            </a:solidFill>
            <a:prstDash val="solid"/>
          </a:ln>
        </p:spPr>
        <p:txBody>
          <a:bodyPr/>
          <a:lstStyle/>
          <a:p>
            <a:endParaRPr lang="ko-KR" altLang="en-US"/>
          </a:p>
        </p:txBody>
      </p:sp>
      <p:sp>
        <p:nvSpPr>
          <p:cNvPr id="510" name="cover-vector-11">
            <a:extLst>
              <a:ext uri="{FF2B5EF4-FFF2-40B4-BE49-F238E27FC236}">
                <a16:creationId xmlns:a16="http://schemas.microsoft.com/office/drawing/2014/main" id="{47018DD2-75A7-4241-BBC8-D41106CDC912}"/>
              </a:ext>
            </a:extLst>
          </p:cNvPr>
          <p:cNvSpPr>
            <a:spLocks noGrp="1"/>
          </p:cNvSpPr>
          <p:nvPr/>
        </p:nvSpPr>
        <p:spPr>
          <a:xfrm>
            <a:off x="4783931" y="2220726"/>
            <a:ext cx="180975" cy="2200275"/>
          </a:xfrm>
          <a:prstGeom prst="roundRect">
            <a:avLst>
              <a:gd name="adj" fmla="val 21053"/>
            </a:avLst>
          </a:prstGeom>
          <a:solidFill>
            <a:srgbClr val="E8E8ED"/>
          </a:solidFill>
          <a:ln w="19050">
            <a:solidFill>
              <a:srgbClr val="73737B"/>
            </a:solidFill>
            <a:prstDash val="solid"/>
          </a:ln>
        </p:spPr>
        <p:txBody>
          <a:bodyPr/>
          <a:lstStyle/>
          <a:p>
            <a:endParaRPr lang="ko-KR" altLang="en-US"/>
          </a:p>
        </p:txBody>
      </p:sp>
      <p:sp>
        <p:nvSpPr>
          <p:cNvPr id="511" name="cover-vector-12">
            <a:extLst>
              <a:ext uri="{FF2B5EF4-FFF2-40B4-BE49-F238E27FC236}">
                <a16:creationId xmlns:a16="http://schemas.microsoft.com/office/drawing/2014/main" id="{A657E482-1972-486C-A6B6-D544DFA35139}"/>
              </a:ext>
            </a:extLst>
          </p:cNvPr>
          <p:cNvSpPr>
            <a:spLocks noGrp="1"/>
          </p:cNvSpPr>
          <p:nvPr/>
        </p:nvSpPr>
        <p:spPr>
          <a:xfrm>
            <a:off x="850106" y="2258826"/>
            <a:ext cx="3933825" cy="161925"/>
          </a:xfrm>
          <a:prstGeom prst="roundRect">
            <a:avLst>
              <a:gd name="adj" fmla="val 17647"/>
            </a:avLst>
          </a:prstGeom>
          <a:solidFill>
            <a:srgbClr val="FFFFFF"/>
          </a:solidFill>
          <a:ln w="19050">
            <a:solidFill>
              <a:srgbClr val="73737B"/>
            </a:solidFill>
            <a:prstDash val="solid"/>
          </a:ln>
        </p:spPr>
        <p:txBody>
          <a:bodyPr/>
          <a:lstStyle/>
          <a:p>
            <a:endParaRPr lang="ko-KR" altLang="en-US"/>
          </a:p>
        </p:txBody>
      </p:sp>
      <p:sp>
        <p:nvSpPr>
          <p:cNvPr id="512" name="cover-vector-13">
            <a:extLst>
              <a:ext uri="{FF2B5EF4-FFF2-40B4-BE49-F238E27FC236}">
                <a16:creationId xmlns:a16="http://schemas.microsoft.com/office/drawing/2014/main" id="{965A0C0B-BE43-4C8C-8843-4490C7540DDC}"/>
              </a:ext>
            </a:extLst>
          </p:cNvPr>
          <p:cNvSpPr>
            <a:spLocks noGrp="1"/>
          </p:cNvSpPr>
          <p:nvPr/>
        </p:nvSpPr>
        <p:spPr>
          <a:xfrm>
            <a:off x="878681" y="2411226"/>
            <a:ext cx="3886200" cy="66675"/>
          </a:xfrm>
          <a:prstGeom prst="rect">
            <a:avLst/>
          </a:prstGeom>
          <a:solidFill>
            <a:srgbClr val="73737B"/>
          </a:solidFill>
          <a:ln w="0">
            <a:noFill/>
            <a:prstDash val="solid"/>
          </a:ln>
        </p:spPr>
        <p:txBody>
          <a:bodyPr/>
          <a:lstStyle/>
          <a:p>
            <a:endParaRPr lang="ko-KR" altLang="en-US"/>
          </a:p>
        </p:txBody>
      </p:sp>
      <p:sp>
        <p:nvSpPr>
          <p:cNvPr id="513" name="cover-vector-14">
            <a:extLst>
              <a:ext uri="{FF2B5EF4-FFF2-40B4-BE49-F238E27FC236}">
                <a16:creationId xmlns:a16="http://schemas.microsoft.com/office/drawing/2014/main" id="{B3653ED5-2085-43F9-929E-2EF7F0444E3A}"/>
              </a:ext>
            </a:extLst>
          </p:cNvPr>
          <p:cNvSpPr>
            <a:spLocks noGrp="1"/>
          </p:cNvSpPr>
          <p:nvPr/>
        </p:nvSpPr>
        <p:spPr>
          <a:xfrm>
            <a:off x="916781" y="2468376"/>
            <a:ext cx="66675" cy="57150"/>
          </a:xfrm>
          <a:prstGeom prst="rect">
            <a:avLst/>
          </a:prstGeom>
          <a:solidFill>
            <a:srgbClr val="73737B"/>
          </a:solidFill>
          <a:ln w="0">
            <a:noFill/>
            <a:prstDash val="solid"/>
          </a:ln>
        </p:spPr>
        <p:txBody>
          <a:bodyPr/>
          <a:lstStyle/>
          <a:p>
            <a:endParaRPr lang="ko-KR" altLang="en-US"/>
          </a:p>
        </p:txBody>
      </p:sp>
      <p:sp>
        <p:nvSpPr>
          <p:cNvPr id="514" name="cover-vector-15">
            <a:extLst>
              <a:ext uri="{FF2B5EF4-FFF2-40B4-BE49-F238E27FC236}">
                <a16:creationId xmlns:a16="http://schemas.microsoft.com/office/drawing/2014/main" id="{8963E179-4A6C-4C5E-953C-8EF4869E5B9F}"/>
              </a:ext>
            </a:extLst>
          </p:cNvPr>
          <p:cNvSpPr>
            <a:spLocks noGrp="1"/>
          </p:cNvSpPr>
          <p:nvPr/>
        </p:nvSpPr>
        <p:spPr>
          <a:xfrm>
            <a:off x="1050131" y="2468376"/>
            <a:ext cx="66675" cy="57150"/>
          </a:xfrm>
          <a:prstGeom prst="rect">
            <a:avLst/>
          </a:prstGeom>
          <a:solidFill>
            <a:srgbClr val="73737B"/>
          </a:solidFill>
          <a:ln w="0">
            <a:noFill/>
            <a:prstDash val="solid"/>
          </a:ln>
        </p:spPr>
        <p:txBody>
          <a:bodyPr/>
          <a:lstStyle/>
          <a:p>
            <a:endParaRPr lang="ko-KR" altLang="en-US"/>
          </a:p>
        </p:txBody>
      </p:sp>
      <p:sp>
        <p:nvSpPr>
          <p:cNvPr id="515" name="cover-vector-16">
            <a:extLst>
              <a:ext uri="{FF2B5EF4-FFF2-40B4-BE49-F238E27FC236}">
                <a16:creationId xmlns:a16="http://schemas.microsoft.com/office/drawing/2014/main" id="{F7F6E280-DA66-44B6-AD07-1C166066E1F6}"/>
              </a:ext>
            </a:extLst>
          </p:cNvPr>
          <p:cNvSpPr>
            <a:spLocks noGrp="1"/>
          </p:cNvSpPr>
          <p:nvPr/>
        </p:nvSpPr>
        <p:spPr>
          <a:xfrm>
            <a:off x="1183481" y="2468376"/>
            <a:ext cx="66675" cy="57150"/>
          </a:xfrm>
          <a:prstGeom prst="rect">
            <a:avLst/>
          </a:prstGeom>
          <a:solidFill>
            <a:srgbClr val="73737B"/>
          </a:solidFill>
          <a:ln w="0">
            <a:noFill/>
            <a:prstDash val="solid"/>
          </a:ln>
        </p:spPr>
        <p:txBody>
          <a:bodyPr/>
          <a:lstStyle/>
          <a:p>
            <a:endParaRPr lang="ko-KR" altLang="en-US"/>
          </a:p>
        </p:txBody>
      </p:sp>
      <p:sp>
        <p:nvSpPr>
          <p:cNvPr id="516" name="cover-vector-17">
            <a:extLst>
              <a:ext uri="{FF2B5EF4-FFF2-40B4-BE49-F238E27FC236}">
                <a16:creationId xmlns:a16="http://schemas.microsoft.com/office/drawing/2014/main" id="{10F90F2D-EAB8-43E5-AF0A-020B4AEBB545}"/>
              </a:ext>
            </a:extLst>
          </p:cNvPr>
          <p:cNvSpPr>
            <a:spLocks noGrp="1"/>
          </p:cNvSpPr>
          <p:nvPr/>
        </p:nvSpPr>
        <p:spPr>
          <a:xfrm>
            <a:off x="1316831" y="2468376"/>
            <a:ext cx="66675" cy="57150"/>
          </a:xfrm>
          <a:prstGeom prst="rect">
            <a:avLst/>
          </a:prstGeom>
          <a:solidFill>
            <a:srgbClr val="73737B"/>
          </a:solidFill>
          <a:ln w="0">
            <a:noFill/>
            <a:prstDash val="solid"/>
          </a:ln>
        </p:spPr>
        <p:txBody>
          <a:bodyPr/>
          <a:lstStyle/>
          <a:p>
            <a:endParaRPr lang="ko-KR" altLang="en-US"/>
          </a:p>
        </p:txBody>
      </p:sp>
      <p:sp>
        <p:nvSpPr>
          <p:cNvPr id="517" name="cover-vector-18">
            <a:extLst>
              <a:ext uri="{FF2B5EF4-FFF2-40B4-BE49-F238E27FC236}">
                <a16:creationId xmlns:a16="http://schemas.microsoft.com/office/drawing/2014/main" id="{8A32DC69-D4D0-4FE1-93ED-50E5C9CDACB1}"/>
              </a:ext>
            </a:extLst>
          </p:cNvPr>
          <p:cNvSpPr>
            <a:spLocks noGrp="1"/>
          </p:cNvSpPr>
          <p:nvPr/>
        </p:nvSpPr>
        <p:spPr>
          <a:xfrm>
            <a:off x="1450181" y="2468376"/>
            <a:ext cx="66675" cy="57150"/>
          </a:xfrm>
          <a:prstGeom prst="rect">
            <a:avLst/>
          </a:prstGeom>
          <a:solidFill>
            <a:srgbClr val="73737B"/>
          </a:solidFill>
          <a:ln w="0">
            <a:noFill/>
            <a:prstDash val="solid"/>
          </a:ln>
        </p:spPr>
        <p:txBody>
          <a:bodyPr/>
          <a:lstStyle/>
          <a:p>
            <a:endParaRPr lang="ko-KR" altLang="en-US"/>
          </a:p>
        </p:txBody>
      </p:sp>
      <p:sp>
        <p:nvSpPr>
          <p:cNvPr id="518" name="cover-vector-19">
            <a:extLst>
              <a:ext uri="{FF2B5EF4-FFF2-40B4-BE49-F238E27FC236}">
                <a16:creationId xmlns:a16="http://schemas.microsoft.com/office/drawing/2014/main" id="{971AE758-62EF-46B0-97F4-523EDF6D84E9}"/>
              </a:ext>
            </a:extLst>
          </p:cNvPr>
          <p:cNvSpPr>
            <a:spLocks noGrp="1"/>
          </p:cNvSpPr>
          <p:nvPr/>
        </p:nvSpPr>
        <p:spPr>
          <a:xfrm>
            <a:off x="1583531" y="2468376"/>
            <a:ext cx="66675" cy="57150"/>
          </a:xfrm>
          <a:prstGeom prst="rect">
            <a:avLst/>
          </a:prstGeom>
          <a:solidFill>
            <a:srgbClr val="73737B"/>
          </a:solidFill>
          <a:ln w="0">
            <a:noFill/>
            <a:prstDash val="solid"/>
          </a:ln>
        </p:spPr>
        <p:txBody>
          <a:bodyPr/>
          <a:lstStyle/>
          <a:p>
            <a:endParaRPr lang="ko-KR" altLang="en-US"/>
          </a:p>
        </p:txBody>
      </p:sp>
      <p:sp>
        <p:nvSpPr>
          <p:cNvPr id="519" name="cover-vector-20">
            <a:extLst>
              <a:ext uri="{FF2B5EF4-FFF2-40B4-BE49-F238E27FC236}">
                <a16:creationId xmlns:a16="http://schemas.microsoft.com/office/drawing/2014/main" id="{7F525F02-4B48-4A48-8362-1313B6C241CB}"/>
              </a:ext>
            </a:extLst>
          </p:cNvPr>
          <p:cNvSpPr>
            <a:spLocks noGrp="1"/>
          </p:cNvSpPr>
          <p:nvPr/>
        </p:nvSpPr>
        <p:spPr>
          <a:xfrm>
            <a:off x="1716881" y="2468376"/>
            <a:ext cx="66675" cy="57150"/>
          </a:xfrm>
          <a:prstGeom prst="rect">
            <a:avLst/>
          </a:prstGeom>
          <a:solidFill>
            <a:srgbClr val="73737B"/>
          </a:solidFill>
          <a:ln w="0">
            <a:noFill/>
            <a:prstDash val="solid"/>
          </a:ln>
        </p:spPr>
        <p:txBody>
          <a:bodyPr/>
          <a:lstStyle/>
          <a:p>
            <a:endParaRPr lang="ko-KR" altLang="en-US"/>
          </a:p>
        </p:txBody>
      </p:sp>
      <p:sp>
        <p:nvSpPr>
          <p:cNvPr id="520" name="cover-vector-21">
            <a:extLst>
              <a:ext uri="{FF2B5EF4-FFF2-40B4-BE49-F238E27FC236}">
                <a16:creationId xmlns:a16="http://schemas.microsoft.com/office/drawing/2014/main" id="{E76E78B0-44B4-4E1F-AB2F-62686816D3C3}"/>
              </a:ext>
            </a:extLst>
          </p:cNvPr>
          <p:cNvSpPr>
            <a:spLocks noGrp="1"/>
          </p:cNvSpPr>
          <p:nvPr/>
        </p:nvSpPr>
        <p:spPr>
          <a:xfrm>
            <a:off x="1850231" y="2468376"/>
            <a:ext cx="66675" cy="57150"/>
          </a:xfrm>
          <a:prstGeom prst="rect">
            <a:avLst/>
          </a:prstGeom>
          <a:solidFill>
            <a:srgbClr val="73737B"/>
          </a:solidFill>
          <a:ln w="0">
            <a:noFill/>
            <a:prstDash val="solid"/>
          </a:ln>
        </p:spPr>
        <p:txBody>
          <a:bodyPr/>
          <a:lstStyle/>
          <a:p>
            <a:endParaRPr lang="ko-KR" altLang="en-US"/>
          </a:p>
        </p:txBody>
      </p:sp>
      <p:sp>
        <p:nvSpPr>
          <p:cNvPr id="521" name="cover-vector-22">
            <a:extLst>
              <a:ext uri="{FF2B5EF4-FFF2-40B4-BE49-F238E27FC236}">
                <a16:creationId xmlns:a16="http://schemas.microsoft.com/office/drawing/2014/main" id="{6A294B75-C93C-4C90-92A6-C31812241FF4}"/>
              </a:ext>
            </a:extLst>
          </p:cNvPr>
          <p:cNvSpPr>
            <a:spLocks noGrp="1"/>
          </p:cNvSpPr>
          <p:nvPr/>
        </p:nvSpPr>
        <p:spPr>
          <a:xfrm>
            <a:off x="1983581" y="2468376"/>
            <a:ext cx="66675" cy="57150"/>
          </a:xfrm>
          <a:prstGeom prst="rect">
            <a:avLst/>
          </a:prstGeom>
          <a:solidFill>
            <a:srgbClr val="73737B"/>
          </a:solidFill>
          <a:ln w="0">
            <a:noFill/>
            <a:prstDash val="solid"/>
          </a:ln>
        </p:spPr>
        <p:txBody>
          <a:bodyPr/>
          <a:lstStyle/>
          <a:p>
            <a:endParaRPr lang="ko-KR" altLang="en-US"/>
          </a:p>
        </p:txBody>
      </p:sp>
      <p:sp>
        <p:nvSpPr>
          <p:cNvPr id="522" name="cover-vector-23">
            <a:extLst>
              <a:ext uri="{FF2B5EF4-FFF2-40B4-BE49-F238E27FC236}">
                <a16:creationId xmlns:a16="http://schemas.microsoft.com/office/drawing/2014/main" id="{2F9BCFE4-CC5E-43FD-8541-7542F324887B}"/>
              </a:ext>
            </a:extLst>
          </p:cNvPr>
          <p:cNvSpPr>
            <a:spLocks noGrp="1"/>
          </p:cNvSpPr>
          <p:nvPr/>
        </p:nvSpPr>
        <p:spPr>
          <a:xfrm>
            <a:off x="2116931" y="2468376"/>
            <a:ext cx="66675" cy="57150"/>
          </a:xfrm>
          <a:prstGeom prst="rect">
            <a:avLst/>
          </a:prstGeom>
          <a:solidFill>
            <a:srgbClr val="73737B"/>
          </a:solidFill>
          <a:ln w="0">
            <a:noFill/>
            <a:prstDash val="solid"/>
          </a:ln>
        </p:spPr>
        <p:txBody>
          <a:bodyPr/>
          <a:lstStyle/>
          <a:p>
            <a:endParaRPr lang="ko-KR" altLang="en-US"/>
          </a:p>
        </p:txBody>
      </p:sp>
      <p:sp>
        <p:nvSpPr>
          <p:cNvPr id="523" name="cover-vector-24">
            <a:extLst>
              <a:ext uri="{FF2B5EF4-FFF2-40B4-BE49-F238E27FC236}">
                <a16:creationId xmlns:a16="http://schemas.microsoft.com/office/drawing/2014/main" id="{7DB6B9F7-B06E-4E4A-83B1-A4FE3D16B63F}"/>
              </a:ext>
            </a:extLst>
          </p:cNvPr>
          <p:cNvSpPr>
            <a:spLocks noGrp="1"/>
          </p:cNvSpPr>
          <p:nvPr/>
        </p:nvSpPr>
        <p:spPr>
          <a:xfrm>
            <a:off x="2250281" y="2468376"/>
            <a:ext cx="66675" cy="57150"/>
          </a:xfrm>
          <a:prstGeom prst="rect">
            <a:avLst/>
          </a:prstGeom>
          <a:solidFill>
            <a:srgbClr val="73737B"/>
          </a:solidFill>
          <a:ln w="0">
            <a:noFill/>
            <a:prstDash val="solid"/>
          </a:ln>
        </p:spPr>
        <p:txBody>
          <a:bodyPr/>
          <a:lstStyle/>
          <a:p>
            <a:endParaRPr lang="ko-KR" altLang="en-US"/>
          </a:p>
        </p:txBody>
      </p:sp>
      <p:sp>
        <p:nvSpPr>
          <p:cNvPr id="524" name="cover-vector-25">
            <a:extLst>
              <a:ext uri="{FF2B5EF4-FFF2-40B4-BE49-F238E27FC236}">
                <a16:creationId xmlns:a16="http://schemas.microsoft.com/office/drawing/2014/main" id="{B9950242-E99B-4230-B2D5-9D8ED08E639B}"/>
              </a:ext>
            </a:extLst>
          </p:cNvPr>
          <p:cNvSpPr>
            <a:spLocks noGrp="1"/>
          </p:cNvSpPr>
          <p:nvPr/>
        </p:nvSpPr>
        <p:spPr>
          <a:xfrm>
            <a:off x="2383631" y="2468376"/>
            <a:ext cx="66675" cy="57150"/>
          </a:xfrm>
          <a:prstGeom prst="rect">
            <a:avLst/>
          </a:prstGeom>
          <a:solidFill>
            <a:srgbClr val="73737B"/>
          </a:solidFill>
          <a:ln w="0">
            <a:noFill/>
            <a:prstDash val="solid"/>
          </a:ln>
        </p:spPr>
        <p:txBody>
          <a:bodyPr/>
          <a:lstStyle/>
          <a:p>
            <a:endParaRPr lang="ko-KR" altLang="en-US"/>
          </a:p>
        </p:txBody>
      </p:sp>
      <p:sp>
        <p:nvSpPr>
          <p:cNvPr id="525" name="cover-vector-26">
            <a:extLst>
              <a:ext uri="{FF2B5EF4-FFF2-40B4-BE49-F238E27FC236}">
                <a16:creationId xmlns:a16="http://schemas.microsoft.com/office/drawing/2014/main" id="{03B4F4C8-859B-4849-93F1-0D6AEA4053F8}"/>
              </a:ext>
            </a:extLst>
          </p:cNvPr>
          <p:cNvSpPr>
            <a:spLocks noGrp="1"/>
          </p:cNvSpPr>
          <p:nvPr/>
        </p:nvSpPr>
        <p:spPr>
          <a:xfrm>
            <a:off x="2516981" y="2468376"/>
            <a:ext cx="66675" cy="57150"/>
          </a:xfrm>
          <a:prstGeom prst="rect">
            <a:avLst/>
          </a:prstGeom>
          <a:solidFill>
            <a:srgbClr val="73737B"/>
          </a:solidFill>
          <a:ln w="0">
            <a:noFill/>
            <a:prstDash val="solid"/>
          </a:ln>
        </p:spPr>
        <p:txBody>
          <a:bodyPr/>
          <a:lstStyle/>
          <a:p>
            <a:endParaRPr lang="ko-KR" altLang="en-US"/>
          </a:p>
        </p:txBody>
      </p:sp>
      <p:sp>
        <p:nvSpPr>
          <p:cNvPr id="526" name="cover-vector-27">
            <a:extLst>
              <a:ext uri="{FF2B5EF4-FFF2-40B4-BE49-F238E27FC236}">
                <a16:creationId xmlns:a16="http://schemas.microsoft.com/office/drawing/2014/main" id="{9A706B8F-4EFE-4CDF-AFAC-A86781049D5C}"/>
              </a:ext>
            </a:extLst>
          </p:cNvPr>
          <p:cNvSpPr>
            <a:spLocks noGrp="1"/>
          </p:cNvSpPr>
          <p:nvPr/>
        </p:nvSpPr>
        <p:spPr>
          <a:xfrm>
            <a:off x="2650331" y="2468376"/>
            <a:ext cx="66675" cy="57150"/>
          </a:xfrm>
          <a:prstGeom prst="rect">
            <a:avLst/>
          </a:prstGeom>
          <a:solidFill>
            <a:srgbClr val="73737B"/>
          </a:solidFill>
          <a:ln w="0">
            <a:noFill/>
            <a:prstDash val="solid"/>
          </a:ln>
        </p:spPr>
        <p:txBody>
          <a:bodyPr/>
          <a:lstStyle/>
          <a:p>
            <a:endParaRPr lang="ko-KR" altLang="en-US"/>
          </a:p>
        </p:txBody>
      </p:sp>
      <p:sp>
        <p:nvSpPr>
          <p:cNvPr id="527" name="cover-vector-28">
            <a:extLst>
              <a:ext uri="{FF2B5EF4-FFF2-40B4-BE49-F238E27FC236}">
                <a16:creationId xmlns:a16="http://schemas.microsoft.com/office/drawing/2014/main" id="{324C31A9-A915-430B-9D4F-3B670589DBF0}"/>
              </a:ext>
            </a:extLst>
          </p:cNvPr>
          <p:cNvSpPr>
            <a:spLocks noGrp="1"/>
          </p:cNvSpPr>
          <p:nvPr/>
        </p:nvSpPr>
        <p:spPr>
          <a:xfrm>
            <a:off x="2783681" y="2468376"/>
            <a:ext cx="66675" cy="57150"/>
          </a:xfrm>
          <a:prstGeom prst="rect">
            <a:avLst/>
          </a:prstGeom>
          <a:solidFill>
            <a:srgbClr val="73737B"/>
          </a:solidFill>
          <a:ln w="0">
            <a:noFill/>
            <a:prstDash val="solid"/>
          </a:ln>
        </p:spPr>
        <p:txBody>
          <a:bodyPr/>
          <a:lstStyle/>
          <a:p>
            <a:endParaRPr lang="ko-KR" altLang="en-US"/>
          </a:p>
        </p:txBody>
      </p:sp>
      <p:sp>
        <p:nvSpPr>
          <p:cNvPr id="528" name="cover-vector-29">
            <a:extLst>
              <a:ext uri="{FF2B5EF4-FFF2-40B4-BE49-F238E27FC236}">
                <a16:creationId xmlns:a16="http://schemas.microsoft.com/office/drawing/2014/main" id="{5FBFD441-667F-4A73-AF2B-7DBBCCD8B802}"/>
              </a:ext>
            </a:extLst>
          </p:cNvPr>
          <p:cNvSpPr>
            <a:spLocks noGrp="1"/>
          </p:cNvSpPr>
          <p:nvPr/>
        </p:nvSpPr>
        <p:spPr>
          <a:xfrm>
            <a:off x="2917031" y="2468376"/>
            <a:ext cx="66675" cy="57150"/>
          </a:xfrm>
          <a:prstGeom prst="rect">
            <a:avLst/>
          </a:prstGeom>
          <a:solidFill>
            <a:srgbClr val="73737B"/>
          </a:solidFill>
          <a:ln w="0">
            <a:noFill/>
            <a:prstDash val="solid"/>
          </a:ln>
        </p:spPr>
        <p:txBody>
          <a:bodyPr/>
          <a:lstStyle/>
          <a:p>
            <a:endParaRPr lang="ko-KR" altLang="en-US"/>
          </a:p>
        </p:txBody>
      </p:sp>
      <p:sp>
        <p:nvSpPr>
          <p:cNvPr id="529" name="cover-vector-30">
            <a:extLst>
              <a:ext uri="{FF2B5EF4-FFF2-40B4-BE49-F238E27FC236}">
                <a16:creationId xmlns:a16="http://schemas.microsoft.com/office/drawing/2014/main" id="{3EC3184B-020B-4A47-AB6C-96C961AD7FF1}"/>
              </a:ext>
            </a:extLst>
          </p:cNvPr>
          <p:cNvSpPr>
            <a:spLocks noGrp="1"/>
          </p:cNvSpPr>
          <p:nvPr/>
        </p:nvSpPr>
        <p:spPr>
          <a:xfrm>
            <a:off x="3050381" y="2468376"/>
            <a:ext cx="66675" cy="57150"/>
          </a:xfrm>
          <a:prstGeom prst="rect">
            <a:avLst/>
          </a:prstGeom>
          <a:solidFill>
            <a:srgbClr val="73737B"/>
          </a:solidFill>
          <a:ln w="0">
            <a:noFill/>
            <a:prstDash val="solid"/>
          </a:ln>
        </p:spPr>
        <p:txBody>
          <a:bodyPr/>
          <a:lstStyle/>
          <a:p>
            <a:endParaRPr lang="ko-KR" altLang="en-US"/>
          </a:p>
        </p:txBody>
      </p:sp>
      <p:sp>
        <p:nvSpPr>
          <p:cNvPr id="530" name="cover-vector-31">
            <a:extLst>
              <a:ext uri="{FF2B5EF4-FFF2-40B4-BE49-F238E27FC236}">
                <a16:creationId xmlns:a16="http://schemas.microsoft.com/office/drawing/2014/main" id="{7274E632-4656-444B-9273-05886E926F71}"/>
              </a:ext>
            </a:extLst>
          </p:cNvPr>
          <p:cNvSpPr>
            <a:spLocks noGrp="1"/>
          </p:cNvSpPr>
          <p:nvPr/>
        </p:nvSpPr>
        <p:spPr>
          <a:xfrm>
            <a:off x="3183731" y="2468376"/>
            <a:ext cx="66675" cy="57150"/>
          </a:xfrm>
          <a:prstGeom prst="rect">
            <a:avLst/>
          </a:prstGeom>
          <a:solidFill>
            <a:srgbClr val="73737B"/>
          </a:solidFill>
          <a:ln w="0">
            <a:noFill/>
            <a:prstDash val="solid"/>
          </a:ln>
        </p:spPr>
        <p:txBody>
          <a:bodyPr/>
          <a:lstStyle/>
          <a:p>
            <a:endParaRPr lang="ko-KR" altLang="en-US"/>
          </a:p>
        </p:txBody>
      </p:sp>
      <p:sp>
        <p:nvSpPr>
          <p:cNvPr id="531" name="cover-vector-32">
            <a:extLst>
              <a:ext uri="{FF2B5EF4-FFF2-40B4-BE49-F238E27FC236}">
                <a16:creationId xmlns:a16="http://schemas.microsoft.com/office/drawing/2014/main" id="{B77A1AD5-4985-4512-A9F9-D770EB8D69F3}"/>
              </a:ext>
            </a:extLst>
          </p:cNvPr>
          <p:cNvSpPr>
            <a:spLocks noGrp="1"/>
          </p:cNvSpPr>
          <p:nvPr/>
        </p:nvSpPr>
        <p:spPr>
          <a:xfrm>
            <a:off x="3317081" y="2468376"/>
            <a:ext cx="66675" cy="57150"/>
          </a:xfrm>
          <a:prstGeom prst="rect">
            <a:avLst/>
          </a:prstGeom>
          <a:solidFill>
            <a:srgbClr val="73737B"/>
          </a:solidFill>
          <a:ln w="0">
            <a:noFill/>
            <a:prstDash val="solid"/>
          </a:ln>
        </p:spPr>
        <p:txBody>
          <a:bodyPr/>
          <a:lstStyle/>
          <a:p>
            <a:endParaRPr lang="ko-KR" altLang="en-US"/>
          </a:p>
        </p:txBody>
      </p:sp>
      <p:sp>
        <p:nvSpPr>
          <p:cNvPr id="532" name="cover-vector-33">
            <a:extLst>
              <a:ext uri="{FF2B5EF4-FFF2-40B4-BE49-F238E27FC236}">
                <a16:creationId xmlns:a16="http://schemas.microsoft.com/office/drawing/2014/main" id="{42AC5DC9-EE38-4CFB-A0CB-390B43F0EB74}"/>
              </a:ext>
            </a:extLst>
          </p:cNvPr>
          <p:cNvSpPr>
            <a:spLocks noGrp="1"/>
          </p:cNvSpPr>
          <p:nvPr/>
        </p:nvSpPr>
        <p:spPr>
          <a:xfrm>
            <a:off x="3450431" y="2468376"/>
            <a:ext cx="66675" cy="57150"/>
          </a:xfrm>
          <a:prstGeom prst="rect">
            <a:avLst/>
          </a:prstGeom>
          <a:solidFill>
            <a:srgbClr val="73737B"/>
          </a:solidFill>
          <a:ln w="0">
            <a:noFill/>
            <a:prstDash val="solid"/>
          </a:ln>
        </p:spPr>
        <p:txBody>
          <a:bodyPr/>
          <a:lstStyle/>
          <a:p>
            <a:endParaRPr lang="ko-KR" altLang="en-US"/>
          </a:p>
        </p:txBody>
      </p:sp>
      <p:sp>
        <p:nvSpPr>
          <p:cNvPr id="533" name="cover-vector-34">
            <a:extLst>
              <a:ext uri="{FF2B5EF4-FFF2-40B4-BE49-F238E27FC236}">
                <a16:creationId xmlns:a16="http://schemas.microsoft.com/office/drawing/2014/main" id="{FDEED5B7-C699-4FA4-8855-4C799127F382}"/>
              </a:ext>
            </a:extLst>
          </p:cNvPr>
          <p:cNvSpPr>
            <a:spLocks noGrp="1"/>
          </p:cNvSpPr>
          <p:nvPr/>
        </p:nvSpPr>
        <p:spPr>
          <a:xfrm>
            <a:off x="3583781" y="2468376"/>
            <a:ext cx="66675" cy="57150"/>
          </a:xfrm>
          <a:prstGeom prst="rect">
            <a:avLst/>
          </a:prstGeom>
          <a:solidFill>
            <a:srgbClr val="73737B"/>
          </a:solidFill>
          <a:ln w="0">
            <a:noFill/>
            <a:prstDash val="solid"/>
          </a:ln>
        </p:spPr>
        <p:txBody>
          <a:bodyPr/>
          <a:lstStyle/>
          <a:p>
            <a:endParaRPr lang="ko-KR" altLang="en-US"/>
          </a:p>
        </p:txBody>
      </p:sp>
      <p:sp>
        <p:nvSpPr>
          <p:cNvPr id="534" name="cover-vector-35">
            <a:extLst>
              <a:ext uri="{FF2B5EF4-FFF2-40B4-BE49-F238E27FC236}">
                <a16:creationId xmlns:a16="http://schemas.microsoft.com/office/drawing/2014/main" id="{B760E95A-4FC9-43ED-990D-C0D796D8C70D}"/>
              </a:ext>
            </a:extLst>
          </p:cNvPr>
          <p:cNvSpPr>
            <a:spLocks noGrp="1"/>
          </p:cNvSpPr>
          <p:nvPr/>
        </p:nvSpPr>
        <p:spPr>
          <a:xfrm>
            <a:off x="3717131" y="2468376"/>
            <a:ext cx="66675" cy="57150"/>
          </a:xfrm>
          <a:prstGeom prst="rect">
            <a:avLst/>
          </a:prstGeom>
          <a:solidFill>
            <a:srgbClr val="73737B"/>
          </a:solidFill>
          <a:ln w="0">
            <a:noFill/>
            <a:prstDash val="solid"/>
          </a:ln>
        </p:spPr>
        <p:txBody>
          <a:bodyPr/>
          <a:lstStyle/>
          <a:p>
            <a:endParaRPr lang="ko-KR" altLang="en-US"/>
          </a:p>
        </p:txBody>
      </p:sp>
      <p:sp>
        <p:nvSpPr>
          <p:cNvPr id="535" name="cover-vector-36">
            <a:extLst>
              <a:ext uri="{FF2B5EF4-FFF2-40B4-BE49-F238E27FC236}">
                <a16:creationId xmlns:a16="http://schemas.microsoft.com/office/drawing/2014/main" id="{8898C3B5-942C-4F2C-80A7-E06658152046}"/>
              </a:ext>
            </a:extLst>
          </p:cNvPr>
          <p:cNvSpPr>
            <a:spLocks noGrp="1"/>
          </p:cNvSpPr>
          <p:nvPr/>
        </p:nvSpPr>
        <p:spPr>
          <a:xfrm>
            <a:off x="3850481" y="2468376"/>
            <a:ext cx="66675" cy="57150"/>
          </a:xfrm>
          <a:prstGeom prst="rect">
            <a:avLst/>
          </a:prstGeom>
          <a:solidFill>
            <a:srgbClr val="73737B"/>
          </a:solidFill>
          <a:ln w="0">
            <a:noFill/>
            <a:prstDash val="solid"/>
          </a:ln>
        </p:spPr>
        <p:txBody>
          <a:bodyPr/>
          <a:lstStyle/>
          <a:p>
            <a:endParaRPr lang="ko-KR" altLang="en-US"/>
          </a:p>
        </p:txBody>
      </p:sp>
      <p:sp>
        <p:nvSpPr>
          <p:cNvPr id="536" name="cover-vector-37">
            <a:extLst>
              <a:ext uri="{FF2B5EF4-FFF2-40B4-BE49-F238E27FC236}">
                <a16:creationId xmlns:a16="http://schemas.microsoft.com/office/drawing/2014/main" id="{F7D3AC79-C257-4701-BE2D-6A17651367CC}"/>
              </a:ext>
            </a:extLst>
          </p:cNvPr>
          <p:cNvSpPr>
            <a:spLocks noGrp="1"/>
          </p:cNvSpPr>
          <p:nvPr/>
        </p:nvSpPr>
        <p:spPr>
          <a:xfrm>
            <a:off x="3983831" y="2468376"/>
            <a:ext cx="66675" cy="57150"/>
          </a:xfrm>
          <a:prstGeom prst="rect">
            <a:avLst/>
          </a:prstGeom>
          <a:solidFill>
            <a:srgbClr val="73737B"/>
          </a:solidFill>
          <a:ln w="0">
            <a:noFill/>
            <a:prstDash val="solid"/>
          </a:ln>
        </p:spPr>
        <p:txBody>
          <a:bodyPr/>
          <a:lstStyle/>
          <a:p>
            <a:endParaRPr lang="ko-KR" altLang="en-US"/>
          </a:p>
        </p:txBody>
      </p:sp>
      <p:sp>
        <p:nvSpPr>
          <p:cNvPr id="537" name="cover-vector-38">
            <a:extLst>
              <a:ext uri="{FF2B5EF4-FFF2-40B4-BE49-F238E27FC236}">
                <a16:creationId xmlns:a16="http://schemas.microsoft.com/office/drawing/2014/main" id="{0B096615-51B8-4FE0-9CB5-4ED59DF5FF7B}"/>
              </a:ext>
            </a:extLst>
          </p:cNvPr>
          <p:cNvSpPr>
            <a:spLocks noGrp="1"/>
          </p:cNvSpPr>
          <p:nvPr/>
        </p:nvSpPr>
        <p:spPr>
          <a:xfrm>
            <a:off x="4117181" y="2468376"/>
            <a:ext cx="66675" cy="57150"/>
          </a:xfrm>
          <a:prstGeom prst="rect">
            <a:avLst/>
          </a:prstGeom>
          <a:solidFill>
            <a:srgbClr val="73737B"/>
          </a:solidFill>
          <a:ln w="0">
            <a:noFill/>
            <a:prstDash val="solid"/>
          </a:ln>
        </p:spPr>
        <p:txBody>
          <a:bodyPr/>
          <a:lstStyle/>
          <a:p>
            <a:endParaRPr lang="ko-KR" altLang="en-US"/>
          </a:p>
        </p:txBody>
      </p:sp>
      <p:sp>
        <p:nvSpPr>
          <p:cNvPr id="538" name="cover-vector-39">
            <a:extLst>
              <a:ext uri="{FF2B5EF4-FFF2-40B4-BE49-F238E27FC236}">
                <a16:creationId xmlns:a16="http://schemas.microsoft.com/office/drawing/2014/main" id="{58ADEE39-C7BA-4D3F-AD2F-90EFCC78E14F}"/>
              </a:ext>
            </a:extLst>
          </p:cNvPr>
          <p:cNvSpPr>
            <a:spLocks noGrp="1"/>
          </p:cNvSpPr>
          <p:nvPr/>
        </p:nvSpPr>
        <p:spPr>
          <a:xfrm>
            <a:off x="4250531" y="2468376"/>
            <a:ext cx="66675" cy="57150"/>
          </a:xfrm>
          <a:prstGeom prst="rect">
            <a:avLst/>
          </a:prstGeom>
          <a:solidFill>
            <a:srgbClr val="73737B"/>
          </a:solidFill>
          <a:ln w="0">
            <a:noFill/>
            <a:prstDash val="solid"/>
          </a:ln>
        </p:spPr>
        <p:txBody>
          <a:bodyPr/>
          <a:lstStyle/>
          <a:p>
            <a:endParaRPr lang="ko-KR" altLang="en-US"/>
          </a:p>
        </p:txBody>
      </p:sp>
      <p:sp>
        <p:nvSpPr>
          <p:cNvPr id="539" name="cover-vector-40">
            <a:extLst>
              <a:ext uri="{FF2B5EF4-FFF2-40B4-BE49-F238E27FC236}">
                <a16:creationId xmlns:a16="http://schemas.microsoft.com/office/drawing/2014/main" id="{1F24C192-FFEA-4BB8-AC3C-C3D6E34EB6B8}"/>
              </a:ext>
            </a:extLst>
          </p:cNvPr>
          <p:cNvSpPr>
            <a:spLocks noGrp="1"/>
          </p:cNvSpPr>
          <p:nvPr/>
        </p:nvSpPr>
        <p:spPr>
          <a:xfrm>
            <a:off x="4383881" y="2468376"/>
            <a:ext cx="66675" cy="57150"/>
          </a:xfrm>
          <a:prstGeom prst="rect">
            <a:avLst/>
          </a:prstGeom>
          <a:solidFill>
            <a:srgbClr val="73737B"/>
          </a:solidFill>
          <a:ln w="0">
            <a:noFill/>
            <a:prstDash val="solid"/>
          </a:ln>
        </p:spPr>
        <p:txBody>
          <a:bodyPr/>
          <a:lstStyle/>
          <a:p>
            <a:endParaRPr lang="ko-KR" altLang="en-US"/>
          </a:p>
        </p:txBody>
      </p:sp>
      <p:sp>
        <p:nvSpPr>
          <p:cNvPr id="540" name="cover-vector-41">
            <a:extLst>
              <a:ext uri="{FF2B5EF4-FFF2-40B4-BE49-F238E27FC236}">
                <a16:creationId xmlns:a16="http://schemas.microsoft.com/office/drawing/2014/main" id="{F9BDAD9B-44F5-450A-B834-3A9BEC203B8A}"/>
              </a:ext>
            </a:extLst>
          </p:cNvPr>
          <p:cNvSpPr>
            <a:spLocks noGrp="1"/>
          </p:cNvSpPr>
          <p:nvPr/>
        </p:nvSpPr>
        <p:spPr>
          <a:xfrm>
            <a:off x="4517231" y="2468376"/>
            <a:ext cx="66675" cy="57150"/>
          </a:xfrm>
          <a:prstGeom prst="rect">
            <a:avLst/>
          </a:prstGeom>
          <a:solidFill>
            <a:srgbClr val="73737B"/>
          </a:solidFill>
          <a:ln w="0">
            <a:noFill/>
            <a:prstDash val="solid"/>
          </a:ln>
        </p:spPr>
        <p:txBody>
          <a:bodyPr/>
          <a:lstStyle/>
          <a:p>
            <a:endParaRPr lang="ko-KR" altLang="en-US"/>
          </a:p>
        </p:txBody>
      </p:sp>
      <p:sp>
        <p:nvSpPr>
          <p:cNvPr id="541" name="cover-vector-42">
            <a:extLst>
              <a:ext uri="{FF2B5EF4-FFF2-40B4-BE49-F238E27FC236}">
                <a16:creationId xmlns:a16="http://schemas.microsoft.com/office/drawing/2014/main" id="{62B57472-2BD1-4C91-B4DE-51B9F2836B06}"/>
              </a:ext>
            </a:extLst>
          </p:cNvPr>
          <p:cNvSpPr>
            <a:spLocks noGrp="1"/>
          </p:cNvSpPr>
          <p:nvPr/>
        </p:nvSpPr>
        <p:spPr>
          <a:xfrm>
            <a:off x="4650581" y="2468376"/>
            <a:ext cx="66675" cy="57150"/>
          </a:xfrm>
          <a:prstGeom prst="rect">
            <a:avLst/>
          </a:prstGeom>
          <a:solidFill>
            <a:srgbClr val="73737B"/>
          </a:solidFill>
          <a:ln w="0">
            <a:noFill/>
            <a:prstDash val="solid"/>
          </a:ln>
        </p:spPr>
        <p:txBody>
          <a:bodyPr/>
          <a:lstStyle/>
          <a:p>
            <a:endParaRPr lang="ko-KR" altLang="en-US"/>
          </a:p>
        </p:txBody>
      </p:sp>
      <p:sp>
        <p:nvSpPr>
          <p:cNvPr id="542" name="cover-vector-43">
            <a:extLst>
              <a:ext uri="{FF2B5EF4-FFF2-40B4-BE49-F238E27FC236}">
                <a16:creationId xmlns:a16="http://schemas.microsoft.com/office/drawing/2014/main" id="{703C5109-26CE-417F-AA98-3227A4A67AAE}"/>
              </a:ext>
            </a:extLst>
          </p:cNvPr>
          <p:cNvSpPr>
            <a:spLocks noGrp="1"/>
          </p:cNvSpPr>
          <p:nvPr/>
        </p:nvSpPr>
        <p:spPr>
          <a:xfrm>
            <a:off x="516731" y="4392426"/>
            <a:ext cx="485775" cy="114300"/>
          </a:xfrm>
          <a:prstGeom prst="roundRect">
            <a:avLst>
              <a:gd name="adj" fmla="val 33333"/>
            </a:avLst>
          </a:prstGeom>
          <a:solidFill>
            <a:srgbClr val="D2D2D7"/>
          </a:solidFill>
          <a:ln w="0">
            <a:noFill/>
            <a:prstDash val="solid"/>
          </a:ln>
        </p:spPr>
        <p:txBody>
          <a:bodyPr/>
          <a:lstStyle/>
          <a:p>
            <a:endParaRPr lang="ko-KR" altLang="en-US"/>
          </a:p>
        </p:txBody>
      </p:sp>
      <p:sp>
        <p:nvSpPr>
          <p:cNvPr id="543" name="cover-vector-44">
            <a:extLst>
              <a:ext uri="{FF2B5EF4-FFF2-40B4-BE49-F238E27FC236}">
                <a16:creationId xmlns:a16="http://schemas.microsoft.com/office/drawing/2014/main" id="{B19DBC22-7A7A-4551-AAB1-C569EFAB6A11}"/>
              </a:ext>
            </a:extLst>
          </p:cNvPr>
          <p:cNvSpPr>
            <a:spLocks noGrp="1"/>
          </p:cNvSpPr>
          <p:nvPr/>
        </p:nvSpPr>
        <p:spPr>
          <a:xfrm>
            <a:off x="4631531" y="4392426"/>
            <a:ext cx="485775" cy="114300"/>
          </a:xfrm>
          <a:prstGeom prst="roundRect">
            <a:avLst>
              <a:gd name="adj" fmla="val 33333"/>
            </a:avLst>
          </a:prstGeom>
          <a:solidFill>
            <a:srgbClr val="D2D2D7"/>
          </a:solidFill>
          <a:ln w="0">
            <a:noFill/>
            <a:prstDash val="solid"/>
          </a:ln>
        </p:spPr>
        <p:txBody>
          <a:bodyPr/>
          <a:lstStyle/>
          <a:p>
            <a:endParaRPr lang="ko-KR" altLang="en-US"/>
          </a:p>
        </p:txBody>
      </p:sp>
      <p:sp>
        <p:nvSpPr>
          <p:cNvPr id="544" name="cover-vector-45">
            <a:extLst>
              <a:ext uri="{FF2B5EF4-FFF2-40B4-BE49-F238E27FC236}">
                <a16:creationId xmlns:a16="http://schemas.microsoft.com/office/drawing/2014/main" id="{4EC75651-EF1D-45EB-9ECC-4CD4459805E7}"/>
              </a:ext>
            </a:extLst>
          </p:cNvPr>
          <p:cNvSpPr>
            <a:spLocks noGrp="1"/>
          </p:cNvSpPr>
          <p:nvPr/>
        </p:nvSpPr>
        <p:spPr>
          <a:xfrm>
            <a:off x="2421731" y="2173101"/>
            <a:ext cx="609600" cy="495300"/>
          </a:xfrm>
          <a:prstGeom prst="roundRect">
            <a:avLst>
              <a:gd name="adj" fmla="val 15385"/>
            </a:avLst>
          </a:prstGeom>
          <a:solidFill>
            <a:srgbClr val="E7F1FC"/>
          </a:solidFill>
          <a:ln w="19050">
            <a:solidFill>
              <a:srgbClr val="0066CC"/>
            </a:solidFill>
            <a:prstDash val="solid"/>
          </a:ln>
        </p:spPr>
        <p:txBody>
          <a:bodyPr/>
          <a:lstStyle/>
          <a:p>
            <a:endParaRPr lang="ko-KR" altLang="en-US"/>
          </a:p>
        </p:txBody>
      </p:sp>
      <p:sp>
        <p:nvSpPr>
          <p:cNvPr id="545" name="cover-vector-46">
            <a:extLst>
              <a:ext uri="{FF2B5EF4-FFF2-40B4-BE49-F238E27FC236}">
                <a16:creationId xmlns:a16="http://schemas.microsoft.com/office/drawing/2014/main" id="{8979C77C-A10F-45FE-AACA-2E3D231D2613}"/>
              </a:ext>
            </a:extLst>
          </p:cNvPr>
          <p:cNvSpPr>
            <a:spLocks noGrp="1"/>
          </p:cNvSpPr>
          <p:nvPr/>
        </p:nvSpPr>
        <p:spPr>
          <a:xfrm>
            <a:off x="2593181" y="2258826"/>
            <a:ext cx="257175" cy="257175"/>
          </a:xfrm>
          <a:prstGeom prst="ellipse">
            <a:avLst/>
          </a:prstGeom>
          <a:solidFill>
            <a:srgbClr val="0066CC"/>
          </a:solidFill>
          <a:ln w="0">
            <a:noFill/>
            <a:prstDash val="solid"/>
          </a:ln>
        </p:spPr>
        <p:txBody>
          <a:bodyPr/>
          <a:lstStyle/>
          <a:p>
            <a:endParaRPr lang="ko-KR" altLang="en-US"/>
          </a:p>
        </p:txBody>
      </p:sp>
      <p:sp>
        <p:nvSpPr>
          <p:cNvPr id="546" name="cover-vector-47">
            <a:extLst>
              <a:ext uri="{FF2B5EF4-FFF2-40B4-BE49-F238E27FC236}">
                <a16:creationId xmlns:a16="http://schemas.microsoft.com/office/drawing/2014/main" id="{6B74542B-452B-4E2C-88F0-8245EFB9005D}"/>
              </a:ext>
            </a:extLst>
          </p:cNvPr>
          <p:cNvSpPr>
            <a:spLocks noGrp="1"/>
          </p:cNvSpPr>
          <p:nvPr/>
        </p:nvSpPr>
        <p:spPr>
          <a:xfrm>
            <a:off x="2688431" y="2354076"/>
            <a:ext cx="76200" cy="76200"/>
          </a:xfrm>
          <a:prstGeom prst="ellipse">
            <a:avLst/>
          </a:prstGeom>
          <a:solidFill>
            <a:srgbClr val="FFFFFF"/>
          </a:solidFill>
          <a:ln w="0">
            <a:noFill/>
            <a:prstDash val="solid"/>
          </a:ln>
        </p:spPr>
        <p:txBody>
          <a:bodyPr/>
          <a:lstStyle/>
          <a:p>
            <a:endParaRPr lang="ko-KR" altLang="en-US"/>
          </a:p>
        </p:txBody>
      </p:sp>
      <p:sp>
        <p:nvSpPr>
          <p:cNvPr id="547" name="cover-vector-48">
            <a:extLst>
              <a:ext uri="{FF2B5EF4-FFF2-40B4-BE49-F238E27FC236}">
                <a16:creationId xmlns:a16="http://schemas.microsoft.com/office/drawing/2014/main" id="{7F4CF44D-C16C-41F4-934B-3A7037256170}"/>
              </a:ext>
            </a:extLst>
          </p:cNvPr>
          <p:cNvSpPr>
            <a:spLocks noGrp="1"/>
          </p:cNvSpPr>
          <p:nvPr/>
        </p:nvSpPr>
        <p:spPr>
          <a:xfrm>
            <a:off x="2383631" y="2677926"/>
            <a:ext cx="685800" cy="371475"/>
          </a:xfrm>
          <a:prstGeom prst="roundRect">
            <a:avLst>
              <a:gd name="adj" fmla="val 23077"/>
            </a:avLst>
          </a:prstGeom>
          <a:solidFill>
            <a:srgbClr val="1D1D1F"/>
          </a:solidFill>
          <a:ln w="0">
            <a:noFill/>
            <a:prstDash val="solid"/>
          </a:ln>
        </p:spPr>
        <p:txBody>
          <a:bodyPr/>
          <a:lstStyle/>
          <a:p>
            <a:endParaRPr lang="ko-KR" altLang="en-US"/>
          </a:p>
        </p:txBody>
      </p:sp>
      <p:sp>
        <p:nvSpPr>
          <p:cNvPr id="548" name="cover-vector-49">
            <a:extLst>
              <a:ext uri="{FF2B5EF4-FFF2-40B4-BE49-F238E27FC236}">
                <a16:creationId xmlns:a16="http://schemas.microsoft.com/office/drawing/2014/main" id="{24282C01-AA98-4D2D-9FD8-DAA83ECB9F72}"/>
              </a:ext>
            </a:extLst>
          </p:cNvPr>
          <p:cNvSpPr>
            <a:spLocks noGrp="1"/>
          </p:cNvSpPr>
          <p:nvPr/>
        </p:nvSpPr>
        <p:spPr>
          <a:xfrm>
            <a:off x="2516981" y="3011301"/>
            <a:ext cx="419100" cy="161925"/>
          </a:xfrm>
          <a:prstGeom prst="roundRect">
            <a:avLst>
              <a:gd name="adj" fmla="val 29412"/>
            </a:avLst>
          </a:prstGeom>
          <a:solidFill>
            <a:srgbClr val="1D1D1F"/>
          </a:solidFill>
          <a:ln w="0">
            <a:noFill/>
            <a:prstDash val="solid"/>
          </a:ln>
        </p:spPr>
        <p:txBody>
          <a:bodyPr/>
          <a:lstStyle/>
          <a:p>
            <a:endParaRPr lang="ko-KR" altLang="en-US"/>
          </a:p>
        </p:txBody>
      </p:sp>
      <p:sp>
        <p:nvSpPr>
          <p:cNvPr id="549" name="cover-vector-50">
            <a:extLst>
              <a:ext uri="{FF2B5EF4-FFF2-40B4-BE49-F238E27FC236}">
                <a16:creationId xmlns:a16="http://schemas.microsoft.com/office/drawing/2014/main" id="{149612FB-5E3B-4261-BE0E-67CFCDDE1584}"/>
              </a:ext>
            </a:extLst>
          </p:cNvPr>
          <p:cNvSpPr>
            <a:spLocks noGrp="1"/>
          </p:cNvSpPr>
          <p:nvPr/>
        </p:nvSpPr>
        <p:spPr>
          <a:xfrm>
            <a:off x="2602706" y="3097026"/>
            <a:ext cx="247650" cy="57150"/>
          </a:xfrm>
          <a:prstGeom prst="roundRect">
            <a:avLst>
              <a:gd name="adj" fmla="val 50000"/>
            </a:avLst>
          </a:prstGeom>
          <a:solidFill>
            <a:srgbClr val="0066CC"/>
          </a:solidFill>
          <a:ln w="0">
            <a:noFill/>
            <a:prstDash val="solid"/>
          </a:ln>
        </p:spPr>
        <p:txBody>
          <a:bodyPr/>
          <a:lstStyle/>
          <a:p>
            <a:endParaRPr lang="ko-KR" altLang="en-US"/>
          </a:p>
        </p:txBody>
      </p:sp>
      <p:sp>
        <p:nvSpPr>
          <p:cNvPr id="550" name="cover-vector-51">
            <a:extLst>
              <a:ext uri="{FF2B5EF4-FFF2-40B4-BE49-F238E27FC236}">
                <a16:creationId xmlns:a16="http://schemas.microsoft.com/office/drawing/2014/main" id="{69977C1B-95B0-40C6-A914-BADF98DAD767}"/>
              </a:ext>
            </a:extLst>
          </p:cNvPr>
          <p:cNvSpPr>
            <a:spLocks noGrp="1"/>
          </p:cNvSpPr>
          <p:nvPr/>
        </p:nvSpPr>
        <p:spPr>
          <a:xfrm>
            <a:off x="2926556" y="2763651"/>
            <a:ext cx="47625" cy="47625"/>
          </a:xfrm>
          <a:prstGeom prst="ellipse">
            <a:avLst/>
          </a:prstGeom>
          <a:solidFill>
            <a:srgbClr val="0066CC"/>
          </a:solidFill>
          <a:ln w="0">
            <a:noFill/>
            <a:prstDash val="solid"/>
          </a:ln>
        </p:spPr>
        <p:txBody>
          <a:bodyPr/>
          <a:lstStyle/>
          <a:p>
            <a:endParaRPr lang="ko-KR" altLang="en-US"/>
          </a:p>
        </p:txBody>
      </p:sp>
      <p:sp>
        <p:nvSpPr>
          <p:cNvPr id="551" name="cover-vector-52">
            <a:extLst>
              <a:ext uri="{FF2B5EF4-FFF2-40B4-BE49-F238E27FC236}">
                <a16:creationId xmlns:a16="http://schemas.microsoft.com/office/drawing/2014/main" id="{207B88C1-5520-436A-9CE5-9B1CE820CB26}"/>
              </a:ext>
            </a:extLst>
          </p:cNvPr>
          <p:cNvSpPr>
            <a:spLocks noGrp="1"/>
          </p:cNvSpPr>
          <p:nvPr/>
        </p:nvSpPr>
        <p:spPr>
          <a:xfrm>
            <a:off x="831056" y="3887601"/>
            <a:ext cx="3971925" cy="514350"/>
          </a:xfrm>
          <a:prstGeom prst="roundRect">
            <a:avLst>
              <a:gd name="adj" fmla="val 24074"/>
            </a:avLst>
          </a:prstGeom>
          <a:solidFill>
            <a:srgbClr val="FFFFFF"/>
          </a:solidFill>
          <a:ln w="19050">
            <a:solidFill>
              <a:srgbClr val="D2D2D7"/>
            </a:solidFill>
            <a:prstDash val="solid"/>
          </a:ln>
        </p:spPr>
        <p:txBody>
          <a:bodyPr/>
          <a:lstStyle/>
          <a:p>
            <a:endParaRPr lang="ko-KR" altLang="en-US"/>
          </a:p>
        </p:txBody>
      </p:sp>
      <p:sp>
        <p:nvSpPr>
          <p:cNvPr id="552" name="cover-vector-53">
            <a:extLst>
              <a:ext uri="{FF2B5EF4-FFF2-40B4-BE49-F238E27FC236}">
                <a16:creationId xmlns:a16="http://schemas.microsoft.com/office/drawing/2014/main" id="{06F95810-51B0-4C30-A070-514A335906A5}"/>
              </a:ext>
            </a:extLst>
          </p:cNvPr>
          <p:cNvSpPr>
            <a:spLocks noGrp="1"/>
          </p:cNvSpPr>
          <p:nvPr/>
        </p:nvSpPr>
        <p:spPr>
          <a:xfrm>
            <a:off x="935831" y="3982851"/>
            <a:ext cx="3762375" cy="285750"/>
          </a:xfrm>
          <a:prstGeom prst="roundRect">
            <a:avLst>
              <a:gd name="adj" fmla="val 26667"/>
            </a:avLst>
          </a:prstGeom>
          <a:solidFill>
            <a:srgbClr val="E8E8ED"/>
          </a:solidFill>
          <a:ln w="0">
            <a:noFill/>
            <a:prstDash val="solid"/>
          </a:ln>
        </p:spPr>
        <p:txBody>
          <a:bodyPr/>
          <a:lstStyle/>
          <a:p>
            <a:endParaRPr lang="ko-KR" altLang="en-US"/>
          </a:p>
        </p:txBody>
      </p:sp>
      <p:sp>
        <p:nvSpPr>
          <p:cNvPr id="553" name="cover-vector-54">
            <a:extLst>
              <a:ext uri="{FF2B5EF4-FFF2-40B4-BE49-F238E27FC236}">
                <a16:creationId xmlns:a16="http://schemas.microsoft.com/office/drawing/2014/main" id="{4BDC2E74-FFCB-4D05-B5FC-3BEB4FA55C84}"/>
              </a:ext>
            </a:extLst>
          </p:cNvPr>
          <p:cNvSpPr>
            <a:spLocks noGrp="1"/>
          </p:cNvSpPr>
          <p:nvPr/>
        </p:nvSpPr>
        <p:spPr>
          <a:xfrm>
            <a:off x="1164431" y="3173226"/>
            <a:ext cx="539496" cy="1014984"/>
          </a:xfrm>
          <a:prstGeom prst="roundRect">
            <a:avLst>
              <a:gd name="adj" fmla="val 49153"/>
            </a:avLst>
          </a:prstGeom>
          <a:solidFill>
            <a:srgbClr val="D9AF75"/>
          </a:solidFill>
          <a:ln w="0">
            <a:noFill/>
            <a:prstDash val="solid"/>
          </a:ln>
        </p:spPr>
        <p:txBody>
          <a:bodyPr/>
          <a:lstStyle/>
          <a:p>
            <a:endParaRPr lang="ko-KR" altLang="en-US"/>
          </a:p>
        </p:txBody>
      </p:sp>
      <p:sp>
        <p:nvSpPr>
          <p:cNvPr id="554" name="cover-vector-55">
            <a:extLst>
              <a:ext uri="{FF2B5EF4-FFF2-40B4-BE49-F238E27FC236}">
                <a16:creationId xmlns:a16="http://schemas.microsoft.com/office/drawing/2014/main" id="{440458B0-0E80-4CDA-BBD6-BE2190863347}"/>
              </a:ext>
            </a:extLst>
          </p:cNvPr>
          <p:cNvSpPr>
            <a:spLocks noGrp="1"/>
          </p:cNvSpPr>
          <p:nvPr/>
        </p:nvSpPr>
        <p:spPr>
          <a:xfrm rot="-1680000">
            <a:off x="1292447" y="3401826"/>
            <a:ext cx="274320" cy="73152"/>
          </a:xfrm>
          <a:prstGeom prst="roundRect">
            <a:avLst>
              <a:gd name="adj" fmla="val 50000"/>
            </a:avLst>
          </a:prstGeom>
          <a:solidFill>
            <a:srgbClr val="F5DDB7"/>
          </a:solidFill>
          <a:ln w="0">
            <a:noFill/>
            <a:prstDash val="solid"/>
          </a:ln>
        </p:spPr>
        <p:txBody>
          <a:bodyPr/>
          <a:lstStyle/>
          <a:p>
            <a:endParaRPr lang="ko-KR" altLang="en-US"/>
          </a:p>
        </p:txBody>
      </p:sp>
      <p:sp>
        <p:nvSpPr>
          <p:cNvPr id="555" name="cover-vector-56">
            <a:extLst>
              <a:ext uri="{FF2B5EF4-FFF2-40B4-BE49-F238E27FC236}">
                <a16:creationId xmlns:a16="http://schemas.microsoft.com/office/drawing/2014/main" id="{68C442E9-0E99-446F-8DC7-38FE1D1CCCF3}"/>
              </a:ext>
            </a:extLst>
          </p:cNvPr>
          <p:cNvSpPr>
            <a:spLocks noGrp="1"/>
          </p:cNvSpPr>
          <p:nvPr/>
        </p:nvSpPr>
        <p:spPr>
          <a:xfrm rot="-1680000">
            <a:off x="1292447" y="3602994"/>
            <a:ext cx="274320" cy="73152"/>
          </a:xfrm>
          <a:prstGeom prst="roundRect">
            <a:avLst>
              <a:gd name="adj" fmla="val 50000"/>
            </a:avLst>
          </a:prstGeom>
          <a:solidFill>
            <a:srgbClr val="F5DDB7"/>
          </a:solidFill>
          <a:ln w="0">
            <a:noFill/>
            <a:prstDash val="solid"/>
          </a:ln>
        </p:spPr>
        <p:txBody>
          <a:bodyPr/>
          <a:lstStyle/>
          <a:p>
            <a:endParaRPr lang="ko-KR" altLang="en-US"/>
          </a:p>
        </p:txBody>
      </p:sp>
      <p:sp>
        <p:nvSpPr>
          <p:cNvPr id="556" name="cover-vector-57">
            <a:extLst>
              <a:ext uri="{FF2B5EF4-FFF2-40B4-BE49-F238E27FC236}">
                <a16:creationId xmlns:a16="http://schemas.microsoft.com/office/drawing/2014/main" id="{2A109844-49F3-44D5-91C7-BB9ADA316CB2}"/>
              </a:ext>
            </a:extLst>
          </p:cNvPr>
          <p:cNvSpPr>
            <a:spLocks noGrp="1"/>
          </p:cNvSpPr>
          <p:nvPr/>
        </p:nvSpPr>
        <p:spPr>
          <a:xfrm rot="-1680000">
            <a:off x="1292447" y="3804162"/>
            <a:ext cx="274320" cy="73152"/>
          </a:xfrm>
          <a:prstGeom prst="roundRect">
            <a:avLst>
              <a:gd name="adj" fmla="val 50000"/>
            </a:avLst>
          </a:prstGeom>
          <a:solidFill>
            <a:srgbClr val="F5DDB7"/>
          </a:solidFill>
          <a:ln w="0">
            <a:noFill/>
            <a:prstDash val="solid"/>
          </a:ln>
        </p:spPr>
        <p:txBody>
          <a:bodyPr/>
          <a:lstStyle/>
          <a:p>
            <a:endParaRPr lang="ko-KR" altLang="en-US"/>
          </a:p>
        </p:txBody>
      </p:sp>
      <p:sp>
        <p:nvSpPr>
          <p:cNvPr id="557" name="cover-vector-58">
            <a:extLst>
              <a:ext uri="{FF2B5EF4-FFF2-40B4-BE49-F238E27FC236}">
                <a16:creationId xmlns:a16="http://schemas.microsoft.com/office/drawing/2014/main" id="{1B2CAEE6-14EA-43B6-BB2C-56C9515EA655}"/>
              </a:ext>
            </a:extLst>
          </p:cNvPr>
          <p:cNvSpPr>
            <a:spLocks noGrp="1"/>
          </p:cNvSpPr>
          <p:nvPr/>
        </p:nvSpPr>
        <p:spPr>
          <a:xfrm>
            <a:off x="2378869" y="3790922"/>
            <a:ext cx="624364" cy="470535"/>
          </a:xfrm>
          <a:custGeom>
            <a:avLst/>
            <a:gdLst/>
            <a:ahLst/>
            <a:cxnLst/>
            <a:rect l="0" t="0" r="0" b="0"/>
            <a:pathLst>
              <a:path w="624364" h="470535">
                <a:moveTo>
                  <a:pt x="0" y="0"/>
                </a:moveTo>
                <a:lnTo>
                  <a:pt x="624364" y="0"/>
                </a:lnTo>
                <a:lnTo>
                  <a:pt x="524828" y="470535"/>
                </a:lnTo>
                <a:lnTo>
                  <a:pt x="108585" y="470535"/>
                </a:lnTo>
                <a:close/>
              </a:path>
            </a:pathLst>
          </a:custGeom>
          <a:solidFill>
            <a:srgbClr val="B67C44"/>
          </a:solidFill>
          <a:ln w="0">
            <a:noFill/>
            <a:prstDash val="solid"/>
          </a:ln>
        </p:spPr>
        <p:txBody>
          <a:bodyPr/>
          <a:lstStyle/>
          <a:p>
            <a:endParaRPr lang="ko-KR" altLang="en-US"/>
          </a:p>
        </p:txBody>
      </p:sp>
      <p:sp>
        <p:nvSpPr>
          <p:cNvPr id="558" name="cover-vector-59">
            <a:extLst>
              <a:ext uri="{FF2B5EF4-FFF2-40B4-BE49-F238E27FC236}">
                <a16:creationId xmlns:a16="http://schemas.microsoft.com/office/drawing/2014/main" id="{5DE6238D-2B6B-46B2-AFB7-44AE3DE0DF5F}"/>
              </a:ext>
            </a:extLst>
          </p:cNvPr>
          <p:cNvSpPr>
            <a:spLocks noGrp="1"/>
          </p:cNvSpPr>
          <p:nvPr/>
        </p:nvSpPr>
        <p:spPr>
          <a:xfrm>
            <a:off x="2550795" y="3917605"/>
            <a:ext cx="27146" cy="244316"/>
          </a:xfrm>
          <a:custGeom>
            <a:avLst/>
            <a:gdLst/>
            <a:ahLst/>
            <a:cxnLst/>
            <a:rect l="0" t="0" r="0" b="0"/>
            <a:pathLst>
              <a:path w="27146" h="244316">
                <a:moveTo>
                  <a:pt x="0" y="0"/>
                </a:moveTo>
                <a:lnTo>
                  <a:pt x="27146" y="244316"/>
                </a:lnTo>
              </a:path>
            </a:pathLst>
          </a:custGeom>
          <a:noFill/>
          <a:ln w="27146">
            <a:solidFill>
              <a:srgbClr val="F5DDB7"/>
            </a:solidFill>
            <a:prstDash val="solid"/>
          </a:ln>
        </p:spPr>
        <p:txBody>
          <a:bodyPr/>
          <a:lstStyle/>
          <a:p>
            <a:endParaRPr lang="ko-KR" altLang="en-US"/>
          </a:p>
        </p:txBody>
      </p:sp>
      <p:sp>
        <p:nvSpPr>
          <p:cNvPr id="559" name="cover-vector-60">
            <a:extLst>
              <a:ext uri="{FF2B5EF4-FFF2-40B4-BE49-F238E27FC236}">
                <a16:creationId xmlns:a16="http://schemas.microsoft.com/office/drawing/2014/main" id="{7D53BC9D-303B-41EA-BD16-C3D50F5E7907}"/>
              </a:ext>
            </a:extLst>
          </p:cNvPr>
          <p:cNvSpPr>
            <a:spLocks noGrp="1"/>
          </p:cNvSpPr>
          <p:nvPr/>
        </p:nvSpPr>
        <p:spPr>
          <a:xfrm>
            <a:off x="2686526" y="3917605"/>
            <a:ext cx="9525" cy="244316"/>
          </a:xfrm>
          <a:custGeom>
            <a:avLst/>
            <a:gdLst/>
            <a:ahLst/>
            <a:cxnLst/>
            <a:rect l="0" t="0" r="0" b="0"/>
            <a:pathLst>
              <a:path w="9525" h="244316">
                <a:moveTo>
                  <a:pt x="0" y="0"/>
                </a:moveTo>
                <a:lnTo>
                  <a:pt x="0" y="244316"/>
                </a:lnTo>
              </a:path>
            </a:pathLst>
          </a:custGeom>
          <a:noFill/>
          <a:ln w="27146">
            <a:solidFill>
              <a:srgbClr val="F5DDB7"/>
            </a:solidFill>
            <a:prstDash val="solid"/>
          </a:ln>
        </p:spPr>
        <p:txBody>
          <a:bodyPr/>
          <a:lstStyle/>
          <a:p>
            <a:endParaRPr lang="ko-KR" altLang="en-US"/>
          </a:p>
        </p:txBody>
      </p:sp>
      <p:sp>
        <p:nvSpPr>
          <p:cNvPr id="560" name="cover-vector-61">
            <a:extLst>
              <a:ext uri="{FF2B5EF4-FFF2-40B4-BE49-F238E27FC236}">
                <a16:creationId xmlns:a16="http://schemas.microsoft.com/office/drawing/2014/main" id="{6C889DA4-D594-40B9-B108-1775FB75F05A}"/>
              </a:ext>
            </a:extLst>
          </p:cNvPr>
          <p:cNvSpPr>
            <a:spLocks noGrp="1"/>
          </p:cNvSpPr>
          <p:nvPr/>
        </p:nvSpPr>
        <p:spPr>
          <a:xfrm>
            <a:off x="2795111" y="3917605"/>
            <a:ext cx="27146" cy="244316"/>
          </a:xfrm>
          <a:custGeom>
            <a:avLst/>
            <a:gdLst/>
            <a:ahLst/>
            <a:cxnLst/>
            <a:rect l="0" t="0" r="0" b="0"/>
            <a:pathLst>
              <a:path w="27146" h="244316">
                <a:moveTo>
                  <a:pt x="27146" y="0"/>
                </a:moveTo>
                <a:lnTo>
                  <a:pt x="0" y="244316"/>
                </a:lnTo>
              </a:path>
            </a:pathLst>
          </a:custGeom>
          <a:noFill/>
          <a:ln w="27146">
            <a:solidFill>
              <a:srgbClr val="F5DDB7"/>
            </a:solidFill>
            <a:prstDash val="solid"/>
          </a:ln>
        </p:spPr>
        <p:txBody>
          <a:bodyPr/>
          <a:lstStyle/>
          <a:p>
            <a:endParaRPr lang="ko-KR" altLang="en-US"/>
          </a:p>
        </p:txBody>
      </p:sp>
      <p:sp>
        <p:nvSpPr>
          <p:cNvPr id="561" name="cover-vector-62">
            <a:extLst>
              <a:ext uri="{FF2B5EF4-FFF2-40B4-BE49-F238E27FC236}">
                <a16:creationId xmlns:a16="http://schemas.microsoft.com/office/drawing/2014/main" id="{E1AB97E6-2D8E-4299-B907-271C02719291}"/>
              </a:ext>
            </a:extLst>
          </p:cNvPr>
          <p:cNvSpPr>
            <a:spLocks noGrp="1"/>
          </p:cNvSpPr>
          <p:nvPr/>
        </p:nvSpPr>
        <p:spPr>
          <a:xfrm>
            <a:off x="2288381" y="3546606"/>
            <a:ext cx="361950" cy="343853"/>
          </a:xfrm>
          <a:prstGeom prst="ellipse">
            <a:avLst/>
          </a:prstGeom>
          <a:solidFill>
            <a:srgbClr val="D9AF75"/>
          </a:solidFill>
          <a:ln w="0">
            <a:noFill/>
            <a:prstDash val="solid"/>
          </a:ln>
        </p:spPr>
        <p:txBody>
          <a:bodyPr/>
          <a:lstStyle/>
          <a:p>
            <a:endParaRPr lang="ko-KR" altLang="en-US"/>
          </a:p>
        </p:txBody>
      </p:sp>
      <p:sp>
        <p:nvSpPr>
          <p:cNvPr id="562" name="cover-vector-63">
            <a:extLst>
              <a:ext uri="{FF2B5EF4-FFF2-40B4-BE49-F238E27FC236}">
                <a16:creationId xmlns:a16="http://schemas.microsoft.com/office/drawing/2014/main" id="{325BF929-0C02-49CB-9C4F-EC1D9B4BDF55}"/>
              </a:ext>
            </a:extLst>
          </p:cNvPr>
          <p:cNvSpPr>
            <a:spLocks noGrp="1"/>
          </p:cNvSpPr>
          <p:nvPr/>
        </p:nvSpPr>
        <p:spPr>
          <a:xfrm>
            <a:off x="2496502" y="3401826"/>
            <a:ext cx="398145" cy="434340"/>
          </a:xfrm>
          <a:prstGeom prst="ellipse">
            <a:avLst/>
          </a:prstGeom>
          <a:solidFill>
            <a:srgbClr val="D9AF75"/>
          </a:solidFill>
          <a:ln w="0">
            <a:noFill/>
            <a:prstDash val="solid"/>
          </a:ln>
        </p:spPr>
        <p:txBody>
          <a:bodyPr/>
          <a:lstStyle/>
          <a:p>
            <a:endParaRPr lang="ko-KR" altLang="en-US"/>
          </a:p>
        </p:txBody>
      </p:sp>
      <p:sp>
        <p:nvSpPr>
          <p:cNvPr id="563" name="cover-vector-64">
            <a:extLst>
              <a:ext uri="{FF2B5EF4-FFF2-40B4-BE49-F238E27FC236}">
                <a16:creationId xmlns:a16="http://schemas.microsoft.com/office/drawing/2014/main" id="{DC81A536-376E-441B-B21E-B18230BD92EF}"/>
              </a:ext>
            </a:extLst>
          </p:cNvPr>
          <p:cNvSpPr>
            <a:spLocks noGrp="1"/>
          </p:cNvSpPr>
          <p:nvPr/>
        </p:nvSpPr>
        <p:spPr>
          <a:xfrm>
            <a:off x="2731770" y="3546606"/>
            <a:ext cx="361950" cy="343853"/>
          </a:xfrm>
          <a:prstGeom prst="ellipse">
            <a:avLst/>
          </a:prstGeom>
          <a:solidFill>
            <a:srgbClr val="D9AF75"/>
          </a:solidFill>
          <a:ln w="0">
            <a:noFill/>
            <a:prstDash val="solid"/>
          </a:ln>
        </p:spPr>
        <p:txBody>
          <a:bodyPr/>
          <a:lstStyle/>
          <a:p>
            <a:endParaRPr lang="ko-KR" altLang="en-US"/>
          </a:p>
        </p:txBody>
      </p:sp>
      <p:sp>
        <p:nvSpPr>
          <p:cNvPr id="564" name="cover-vector-65">
            <a:extLst>
              <a:ext uri="{FF2B5EF4-FFF2-40B4-BE49-F238E27FC236}">
                <a16:creationId xmlns:a16="http://schemas.microsoft.com/office/drawing/2014/main" id="{3A14F3AB-8E05-4EB2-9395-0EB9F5DAF549}"/>
              </a:ext>
            </a:extLst>
          </p:cNvPr>
          <p:cNvSpPr>
            <a:spLocks noGrp="1"/>
          </p:cNvSpPr>
          <p:nvPr/>
        </p:nvSpPr>
        <p:spPr>
          <a:xfrm>
            <a:off x="2442210" y="3664240"/>
            <a:ext cx="506730" cy="208121"/>
          </a:xfrm>
          <a:prstGeom prst="roundRect">
            <a:avLst>
              <a:gd name="adj" fmla="val 30435"/>
            </a:avLst>
          </a:prstGeom>
          <a:solidFill>
            <a:srgbClr val="D9AF75"/>
          </a:solidFill>
          <a:ln w="0">
            <a:noFill/>
            <a:prstDash val="solid"/>
          </a:ln>
        </p:spPr>
        <p:txBody>
          <a:bodyPr/>
          <a:lstStyle/>
          <a:p>
            <a:endParaRPr lang="ko-KR" altLang="en-US"/>
          </a:p>
        </p:txBody>
      </p:sp>
      <p:sp>
        <p:nvSpPr>
          <p:cNvPr id="565" name="cover-vector-66">
            <a:extLst>
              <a:ext uri="{FF2B5EF4-FFF2-40B4-BE49-F238E27FC236}">
                <a16:creationId xmlns:a16="http://schemas.microsoft.com/office/drawing/2014/main" id="{C66024B9-5C09-4F79-AE40-924A5AB6649F}"/>
              </a:ext>
            </a:extLst>
          </p:cNvPr>
          <p:cNvSpPr>
            <a:spLocks noGrp="1"/>
          </p:cNvSpPr>
          <p:nvPr/>
        </p:nvSpPr>
        <p:spPr>
          <a:xfrm>
            <a:off x="2478405" y="3682337"/>
            <a:ext cx="54292" cy="54292"/>
          </a:xfrm>
          <a:prstGeom prst="ellipse">
            <a:avLst/>
          </a:prstGeom>
          <a:solidFill>
            <a:srgbClr val="805631"/>
          </a:solidFill>
          <a:ln w="0">
            <a:noFill/>
            <a:prstDash val="solid"/>
          </a:ln>
        </p:spPr>
        <p:txBody>
          <a:bodyPr/>
          <a:lstStyle/>
          <a:p>
            <a:endParaRPr lang="ko-KR" altLang="en-US"/>
          </a:p>
        </p:txBody>
      </p:sp>
      <p:sp>
        <p:nvSpPr>
          <p:cNvPr id="566" name="cover-vector-67">
            <a:extLst>
              <a:ext uri="{FF2B5EF4-FFF2-40B4-BE49-F238E27FC236}">
                <a16:creationId xmlns:a16="http://schemas.microsoft.com/office/drawing/2014/main" id="{58AA5B6B-EBF0-442A-A95B-E17E4F42F5AA}"/>
              </a:ext>
            </a:extLst>
          </p:cNvPr>
          <p:cNvSpPr>
            <a:spLocks noGrp="1"/>
          </p:cNvSpPr>
          <p:nvPr/>
        </p:nvSpPr>
        <p:spPr>
          <a:xfrm>
            <a:off x="2695575" y="3546606"/>
            <a:ext cx="54292" cy="54292"/>
          </a:xfrm>
          <a:prstGeom prst="ellipse">
            <a:avLst/>
          </a:prstGeom>
          <a:solidFill>
            <a:srgbClr val="805631"/>
          </a:solidFill>
          <a:ln w="0">
            <a:noFill/>
            <a:prstDash val="solid"/>
          </a:ln>
        </p:spPr>
        <p:txBody>
          <a:bodyPr/>
          <a:lstStyle/>
          <a:p>
            <a:endParaRPr lang="ko-KR" altLang="en-US"/>
          </a:p>
        </p:txBody>
      </p:sp>
      <p:sp>
        <p:nvSpPr>
          <p:cNvPr id="567" name="cover-vector-68">
            <a:extLst>
              <a:ext uri="{FF2B5EF4-FFF2-40B4-BE49-F238E27FC236}">
                <a16:creationId xmlns:a16="http://schemas.microsoft.com/office/drawing/2014/main" id="{482CC188-E177-4EA7-813F-A20F7D20157F}"/>
              </a:ext>
            </a:extLst>
          </p:cNvPr>
          <p:cNvSpPr>
            <a:spLocks noGrp="1"/>
          </p:cNvSpPr>
          <p:nvPr/>
        </p:nvSpPr>
        <p:spPr>
          <a:xfrm>
            <a:off x="2876550" y="3709484"/>
            <a:ext cx="54292" cy="54292"/>
          </a:xfrm>
          <a:prstGeom prst="ellipse">
            <a:avLst/>
          </a:prstGeom>
          <a:solidFill>
            <a:srgbClr val="805631"/>
          </a:solidFill>
          <a:ln w="0">
            <a:noFill/>
            <a:prstDash val="solid"/>
          </a:ln>
        </p:spPr>
        <p:txBody>
          <a:bodyPr/>
          <a:lstStyle/>
          <a:p>
            <a:endParaRPr lang="ko-KR" altLang="en-US"/>
          </a:p>
        </p:txBody>
      </p:sp>
      <p:sp>
        <p:nvSpPr>
          <p:cNvPr id="568" name="cover-vector-69">
            <a:extLst>
              <a:ext uri="{FF2B5EF4-FFF2-40B4-BE49-F238E27FC236}">
                <a16:creationId xmlns:a16="http://schemas.microsoft.com/office/drawing/2014/main" id="{7FC9464E-4046-4C75-99F5-7B8A458C8B9C}"/>
              </a:ext>
            </a:extLst>
          </p:cNvPr>
          <p:cNvSpPr>
            <a:spLocks noGrp="1"/>
          </p:cNvSpPr>
          <p:nvPr/>
        </p:nvSpPr>
        <p:spPr>
          <a:xfrm>
            <a:off x="3498056" y="3620901"/>
            <a:ext cx="1007078" cy="637508"/>
          </a:xfrm>
          <a:prstGeom prst="ellipse">
            <a:avLst/>
          </a:prstGeom>
          <a:solidFill>
            <a:srgbClr val="D9AF75"/>
          </a:solidFill>
          <a:ln w="0">
            <a:noFill/>
            <a:prstDash val="solid"/>
          </a:ln>
        </p:spPr>
        <p:txBody>
          <a:bodyPr/>
          <a:lstStyle/>
          <a:p>
            <a:endParaRPr lang="ko-KR" altLang="en-US"/>
          </a:p>
        </p:txBody>
      </p:sp>
      <p:sp>
        <p:nvSpPr>
          <p:cNvPr id="569" name="cover-vector-70">
            <a:extLst>
              <a:ext uri="{FF2B5EF4-FFF2-40B4-BE49-F238E27FC236}">
                <a16:creationId xmlns:a16="http://schemas.microsoft.com/office/drawing/2014/main" id="{5DC673F4-0B1C-446C-82C7-7E3000EAFB40}"/>
              </a:ext>
            </a:extLst>
          </p:cNvPr>
          <p:cNvSpPr>
            <a:spLocks noGrp="1"/>
          </p:cNvSpPr>
          <p:nvPr/>
        </p:nvSpPr>
        <p:spPr>
          <a:xfrm rot="1440000">
            <a:off x="3784473" y="3741011"/>
            <a:ext cx="64675" cy="369570"/>
          </a:xfrm>
          <a:prstGeom prst="roundRect">
            <a:avLst>
              <a:gd name="adj" fmla="val 42857"/>
            </a:avLst>
          </a:prstGeom>
          <a:solidFill>
            <a:srgbClr val="F5DDB7"/>
          </a:solidFill>
          <a:ln w="0">
            <a:noFill/>
            <a:prstDash val="solid"/>
          </a:ln>
        </p:spPr>
        <p:txBody>
          <a:bodyPr/>
          <a:lstStyle/>
          <a:p>
            <a:endParaRPr lang="ko-KR" altLang="en-US"/>
          </a:p>
        </p:txBody>
      </p:sp>
      <p:sp>
        <p:nvSpPr>
          <p:cNvPr id="570" name="cover-vector-71">
            <a:extLst>
              <a:ext uri="{FF2B5EF4-FFF2-40B4-BE49-F238E27FC236}">
                <a16:creationId xmlns:a16="http://schemas.microsoft.com/office/drawing/2014/main" id="{11795C43-6ECB-443D-9B67-E451F6DF0DF7}"/>
              </a:ext>
            </a:extLst>
          </p:cNvPr>
          <p:cNvSpPr>
            <a:spLocks noGrp="1"/>
          </p:cNvSpPr>
          <p:nvPr/>
        </p:nvSpPr>
        <p:spPr>
          <a:xfrm rot="1440000">
            <a:off x="3950779" y="3741011"/>
            <a:ext cx="64675" cy="369570"/>
          </a:xfrm>
          <a:prstGeom prst="roundRect">
            <a:avLst>
              <a:gd name="adj" fmla="val 42857"/>
            </a:avLst>
          </a:prstGeom>
          <a:solidFill>
            <a:srgbClr val="F5DDB7"/>
          </a:solidFill>
          <a:ln w="0">
            <a:noFill/>
            <a:prstDash val="solid"/>
          </a:ln>
        </p:spPr>
        <p:txBody>
          <a:bodyPr/>
          <a:lstStyle/>
          <a:p>
            <a:endParaRPr lang="ko-KR" altLang="en-US"/>
          </a:p>
        </p:txBody>
      </p:sp>
      <p:sp>
        <p:nvSpPr>
          <p:cNvPr id="571" name="cover-vector-72">
            <a:extLst>
              <a:ext uri="{FF2B5EF4-FFF2-40B4-BE49-F238E27FC236}">
                <a16:creationId xmlns:a16="http://schemas.microsoft.com/office/drawing/2014/main" id="{E1686DFC-E48E-4DB2-92D9-01C59A2C8BD9}"/>
              </a:ext>
            </a:extLst>
          </p:cNvPr>
          <p:cNvSpPr>
            <a:spLocks noGrp="1"/>
          </p:cNvSpPr>
          <p:nvPr/>
        </p:nvSpPr>
        <p:spPr>
          <a:xfrm rot="1440000">
            <a:off x="4117086" y="3741011"/>
            <a:ext cx="64675" cy="369570"/>
          </a:xfrm>
          <a:prstGeom prst="roundRect">
            <a:avLst>
              <a:gd name="adj" fmla="val 42857"/>
            </a:avLst>
          </a:prstGeom>
          <a:solidFill>
            <a:srgbClr val="F5DDB7"/>
          </a:solidFill>
          <a:ln w="0">
            <a:noFill/>
            <a:prstDash val="solid"/>
          </a:ln>
        </p:spPr>
        <p:txBody>
          <a:bodyPr/>
          <a:lstStyle/>
          <a:p>
            <a:endParaRPr lang="ko-KR" altLang="en-US"/>
          </a:p>
        </p:txBody>
      </p:sp>
      <p:sp>
        <p:nvSpPr>
          <p:cNvPr id="572" name="cover-vector-73">
            <a:extLst>
              <a:ext uri="{FF2B5EF4-FFF2-40B4-BE49-F238E27FC236}">
                <a16:creationId xmlns:a16="http://schemas.microsoft.com/office/drawing/2014/main" id="{BDDF1AD8-4C06-4C7E-994A-467FA57ED20C}"/>
              </a:ext>
            </a:extLst>
          </p:cNvPr>
          <p:cNvSpPr>
            <a:spLocks noGrp="1"/>
          </p:cNvSpPr>
          <p:nvPr/>
        </p:nvSpPr>
        <p:spPr>
          <a:xfrm>
            <a:off x="7184231" y="4306701"/>
            <a:ext cx="466725" cy="314325"/>
          </a:xfrm>
          <a:prstGeom prst="roundRect">
            <a:avLst>
              <a:gd name="adj" fmla="val 12121"/>
            </a:avLst>
          </a:prstGeom>
          <a:solidFill>
            <a:srgbClr val="D2D2D7"/>
          </a:solidFill>
          <a:ln w="0">
            <a:noFill/>
            <a:prstDash val="solid"/>
          </a:ln>
        </p:spPr>
        <p:txBody>
          <a:bodyPr/>
          <a:lstStyle/>
          <a:p>
            <a:endParaRPr lang="ko-KR" altLang="en-US"/>
          </a:p>
        </p:txBody>
      </p:sp>
      <p:sp>
        <p:nvSpPr>
          <p:cNvPr id="573" name="cover-vector-74">
            <a:extLst>
              <a:ext uri="{FF2B5EF4-FFF2-40B4-BE49-F238E27FC236}">
                <a16:creationId xmlns:a16="http://schemas.microsoft.com/office/drawing/2014/main" id="{F1769917-3CD4-412C-A05A-272A4A5C195D}"/>
              </a:ext>
            </a:extLst>
          </p:cNvPr>
          <p:cNvSpPr>
            <a:spLocks noGrp="1"/>
          </p:cNvSpPr>
          <p:nvPr/>
        </p:nvSpPr>
        <p:spPr>
          <a:xfrm>
            <a:off x="6650831" y="4601976"/>
            <a:ext cx="1543050" cy="95250"/>
          </a:xfrm>
          <a:prstGeom prst="roundRect">
            <a:avLst>
              <a:gd name="adj" fmla="val 50000"/>
            </a:avLst>
          </a:prstGeom>
          <a:solidFill>
            <a:srgbClr val="73737B"/>
          </a:solidFill>
          <a:ln w="0">
            <a:noFill/>
            <a:prstDash val="solid"/>
          </a:ln>
        </p:spPr>
        <p:txBody>
          <a:bodyPr/>
          <a:lstStyle/>
          <a:p>
            <a:endParaRPr lang="ko-KR" altLang="en-US"/>
          </a:p>
        </p:txBody>
      </p:sp>
      <p:sp>
        <p:nvSpPr>
          <p:cNvPr id="574" name="cover-vector-75">
            <a:extLst>
              <a:ext uri="{FF2B5EF4-FFF2-40B4-BE49-F238E27FC236}">
                <a16:creationId xmlns:a16="http://schemas.microsoft.com/office/drawing/2014/main" id="{D0FA7B14-425D-4BE8-9434-151A7D878206}"/>
              </a:ext>
            </a:extLst>
          </p:cNvPr>
          <p:cNvSpPr>
            <a:spLocks noGrp="1"/>
          </p:cNvSpPr>
          <p:nvPr/>
        </p:nvSpPr>
        <p:spPr>
          <a:xfrm>
            <a:off x="5793581" y="2249301"/>
            <a:ext cx="3305175" cy="2124075"/>
          </a:xfrm>
          <a:prstGeom prst="roundRect">
            <a:avLst>
              <a:gd name="adj" fmla="val 6278"/>
            </a:avLst>
          </a:prstGeom>
          <a:solidFill>
            <a:srgbClr val="1D1D1F"/>
          </a:solidFill>
          <a:ln w="0">
            <a:noFill/>
            <a:prstDash val="solid"/>
          </a:ln>
        </p:spPr>
        <p:txBody>
          <a:bodyPr/>
          <a:lstStyle/>
          <a:p>
            <a:endParaRPr lang="ko-KR" altLang="en-US"/>
          </a:p>
        </p:txBody>
      </p:sp>
      <p:sp>
        <p:nvSpPr>
          <p:cNvPr id="575" name="cover-vector-76">
            <a:extLst>
              <a:ext uri="{FF2B5EF4-FFF2-40B4-BE49-F238E27FC236}">
                <a16:creationId xmlns:a16="http://schemas.microsoft.com/office/drawing/2014/main" id="{460FC92B-0F8A-46DA-8524-C39B7CC0E7C3}"/>
              </a:ext>
            </a:extLst>
          </p:cNvPr>
          <p:cNvSpPr>
            <a:spLocks noGrp="1"/>
          </p:cNvSpPr>
          <p:nvPr/>
        </p:nvSpPr>
        <p:spPr>
          <a:xfrm>
            <a:off x="5898356" y="2363601"/>
            <a:ext cx="3095625" cy="1885950"/>
          </a:xfrm>
          <a:prstGeom prst="roundRect">
            <a:avLst>
              <a:gd name="adj" fmla="val 3030"/>
            </a:avLst>
          </a:prstGeom>
          <a:solidFill>
            <a:srgbClr val="FFFFFF"/>
          </a:solidFill>
          <a:ln w="0">
            <a:noFill/>
            <a:prstDash val="solid"/>
          </a:ln>
        </p:spPr>
        <p:txBody>
          <a:bodyPr/>
          <a:lstStyle/>
          <a:p>
            <a:endParaRPr lang="ko-KR" altLang="en-US"/>
          </a:p>
        </p:txBody>
      </p:sp>
      <p:sp>
        <p:nvSpPr>
          <p:cNvPr id="576" name="cover-vector-77">
            <a:extLst>
              <a:ext uri="{FF2B5EF4-FFF2-40B4-BE49-F238E27FC236}">
                <a16:creationId xmlns:a16="http://schemas.microsoft.com/office/drawing/2014/main" id="{1AF22707-9542-4195-B091-CBD0B3442560}"/>
              </a:ext>
            </a:extLst>
          </p:cNvPr>
          <p:cNvSpPr>
            <a:spLocks noGrp="1"/>
          </p:cNvSpPr>
          <p:nvPr/>
        </p:nvSpPr>
        <p:spPr>
          <a:xfrm>
            <a:off x="6022181" y="2658876"/>
            <a:ext cx="1790700" cy="1362075"/>
          </a:xfrm>
          <a:prstGeom prst="roundRect">
            <a:avLst>
              <a:gd name="adj" fmla="val 4895"/>
            </a:avLst>
          </a:prstGeom>
          <a:solidFill>
            <a:srgbClr val="F5F5F7"/>
          </a:solidFill>
          <a:ln w="0">
            <a:noFill/>
            <a:prstDash val="solid"/>
          </a:ln>
        </p:spPr>
        <p:txBody>
          <a:bodyPr/>
          <a:lstStyle/>
          <a:p>
            <a:endParaRPr lang="ko-KR" altLang="en-US"/>
          </a:p>
        </p:txBody>
      </p:sp>
      <p:sp>
        <p:nvSpPr>
          <p:cNvPr id="577" name="cover-vector-78">
            <a:extLst>
              <a:ext uri="{FF2B5EF4-FFF2-40B4-BE49-F238E27FC236}">
                <a16:creationId xmlns:a16="http://schemas.microsoft.com/office/drawing/2014/main" id="{E2E54374-C2D9-4A4C-A7BE-502106F047B7}"/>
              </a:ext>
            </a:extLst>
          </p:cNvPr>
          <p:cNvSpPr>
            <a:spLocks noGrp="1"/>
          </p:cNvSpPr>
          <p:nvPr/>
        </p:nvSpPr>
        <p:spPr>
          <a:xfrm>
            <a:off x="6041231" y="2430276"/>
            <a:ext cx="1676400" cy="228600"/>
          </a:xfrm>
          <a:prstGeom prst="rect">
            <a:avLst/>
          </a:prstGeom>
          <a:noFill/>
          <a:ln w="0">
            <a:noFill/>
            <a:prstDash val="solid"/>
          </a:ln>
        </p:spPr>
        <p:txBody>
          <a:bodyPr wrap="none" lIns="0" tIns="0" rIns="0" bIns="0" anchor="t">
            <a:noAutofit/>
          </a:bodyPr>
          <a:lstStyle/>
          <a:p>
            <a:pPr algn="l">
              <a:buNone/>
              <a:defRPr sz="1050" b="1">
                <a:solidFill>
                  <a:srgbClr val="1D1D1F"/>
                </a:solidFill>
                <a:latin typeface="Noto Sans KR"/>
                <a:ea typeface="Noto Sans KR"/>
                <a:cs typeface="Noto Sans KR"/>
              </a:defRPr>
            </a:pPr>
            <a:r>
              <a:rPr sz="1050" b="1">
                <a:solidFill>
                  <a:srgbClr val="1D1D1F"/>
                </a:solidFill>
                <a:latin typeface="Noto Sans KR"/>
                <a:ea typeface="Noto Sans KR"/>
                <a:cs typeface="Noto Sans KR"/>
              </a:rPr>
              <a:t>BreadVision</a:t>
            </a:r>
          </a:p>
        </p:txBody>
      </p:sp>
      <p:sp>
        <p:nvSpPr>
          <p:cNvPr id="578" name="cover-vector-79">
            <a:extLst>
              <a:ext uri="{FF2B5EF4-FFF2-40B4-BE49-F238E27FC236}">
                <a16:creationId xmlns:a16="http://schemas.microsoft.com/office/drawing/2014/main" id="{5D2D40CC-4386-4639-89DE-2E73C54FD5C8}"/>
              </a:ext>
            </a:extLst>
          </p:cNvPr>
          <p:cNvSpPr>
            <a:spLocks noGrp="1"/>
          </p:cNvSpPr>
          <p:nvPr/>
        </p:nvSpPr>
        <p:spPr>
          <a:xfrm>
            <a:off x="6022181" y="4106676"/>
            <a:ext cx="2847975" cy="9525"/>
          </a:xfrm>
          <a:custGeom>
            <a:avLst/>
            <a:gdLst/>
            <a:ahLst/>
            <a:cxnLst/>
            <a:rect l="0" t="0" r="0" b="0"/>
            <a:pathLst>
              <a:path w="2847975" h="9525">
                <a:moveTo>
                  <a:pt x="0" y="0"/>
                </a:moveTo>
                <a:lnTo>
                  <a:pt x="2847975" y="0"/>
                </a:lnTo>
              </a:path>
            </a:pathLst>
          </a:custGeom>
          <a:noFill/>
          <a:ln w="9525">
            <a:solidFill>
              <a:srgbClr val="E8E8ED"/>
            </a:solidFill>
            <a:prstDash val="solid"/>
          </a:ln>
        </p:spPr>
        <p:txBody>
          <a:bodyPr/>
          <a:lstStyle/>
          <a:p>
            <a:endParaRPr lang="ko-KR" altLang="en-US"/>
          </a:p>
        </p:txBody>
      </p:sp>
      <p:sp>
        <p:nvSpPr>
          <p:cNvPr id="579" name="cover-vector-80">
            <a:extLst>
              <a:ext uri="{FF2B5EF4-FFF2-40B4-BE49-F238E27FC236}">
                <a16:creationId xmlns:a16="http://schemas.microsoft.com/office/drawing/2014/main" id="{9676E9DC-24AC-4FA7-B487-0C96C3D939C2}"/>
              </a:ext>
            </a:extLst>
          </p:cNvPr>
          <p:cNvSpPr>
            <a:spLocks noGrp="1"/>
          </p:cNvSpPr>
          <p:nvPr/>
        </p:nvSpPr>
        <p:spPr>
          <a:xfrm>
            <a:off x="6126956" y="2858901"/>
            <a:ext cx="438150" cy="876300"/>
          </a:xfrm>
          <a:prstGeom prst="roundRect">
            <a:avLst>
              <a:gd name="adj" fmla="val 6522"/>
            </a:avLst>
          </a:prstGeom>
          <a:noFill/>
          <a:ln w="14288">
            <a:solidFill>
              <a:srgbClr val="0066CC"/>
            </a:solidFill>
            <a:prstDash val="solid"/>
          </a:ln>
        </p:spPr>
        <p:txBody>
          <a:bodyPr/>
          <a:lstStyle/>
          <a:p>
            <a:endParaRPr lang="ko-KR" altLang="en-US"/>
          </a:p>
        </p:txBody>
      </p:sp>
      <p:sp>
        <p:nvSpPr>
          <p:cNvPr id="580" name="cover-vector-81">
            <a:extLst>
              <a:ext uri="{FF2B5EF4-FFF2-40B4-BE49-F238E27FC236}">
                <a16:creationId xmlns:a16="http://schemas.microsoft.com/office/drawing/2014/main" id="{F62C3C1D-DAE7-4D3B-AFF3-02E917620336}"/>
              </a:ext>
            </a:extLst>
          </p:cNvPr>
          <p:cNvSpPr>
            <a:spLocks noGrp="1"/>
          </p:cNvSpPr>
          <p:nvPr/>
        </p:nvSpPr>
        <p:spPr>
          <a:xfrm>
            <a:off x="6574631" y="3116076"/>
            <a:ext cx="561975" cy="638175"/>
          </a:xfrm>
          <a:prstGeom prst="roundRect">
            <a:avLst>
              <a:gd name="adj" fmla="val 5085"/>
            </a:avLst>
          </a:prstGeom>
          <a:noFill/>
          <a:ln w="14288">
            <a:solidFill>
              <a:srgbClr val="0066CC"/>
            </a:solidFill>
            <a:prstDash val="solid"/>
          </a:ln>
        </p:spPr>
        <p:txBody>
          <a:bodyPr/>
          <a:lstStyle/>
          <a:p>
            <a:endParaRPr lang="ko-KR" altLang="en-US"/>
          </a:p>
        </p:txBody>
      </p:sp>
      <p:sp>
        <p:nvSpPr>
          <p:cNvPr id="581" name="cover-vector-82">
            <a:extLst>
              <a:ext uri="{FF2B5EF4-FFF2-40B4-BE49-F238E27FC236}">
                <a16:creationId xmlns:a16="http://schemas.microsoft.com/office/drawing/2014/main" id="{E30E7440-0304-468B-AD92-17F5F13397EE}"/>
              </a:ext>
            </a:extLst>
          </p:cNvPr>
          <p:cNvSpPr>
            <a:spLocks noGrp="1"/>
          </p:cNvSpPr>
          <p:nvPr/>
        </p:nvSpPr>
        <p:spPr>
          <a:xfrm>
            <a:off x="7127081" y="3239901"/>
            <a:ext cx="590550" cy="447675"/>
          </a:xfrm>
          <a:prstGeom prst="roundRect">
            <a:avLst>
              <a:gd name="adj" fmla="val 6383"/>
            </a:avLst>
          </a:prstGeom>
          <a:noFill/>
          <a:ln w="14288">
            <a:solidFill>
              <a:srgbClr val="0066CC"/>
            </a:solidFill>
            <a:prstDash val="solid"/>
          </a:ln>
        </p:spPr>
        <p:txBody>
          <a:bodyPr/>
          <a:lstStyle/>
          <a:p>
            <a:endParaRPr lang="ko-KR" altLang="en-US"/>
          </a:p>
        </p:txBody>
      </p:sp>
      <p:sp>
        <p:nvSpPr>
          <p:cNvPr id="582" name="cover-vector-83">
            <a:extLst>
              <a:ext uri="{FF2B5EF4-FFF2-40B4-BE49-F238E27FC236}">
                <a16:creationId xmlns:a16="http://schemas.microsoft.com/office/drawing/2014/main" id="{D52C8952-4F89-488B-923D-783F4C124DFC}"/>
              </a:ext>
            </a:extLst>
          </p:cNvPr>
          <p:cNvSpPr>
            <a:spLocks noGrp="1"/>
          </p:cNvSpPr>
          <p:nvPr/>
        </p:nvSpPr>
        <p:spPr>
          <a:xfrm>
            <a:off x="6212681" y="2935101"/>
            <a:ext cx="280988" cy="528638"/>
          </a:xfrm>
          <a:prstGeom prst="roundRect">
            <a:avLst>
              <a:gd name="adj" fmla="val 49153"/>
            </a:avLst>
          </a:prstGeom>
          <a:solidFill>
            <a:srgbClr val="D9AF75"/>
          </a:solidFill>
          <a:ln w="0">
            <a:noFill/>
            <a:prstDash val="solid"/>
          </a:ln>
        </p:spPr>
        <p:txBody>
          <a:bodyPr/>
          <a:lstStyle/>
          <a:p>
            <a:endParaRPr lang="ko-KR" altLang="en-US"/>
          </a:p>
        </p:txBody>
      </p:sp>
      <p:sp>
        <p:nvSpPr>
          <p:cNvPr id="583" name="cover-vector-84">
            <a:extLst>
              <a:ext uri="{FF2B5EF4-FFF2-40B4-BE49-F238E27FC236}">
                <a16:creationId xmlns:a16="http://schemas.microsoft.com/office/drawing/2014/main" id="{A417EB29-2572-45BB-B86A-9090D7B9D768}"/>
              </a:ext>
            </a:extLst>
          </p:cNvPr>
          <p:cNvSpPr>
            <a:spLocks noGrp="1"/>
          </p:cNvSpPr>
          <p:nvPr/>
        </p:nvSpPr>
        <p:spPr>
          <a:xfrm rot="-1680000">
            <a:off x="6279356" y="3054164"/>
            <a:ext cx="142875" cy="38100"/>
          </a:xfrm>
          <a:prstGeom prst="roundRect">
            <a:avLst>
              <a:gd name="adj" fmla="val 50000"/>
            </a:avLst>
          </a:prstGeom>
          <a:solidFill>
            <a:srgbClr val="F5DDB7"/>
          </a:solidFill>
          <a:ln w="0">
            <a:noFill/>
            <a:prstDash val="solid"/>
          </a:ln>
        </p:spPr>
        <p:txBody>
          <a:bodyPr/>
          <a:lstStyle/>
          <a:p>
            <a:endParaRPr lang="ko-KR" altLang="en-US"/>
          </a:p>
        </p:txBody>
      </p:sp>
      <p:sp>
        <p:nvSpPr>
          <p:cNvPr id="584" name="cover-vector-85">
            <a:extLst>
              <a:ext uri="{FF2B5EF4-FFF2-40B4-BE49-F238E27FC236}">
                <a16:creationId xmlns:a16="http://schemas.microsoft.com/office/drawing/2014/main" id="{6069457E-28A9-4946-8A71-5447606348FB}"/>
              </a:ext>
            </a:extLst>
          </p:cNvPr>
          <p:cNvSpPr>
            <a:spLocks noGrp="1"/>
          </p:cNvSpPr>
          <p:nvPr/>
        </p:nvSpPr>
        <p:spPr>
          <a:xfrm rot="-1680000">
            <a:off x="6279356" y="3158939"/>
            <a:ext cx="142875" cy="38100"/>
          </a:xfrm>
          <a:prstGeom prst="roundRect">
            <a:avLst>
              <a:gd name="adj" fmla="val 50000"/>
            </a:avLst>
          </a:prstGeom>
          <a:solidFill>
            <a:srgbClr val="F5DDB7"/>
          </a:solidFill>
          <a:ln w="0">
            <a:noFill/>
            <a:prstDash val="solid"/>
          </a:ln>
        </p:spPr>
        <p:txBody>
          <a:bodyPr/>
          <a:lstStyle/>
          <a:p>
            <a:endParaRPr lang="ko-KR" altLang="en-US"/>
          </a:p>
        </p:txBody>
      </p:sp>
      <p:sp>
        <p:nvSpPr>
          <p:cNvPr id="585" name="cover-vector-86">
            <a:extLst>
              <a:ext uri="{FF2B5EF4-FFF2-40B4-BE49-F238E27FC236}">
                <a16:creationId xmlns:a16="http://schemas.microsoft.com/office/drawing/2014/main" id="{C3071EAD-0484-4433-92A1-8FD27C2AD94D}"/>
              </a:ext>
            </a:extLst>
          </p:cNvPr>
          <p:cNvSpPr>
            <a:spLocks noGrp="1"/>
          </p:cNvSpPr>
          <p:nvPr/>
        </p:nvSpPr>
        <p:spPr>
          <a:xfrm rot="-1680000">
            <a:off x="6279356" y="3263714"/>
            <a:ext cx="142875" cy="38100"/>
          </a:xfrm>
          <a:prstGeom prst="roundRect">
            <a:avLst>
              <a:gd name="adj" fmla="val 50000"/>
            </a:avLst>
          </a:prstGeom>
          <a:solidFill>
            <a:srgbClr val="F5DDB7"/>
          </a:solidFill>
          <a:ln w="0">
            <a:noFill/>
            <a:prstDash val="solid"/>
          </a:ln>
        </p:spPr>
        <p:txBody>
          <a:bodyPr/>
          <a:lstStyle/>
          <a:p>
            <a:endParaRPr lang="ko-KR" altLang="en-US"/>
          </a:p>
        </p:txBody>
      </p:sp>
      <p:sp>
        <p:nvSpPr>
          <p:cNvPr id="586" name="cover-vector-87">
            <a:extLst>
              <a:ext uri="{FF2B5EF4-FFF2-40B4-BE49-F238E27FC236}">
                <a16:creationId xmlns:a16="http://schemas.microsoft.com/office/drawing/2014/main" id="{94974BD1-38AF-4015-BE8E-2C84AE4972AB}"/>
              </a:ext>
            </a:extLst>
          </p:cNvPr>
          <p:cNvSpPr>
            <a:spLocks noGrp="1"/>
          </p:cNvSpPr>
          <p:nvPr/>
        </p:nvSpPr>
        <p:spPr>
          <a:xfrm>
            <a:off x="6685121" y="3402588"/>
            <a:ext cx="368046" cy="277368"/>
          </a:xfrm>
          <a:custGeom>
            <a:avLst/>
            <a:gdLst/>
            <a:ahLst/>
            <a:cxnLst/>
            <a:rect l="0" t="0" r="0" b="0"/>
            <a:pathLst>
              <a:path w="368046" h="277368">
                <a:moveTo>
                  <a:pt x="0" y="0"/>
                </a:moveTo>
                <a:lnTo>
                  <a:pt x="368046" y="0"/>
                </a:lnTo>
                <a:lnTo>
                  <a:pt x="309372" y="277368"/>
                </a:lnTo>
                <a:lnTo>
                  <a:pt x="64008" y="277368"/>
                </a:lnTo>
                <a:close/>
              </a:path>
            </a:pathLst>
          </a:custGeom>
          <a:solidFill>
            <a:srgbClr val="B67C44"/>
          </a:solidFill>
          <a:ln w="0">
            <a:noFill/>
            <a:prstDash val="solid"/>
          </a:ln>
        </p:spPr>
        <p:txBody>
          <a:bodyPr/>
          <a:lstStyle/>
          <a:p>
            <a:endParaRPr lang="ko-KR" altLang="en-US"/>
          </a:p>
        </p:txBody>
      </p:sp>
      <p:sp>
        <p:nvSpPr>
          <p:cNvPr id="587" name="cover-vector-88">
            <a:extLst>
              <a:ext uri="{FF2B5EF4-FFF2-40B4-BE49-F238E27FC236}">
                <a16:creationId xmlns:a16="http://schemas.microsoft.com/office/drawing/2014/main" id="{3E84987C-F215-4E07-8668-4AEF7F35D865}"/>
              </a:ext>
            </a:extLst>
          </p:cNvPr>
          <p:cNvSpPr>
            <a:spLocks noGrp="1"/>
          </p:cNvSpPr>
          <p:nvPr/>
        </p:nvSpPr>
        <p:spPr>
          <a:xfrm>
            <a:off x="6786467" y="3477264"/>
            <a:ext cx="16002" cy="144018"/>
          </a:xfrm>
          <a:custGeom>
            <a:avLst/>
            <a:gdLst/>
            <a:ahLst/>
            <a:cxnLst/>
            <a:rect l="0" t="0" r="0" b="0"/>
            <a:pathLst>
              <a:path w="16002" h="144018">
                <a:moveTo>
                  <a:pt x="0" y="0"/>
                </a:moveTo>
                <a:lnTo>
                  <a:pt x="16002" y="144018"/>
                </a:lnTo>
              </a:path>
            </a:pathLst>
          </a:custGeom>
          <a:noFill/>
          <a:ln w="16002">
            <a:solidFill>
              <a:srgbClr val="F5DDB7"/>
            </a:solidFill>
            <a:prstDash val="solid"/>
          </a:ln>
        </p:spPr>
        <p:txBody>
          <a:bodyPr/>
          <a:lstStyle/>
          <a:p>
            <a:endParaRPr lang="ko-KR" altLang="en-US"/>
          </a:p>
        </p:txBody>
      </p:sp>
      <p:sp>
        <p:nvSpPr>
          <p:cNvPr id="588" name="cover-vector-89">
            <a:extLst>
              <a:ext uri="{FF2B5EF4-FFF2-40B4-BE49-F238E27FC236}">
                <a16:creationId xmlns:a16="http://schemas.microsoft.com/office/drawing/2014/main" id="{B9AAAF06-DBD8-4F2E-9674-16C9C467A56B}"/>
              </a:ext>
            </a:extLst>
          </p:cNvPr>
          <p:cNvSpPr>
            <a:spLocks noGrp="1"/>
          </p:cNvSpPr>
          <p:nvPr/>
        </p:nvSpPr>
        <p:spPr>
          <a:xfrm>
            <a:off x="6866477" y="3477264"/>
            <a:ext cx="9525" cy="144018"/>
          </a:xfrm>
          <a:custGeom>
            <a:avLst/>
            <a:gdLst/>
            <a:ahLst/>
            <a:cxnLst/>
            <a:rect l="0" t="0" r="0" b="0"/>
            <a:pathLst>
              <a:path w="9525" h="144018">
                <a:moveTo>
                  <a:pt x="0" y="0"/>
                </a:moveTo>
                <a:lnTo>
                  <a:pt x="0" y="144018"/>
                </a:lnTo>
              </a:path>
            </a:pathLst>
          </a:custGeom>
          <a:noFill/>
          <a:ln w="16002">
            <a:solidFill>
              <a:srgbClr val="F5DDB7"/>
            </a:solidFill>
            <a:prstDash val="solid"/>
          </a:ln>
        </p:spPr>
        <p:txBody>
          <a:bodyPr/>
          <a:lstStyle/>
          <a:p>
            <a:endParaRPr lang="ko-KR" altLang="en-US"/>
          </a:p>
        </p:txBody>
      </p:sp>
      <p:sp>
        <p:nvSpPr>
          <p:cNvPr id="589" name="cover-vector-90">
            <a:extLst>
              <a:ext uri="{FF2B5EF4-FFF2-40B4-BE49-F238E27FC236}">
                <a16:creationId xmlns:a16="http://schemas.microsoft.com/office/drawing/2014/main" id="{A59ADB90-7088-412C-AB41-ECA1C2C3AC14}"/>
              </a:ext>
            </a:extLst>
          </p:cNvPr>
          <p:cNvSpPr>
            <a:spLocks noGrp="1"/>
          </p:cNvSpPr>
          <p:nvPr/>
        </p:nvSpPr>
        <p:spPr>
          <a:xfrm>
            <a:off x="6930485" y="3477264"/>
            <a:ext cx="16002" cy="144018"/>
          </a:xfrm>
          <a:custGeom>
            <a:avLst/>
            <a:gdLst/>
            <a:ahLst/>
            <a:cxnLst/>
            <a:rect l="0" t="0" r="0" b="0"/>
            <a:pathLst>
              <a:path w="16002" h="144018">
                <a:moveTo>
                  <a:pt x="16002" y="0"/>
                </a:moveTo>
                <a:lnTo>
                  <a:pt x="0" y="144018"/>
                </a:lnTo>
              </a:path>
            </a:pathLst>
          </a:custGeom>
          <a:noFill/>
          <a:ln w="16002">
            <a:solidFill>
              <a:srgbClr val="F5DDB7"/>
            </a:solidFill>
            <a:prstDash val="solid"/>
          </a:ln>
        </p:spPr>
        <p:txBody>
          <a:bodyPr/>
          <a:lstStyle/>
          <a:p>
            <a:endParaRPr lang="ko-KR" altLang="en-US"/>
          </a:p>
        </p:txBody>
      </p:sp>
      <p:sp>
        <p:nvSpPr>
          <p:cNvPr id="590" name="cover-vector-91">
            <a:extLst>
              <a:ext uri="{FF2B5EF4-FFF2-40B4-BE49-F238E27FC236}">
                <a16:creationId xmlns:a16="http://schemas.microsoft.com/office/drawing/2014/main" id="{561187B2-2810-48C2-BB8E-68839385410C}"/>
              </a:ext>
            </a:extLst>
          </p:cNvPr>
          <p:cNvSpPr>
            <a:spLocks noGrp="1"/>
          </p:cNvSpPr>
          <p:nvPr/>
        </p:nvSpPr>
        <p:spPr>
          <a:xfrm>
            <a:off x="6631781" y="3258570"/>
            <a:ext cx="213360" cy="202692"/>
          </a:xfrm>
          <a:prstGeom prst="ellipse">
            <a:avLst/>
          </a:prstGeom>
          <a:solidFill>
            <a:srgbClr val="D9AF75"/>
          </a:solidFill>
          <a:ln w="0">
            <a:noFill/>
            <a:prstDash val="solid"/>
          </a:ln>
        </p:spPr>
        <p:txBody>
          <a:bodyPr/>
          <a:lstStyle/>
          <a:p>
            <a:endParaRPr lang="ko-KR" altLang="en-US"/>
          </a:p>
        </p:txBody>
      </p:sp>
      <p:sp>
        <p:nvSpPr>
          <p:cNvPr id="591" name="cover-vector-92">
            <a:extLst>
              <a:ext uri="{FF2B5EF4-FFF2-40B4-BE49-F238E27FC236}">
                <a16:creationId xmlns:a16="http://schemas.microsoft.com/office/drawing/2014/main" id="{353FF86C-99AD-45A1-9E79-D835DCF8BDF9}"/>
              </a:ext>
            </a:extLst>
          </p:cNvPr>
          <p:cNvSpPr>
            <a:spLocks noGrp="1"/>
          </p:cNvSpPr>
          <p:nvPr/>
        </p:nvSpPr>
        <p:spPr>
          <a:xfrm>
            <a:off x="6754463" y="3173226"/>
            <a:ext cx="234696" cy="256032"/>
          </a:xfrm>
          <a:prstGeom prst="ellipse">
            <a:avLst/>
          </a:prstGeom>
          <a:solidFill>
            <a:srgbClr val="D9AF75"/>
          </a:solidFill>
          <a:ln w="0">
            <a:noFill/>
            <a:prstDash val="solid"/>
          </a:ln>
        </p:spPr>
        <p:txBody>
          <a:bodyPr/>
          <a:lstStyle/>
          <a:p>
            <a:endParaRPr lang="ko-KR" altLang="en-US"/>
          </a:p>
        </p:txBody>
      </p:sp>
      <p:sp>
        <p:nvSpPr>
          <p:cNvPr id="592" name="cover-vector-93">
            <a:extLst>
              <a:ext uri="{FF2B5EF4-FFF2-40B4-BE49-F238E27FC236}">
                <a16:creationId xmlns:a16="http://schemas.microsoft.com/office/drawing/2014/main" id="{9D6D6C77-C9A2-4F56-BECC-D42F36C5B239}"/>
              </a:ext>
            </a:extLst>
          </p:cNvPr>
          <p:cNvSpPr>
            <a:spLocks noGrp="1"/>
          </p:cNvSpPr>
          <p:nvPr/>
        </p:nvSpPr>
        <p:spPr>
          <a:xfrm>
            <a:off x="6893147" y="3258570"/>
            <a:ext cx="213360" cy="202692"/>
          </a:xfrm>
          <a:prstGeom prst="ellipse">
            <a:avLst/>
          </a:prstGeom>
          <a:solidFill>
            <a:srgbClr val="D9AF75"/>
          </a:solidFill>
          <a:ln w="0">
            <a:noFill/>
            <a:prstDash val="solid"/>
          </a:ln>
        </p:spPr>
        <p:txBody>
          <a:bodyPr/>
          <a:lstStyle/>
          <a:p>
            <a:endParaRPr lang="ko-KR" altLang="en-US"/>
          </a:p>
        </p:txBody>
      </p:sp>
      <p:sp>
        <p:nvSpPr>
          <p:cNvPr id="593" name="cover-vector-94">
            <a:extLst>
              <a:ext uri="{FF2B5EF4-FFF2-40B4-BE49-F238E27FC236}">
                <a16:creationId xmlns:a16="http://schemas.microsoft.com/office/drawing/2014/main" id="{BB891CB9-CCBE-42D1-B41A-42B7F056BE0B}"/>
              </a:ext>
            </a:extLst>
          </p:cNvPr>
          <p:cNvSpPr>
            <a:spLocks noGrp="1"/>
          </p:cNvSpPr>
          <p:nvPr/>
        </p:nvSpPr>
        <p:spPr>
          <a:xfrm>
            <a:off x="6722459" y="3327912"/>
            <a:ext cx="298704" cy="122682"/>
          </a:xfrm>
          <a:prstGeom prst="roundRect">
            <a:avLst>
              <a:gd name="adj" fmla="val 30435"/>
            </a:avLst>
          </a:prstGeom>
          <a:solidFill>
            <a:srgbClr val="D9AF75"/>
          </a:solidFill>
          <a:ln w="0">
            <a:noFill/>
            <a:prstDash val="solid"/>
          </a:ln>
        </p:spPr>
        <p:txBody>
          <a:bodyPr/>
          <a:lstStyle/>
          <a:p>
            <a:endParaRPr lang="ko-KR" altLang="en-US"/>
          </a:p>
        </p:txBody>
      </p:sp>
      <p:sp>
        <p:nvSpPr>
          <p:cNvPr id="594" name="cover-vector-95">
            <a:extLst>
              <a:ext uri="{FF2B5EF4-FFF2-40B4-BE49-F238E27FC236}">
                <a16:creationId xmlns:a16="http://schemas.microsoft.com/office/drawing/2014/main" id="{FA51D862-DDC1-4553-8081-4AE18273A572}"/>
              </a:ext>
            </a:extLst>
          </p:cNvPr>
          <p:cNvSpPr>
            <a:spLocks noGrp="1"/>
          </p:cNvSpPr>
          <p:nvPr/>
        </p:nvSpPr>
        <p:spPr>
          <a:xfrm>
            <a:off x="6743795" y="3338580"/>
            <a:ext cx="32004" cy="32004"/>
          </a:xfrm>
          <a:prstGeom prst="ellipse">
            <a:avLst/>
          </a:prstGeom>
          <a:solidFill>
            <a:srgbClr val="805631"/>
          </a:solidFill>
          <a:ln w="0">
            <a:noFill/>
            <a:prstDash val="solid"/>
          </a:ln>
        </p:spPr>
        <p:txBody>
          <a:bodyPr/>
          <a:lstStyle/>
          <a:p>
            <a:endParaRPr lang="ko-KR" altLang="en-US"/>
          </a:p>
        </p:txBody>
      </p:sp>
      <p:sp>
        <p:nvSpPr>
          <p:cNvPr id="595" name="cover-vector-96">
            <a:extLst>
              <a:ext uri="{FF2B5EF4-FFF2-40B4-BE49-F238E27FC236}">
                <a16:creationId xmlns:a16="http://schemas.microsoft.com/office/drawing/2014/main" id="{4DEDBD09-BA93-4C80-A12F-EF2EC6C93DF7}"/>
              </a:ext>
            </a:extLst>
          </p:cNvPr>
          <p:cNvSpPr>
            <a:spLocks noGrp="1"/>
          </p:cNvSpPr>
          <p:nvPr/>
        </p:nvSpPr>
        <p:spPr>
          <a:xfrm>
            <a:off x="6871811" y="3258570"/>
            <a:ext cx="32004" cy="32004"/>
          </a:xfrm>
          <a:prstGeom prst="ellipse">
            <a:avLst/>
          </a:prstGeom>
          <a:solidFill>
            <a:srgbClr val="805631"/>
          </a:solidFill>
          <a:ln w="0">
            <a:noFill/>
            <a:prstDash val="solid"/>
          </a:ln>
        </p:spPr>
        <p:txBody>
          <a:bodyPr/>
          <a:lstStyle/>
          <a:p>
            <a:endParaRPr lang="ko-KR" altLang="en-US"/>
          </a:p>
        </p:txBody>
      </p:sp>
      <p:sp>
        <p:nvSpPr>
          <p:cNvPr id="596" name="cover-vector-97">
            <a:extLst>
              <a:ext uri="{FF2B5EF4-FFF2-40B4-BE49-F238E27FC236}">
                <a16:creationId xmlns:a16="http://schemas.microsoft.com/office/drawing/2014/main" id="{2F5BE903-EA17-4BDC-B9A8-170646599573}"/>
              </a:ext>
            </a:extLst>
          </p:cNvPr>
          <p:cNvSpPr>
            <a:spLocks noGrp="1"/>
          </p:cNvSpPr>
          <p:nvPr/>
        </p:nvSpPr>
        <p:spPr>
          <a:xfrm>
            <a:off x="6978491" y="3354582"/>
            <a:ext cx="32004" cy="32004"/>
          </a:xfrm>
          <a:prstGeom prst="ellipse">
            <a:avLst/>
          </a:prstGeom>
          <a:solidFill>
            <a:srgbClr val="805631"/>
          </a:solidFill>
          <a:ln w="0">
            <a:noFill/>
            <a:prstDash val="solid"/>
          </a:ln>
        </p:spPr>
        <p:txBody>
          <a:bodyPr/>
          <a:lstStyle/>
          <a:p>
            <a:endParaRPr lang="ko-KR" altLang="en-US"/>
          </a:p>
        </p:txBody>
      </p:sp>
      <p:sp>
        <p:nvSpPr>
          <p:cNvPr id="597" name="cover-vector-98">
            <a:extLst>
              <a:ext uri="{FF2B5EF4-FFF2-40B4-BE49-F238E27FC236}">
                <a16:creationId xmlns:a16="http://schemas.microsoft.com/office/drawing/2014/main" id="{ECB2809B-7A7A-4CB5-8D95-D92FF3027A78}"/>
              </a:ext>
            </a:extLst>
          </p:cNvPr>
          <p:cNvSpPr>
            <a:spLocks noGrp="1"/>
          </p:cNvSpPr>
          <p:nvPr/>
        </p:nvSpPr>
        <p:spPr>
          <a:xfrm>
            <a:off x="7184231" y="3297051"/>
            <a:ext cx="477584" cy="302324"/>
          </a:xfrm>
          <a:prstGeom prst="ellipse">
            <a:avLst/>
          </a:prstGeom>
          <a:solidFill>
            <a:srgbClr val="D9AF75"/>
          </a:solidFill>
          <a:ln w="0">
            <a:noFill/>
            <a:prstDash val="solid"/>
          </a:ln>
        </p:spPr>
        <p:txBody>
          <a:bodyPr/>
          <a:lstStyle/>
          <a:p>
            <a:endParaRPr lang="ko-KR" altLang="en-US"/>
          </a:p>
        </p:txBody>
      </p:sp>
      <p:sp>
        <p:nvSpPr>
          <p:cNvPr id="598" name="cover-vector-99">
            <a:extLst>
              <a:ext uri="{FF2B5EF4-FFF2-40B4-BE49-F238E27FC236}">
                <a16:creationId xmlns:a16="http://schemas.microsoft.com/office/drawing/2014/main" id="{6A6BEC53-FF0A-4A21-BA6B-C62E0C6729F8}"/>
              </a:ext>
            </a:extLst>
          </p:cNvPr>
          <p:cNvSpPr>
            <a:spLocks noGrp="1"/>
          </p:cNvSpPr>
          <p:nvPr/>
        </p:nvSpPr>
        <p:spPr>
          <a:xfrm rot="1440000">
            <a:off x="7320058" y="3354011"/>
            <a:ext cx="30671" cy="175260"/>
          </a:xfrm>
          <a:prstGeom prst="roundRect">
            <a:avLst>
              <a:gd name="adj" fmla="val 42857"/>
            </a:avLst>
          </a:prstGeom>
          <a:solidFill>
            <a:srgbClr val="F5DDB7"/>
          </a:solidFill>
          <a:ln w="0">
            <a:noFill/>
            <a:prstDash val="solid"/>
          </a:ln>
        </p:spPr>
        <p:txBody>
          <a:bodyPr/>
          <a:lstStyle/>
          <a:p>
            <a:endParaRPr lang="ko-KR" altLang="en-US"/>
          </a:p>
        </p:txBody>
      </p:sp>
      <p:sp>
        <p:nvSpPr>
          <p:cNvPr id="599" name="cover-vector-100">
            <a:extLst>
              <a:ext uri="{FF2B5EF4-FFF2-40B4-BE49-F238E27FC236}">
                <a16:creationId xmlns:a16="http://schemas.microsoft.com/office/drawing/2014/main" id="{09B11B20-E430-40F5-B3F7-E8BAF46CBB02}"/>
              </a:ext>
            </a:extLst>
          </p:cNvPr>
          <p:cNvSpPr>
            <a:spLocks noGrp="1"/>
          </p:cNvSpPr>
          <p:nvPr/>
        </p:nvSpPr>
        <p:spPr>
          <a:xfrm rot="1440000">
            <a:off x="7398925" y="3354011"/>
            <a:ext cx="30671" cy="175260"/>
          </a:xfrm>
          <a:prstGeom prst="roundRect">
            <a:avLst>
              <a:gd name="adj" fmla="val 42857"/>
            </a:avLst>
          </a:prstGeom>
          <a:solidFill>
            <a:srgbClr val="F5DDB7"/>
          </a:solidFill>
          <a:ln w="0">
            <a:noFill/>
            <a:prstDash val="solid"/>
          </a:ln>
        </p:spPr>
        <p:txBody>
          <a:bodyPr/>
          <a:lstStyle/>
          <a:p>
            <a:endParaRPr lang="ko-KR" altLang="en-US"/>
          </a:p>
        </p:txBody>
      </p:sp>
      <p:sp>
        <p:nvSpPr>
          <p:cNvPr id="600" name="cover-vector-101">
            <a:extLst>
              <a:ext uri="{FF2B5EF4-FFF2-40B4-BE49-F238E27FC236}">
                <a16:creationId xmlns:a16="http://schemas.microsoft.com/office/drawing/2014/main" id="{CB00C67A-880F-4413-9021-3A9B389089EA}"/>
              </a:ext>
            </a:extLst>
          </p:cNvPr>
          <p:cNvSpPr>
            <a:spLocks noGrp="1"/>
          </p:cNvSpPr>
          <p:nvPr/>
        </p:nvSpPr>
        <p:spPr>
          <a:xfrm rot="1440000">
            <a:off x="7477792" y="3354011"/>
            <a:ext cx="30671" cy="175260"/>
          </a:xfrm>
          <a:prstGeom prst="roundRect">
            <a:avLst>
              <a:gd name="adj" fmla="val 42857"/>
            </a:avLst>
          </a:prstGeom>
          <a:solidFill>
            <a:srgbClr val="F5DDB7"/>
          </a:solidFill>
          <a:ln w="0">
            <a:noFill/>
            <a:prstDash val="solid"/>
          </a:ln>
        </p:spPr>
        <p:txBody>
          <a:bodyPr/>
          <a:lstStyle/>
          <a:p>
            <a:endParaRPr lang="ko-KR" altLang="en-US"/>
          </a:p>
        </p:txBody>
      </p:sp>
      <p:sp>
        <p:nvSpPr>
          <p:cNvPr id="601" name="cover-vector-102">
            <a:extLst>
              <a:ext uri="{FF2B5EF4-FFF2-40B4-BE49-F238E27FC236}">
                <a16:creationId xmlns:a16="http://schemas.microsoft.com/office/drawing/2014/main" id="{1C83CAF7-16C1-40F8-9AF6-75343E7E8F12}"/>
              </a:ext>
            </a:extLst>
          </p:cNvPr>
          <p:cNvSpPr>
            <a:spLocks noGrp="1"/>
          </p:cNvSpPr>
          <p:nvPr/>
        </p:nvSpPr>
        <p:spPr>
          <a:xfrm>
            <a:off x="7936706" y="2792226"/>
            <a:ext cx="123825" cy="123825"/>
          </a:xfrm>
          <a:prstGeom prst="ellipse">
            <a:avLst/>
          </a:prstGeom>
          <a:solidFill>
            <a:srgbClr val="D9AF75"/>
          </a:solidFill>
          <a:ln w="0">
            <a:noFill/>
            <a:prstDash val="solid"/>
          </a:ln>
        </p:spPr>
        <p:txBody>
          <a:bodyPr/>
          <a:lstStyle/>
          <a:p>
            <a:endParaRPr lang="ko-KR" altLang="en-US"/>
          </a:p>
        </p:txBody>
      </p:sp>
      <p:sp>
        <p:nvSpPr>
          <p:cNvPr id="602" name="cover-vector-103">
            <a:extLst>
              <a:ext uri="{FF2B5EF4-FFF2-40B4-BE49-F238E27FC236}">
                <a16:creationId xmlns:a16="http://schemas.microsoft.com/office/drawing/2014/main" id="{CB1C4B3C-9231-4F01-8BF6-1C23D5A688BD}"/>
              </a:ext>
            </a:extLst>
          </p:cNvPr>
          <p:cNvSpPr>
            <a:spLocks noGrp="1"/>
          </p:cNvSpPr>
          <p:nvPr/>
        </p:nvSpPr>
        <p:spPr>
          <a:xfrm>
            <a:off x="8146256" y="2801751"/>
            <a:ext cx="381000" cy="47625"/>
          </a:xfrm>
          <a:prstGeom prst="roundRect">
            <a:avLst>
              <a:gd name="adj" fmla="val 40000"/>
            </a:avLst>
          </a:prstGeom>
          <a:solidFill>
            <a:srgbClr val="D2D2D7"/>
          </a:solidFill>
          <a:ln w="0">
            <a:noFill/>
            <a:prstDash val="solid"/>
          </a:ln>
        </p:spPr>
        <p:txBody>
          <a:bodyPr/>
          <a:lstStyle/>
          <a:p>
            <a:endParaRPr lang="ko-KR" altLang="en-US"/>
          </a:p>
        </p:txBody>
      </p:sp>
      <p:sp>
        <p:nvSpPr>
          <p:cNvPr id="603" name="cover-vector-104">
            <a:extLst>
              <a:ext uri="{FF2B5EF4-FFF2-40B4-BE49-F238E27FC236}">
                <a16:creationId xmlns:a16="http://schemas.microsoft.com/office/drawing/2014/main" id="{3E808412-5127-48B6-9458-31F69BA7CDF6}"/>
              </a:ext>
            </a:extLst>
          </p:cNvPr>
          <p:cNvSpPr>
            <a:spLocks noGrp="1"/>
          </p:cNvSpPr>
          <p:nvPr/>
        </p:nvSpPr>
        <p:spPr>
          <a:xfrm>
            <a:off x="8146256" y="2897001"/>
            <a:ext cx="247650" cy="38100"/>
          </a:xfrm>
          <a:prstGeom prst="roundRect">
            <a:avLst>
              <a:gd name="adj" fmla="val 50000"/>
            </a:avLst>
          </a:prstGeom>
          <a:solidFill>
            <a:srgbClr val="E8E8ED"/>
          </a:solidFill>
          <a:ln w="0">
            <a:noFill/>
            <a:prstDash val="solid"/>
          </a:ln>
        </p:spPr>
        <p:txBody>
          <a:bodyPr/>
          <a:lstStyle/>
          <a:p>
            <a:endParaRPr lang="ko-KR" altLang="en-US"/>
          </a:p>
        </p:txBody>
      </p:sp>
      <p:sp>
        <p:nvSpPr>
          <p:cNvPr id="604" name="cover-vector-105">
            <a:extLst>
              <a:ext uri="{FF2B5EF4-FFF2-40B4-BE49-F238E27FC236}">
                <a16:creationId xmlns:a16="http://schemas.microsoft.com/office/drawing/2014/main" id="{72436DF3-9E41-4539-B41D-3E6991290910}"/>
              </a:ext>
            </a:extLst>
          </p:cNvPr>
          <p:cNvSpPr>
            <a:spLocks noGrp="1"/>
          </p:cNvSpPr>
          <p:nvPr/>
        </p:nvSpPr>
        <p:spPr>
          <a:xfrm>
            <a:off x="8689181" y="2744601"/>
            <a:ext cx="152400" cy="219075"/>
          </a:xfrm>
          <a:prstGeom prst="rect">
            <a:avLst/>
          </a:prstGeom>
          <a:noFill/>
          <a:ln w="0">
            <a:noFill/>
            <a:prstDash val="solid"/>
          </a:ln>
        </p:spPr>
        <p:txBody>
          <a:bodyPr wrap="none" lIns="0" tIns="0" rIns="0" bIns="0" anchor="t">
            <a:noAutofit/>
          </a:bodyPr>
          <a:lstStyle/>
          <a:p>
            <a:pPr algn="ctr">
              <a:buNone/>
              <a:defRPr sz="1200" b="0">
                <a:solidFill>
                  <a:srgbClr val="73737B"/>
                </a:solidFill>
                <a:latin typeface="Noto Sans KR"/>
                <a:ea typeface="Noto Sans KR"/>
                <a:cs typeface="Noto Sans KR"/>
              </a:defRPr>
            </a:pPr>
            <a:r>
              <a:rPr sz="1200" b="0">
                <a:solidFill>
                  <a:srgbClr val="73737B"/>
                </a:solidFill>
                <a:latin typeface="Noto Sans KR"/>
                <a:ea typeface="Noto Sans KR"/>
                <a:cs typeface="Noto Sans KR"/>
              </a:rPr>
              <a:t>1</a:t>
            </a:r>
          </a:p>
        </p:txBody>
      </p:sp>
      <p:sp>
        <p:nvSpPr>
          <p:cNvPr id="605" name="cover-vector-106">
            <a:extLst>
              <a:ext uri="{FF2B5EF4-FFF2-40B4-BE49-F238E27FC236}">
                <a16:creationId xmlns:a16="http://schemas.microsoft.com/office/drawing/2014/main" id="{7D869C3C-86E8-4D80-97B5-2762C296BF29}"/>
              </a:ext>
            </a:extLst>
          </p:cNvPr>
          <p:cNvSpPr>
            <a:spLocks noGrp="1"/>
          </p:cNvSpPr>
          <p:nvPr/>
        </p:nvSpPr>
        <p:spPr>
          <a:xfrm>
            <a:off x="7936706" y="3173226"/>
            <a:ext cx="123825" cy="123825"/>
          </a:xfrm>
          <a:prstGeom prst="ellipse">
            <a:avLst/>
          </a:prstGeom>
          <a:solidFill>
            <a:srgbClr val="D9AF75"/>
          </a:solidFill>
          <a:ln w="0">
            <a:noFill/>
            <a:prstDash val="solid"/>
          </a:ln>
        </p:spPr>
        <p:txBody>
          <a:bodyPr/>
          <a:lstStyle/>
          <a:p>
            <a:endParaRPr lang="ko-KR" altLang="en-US"/>
          </a:p>
        </p:txBody>
      </p:sp>
      <p:sp>
        <p:nvSpPr>
          <p:cNvPr id="606" name="cover-vector-107">
            <a:extLst>
              <a:ext uri="{FF2B5EF4-FFF2-40B4-BE49-F238E27FC236}">
                <a16:creationId xmlns:a16="http://schemas.microsoft.com/office/drawing/2014/main" id="{C42BA639-F1E9-419F-A4B2-8E13D11A161D}"/>
              </a:ext>
            </a:extLst>
          </p:cNvPr>
          <p:cNvSpPr>
            <a:spLocks noGrp="1"/>
          </p:cNvSpPr>
          <p:nvPr/>
        </p:nvSpPr>
        <p:spPr>
          <a:xfrm>
            <a:off x="8146256" y="3182751"/>
            <a:ext cx="381000" cy="47625"/>
          </a:xfrm>
          <a:prstGeom prst="roundRect">
            <a:avLst>
              <a:gd name="adj" fmla="val 40000"/>
            </a:avLst>
          </a:prstGeom>
          <a:solidFill>
            <a:srgbClr val="D2D2D7"/>
          </a:solidFill>
          <a:ln w="0">
            <a:noFill/>
            <a:prstDash val="solid"/>
          </a:ln>
        </p:spPr>
        <p:txBody>
          <a:bodyPr/>
          <a:lstStyle/>
          <a:p>
            <a:endParaRPr lang="ko-KR" altLang="en-US"/>
          </a:p>
        </p:txBody>
      </p:sp>
      <p:sp>
        <p:nvSpPr>
          <p:cNvPr id="607" name="cover-vector-108">
            <a:extLst>
              <a:ext uri="{FF2B5EF4-FFF2-40B4-BE49-F238E27FC236}">
                <a16:creationId xmlns:a16="http://schemas.microsoft.com/office/drawing/2014/main" id="{AAA4A5C8-0619-4BCE-B6A6-16234996A4EF}"/>
              </a:ext>
            </a:extLst>
          </p:cNvPr>
          <p:cNvSpPr>
            <a:spLocks noGrp="1"/>
          </p:cNvSpPr>
          <p:nvPr/>
        </p:nvSpPr>
        <p:spPr>
          <a:xfrm>
            <a:off x="8146256" y="3278001"/>
            <a:ext cx="247650" cy="38100"/>
          </a:xfrm>
          <a:prstGeom prst="roundRect">
            <a:avLst>
              <a:gd name="adj" fmla="val 50000"/>
            </a:avLst>
          </a:prstGeom>
          <a:solidFill>
            <a:srgbClr val="E8E8ED"/>
          </a:solidFill>
          <a:ln w="0">
            <a:noFill/>
            <a:prstDash val="solid"/>
          </a:ln>
        </p:spPr>
        <p:txBody>
          <a:bodyPr/>
          <a:lstStyle/>
          <a:p>
            <a:endParaRPr lang="ko-KR" altLang="en-US"/>
          </a:p>
        </p:txBody>
      </p:sp>
      <p:sp>
        <p:nvSpPr>
          <p:cNvPr id="608" name="cover-vector-109">
            <a:extLst>
              <a:ext uri="{FF2B5EF4-FFF2-40B4-BE49-F238E27FC236}">
                <a16:creationId xmlns:a16="http://schemas.microsoft.com/office/drawing/2014/main" id="{8814E6DE-834C-45CD-8786-C3EA48C615C5}"/>
              </a:ext>
            </a:extLst>
          </p:cNvPr>
          <p:cNvSpPr>
            <a:spLocks noGrp="1"/>
          </p:cNvSpPr>
          <p:nvPr/>
        </p:nvSpPr>
        <p:spPr>
          <a:xfrm>
            <a:off x="8689181" y="3125601"/>
            <a:ext cx="152400" cy="219075"/>
          </a:xfrm>
          <a:prstGeom prst="rect">
            <a:avLst/>
          </a:prstGeom>
          <a:noFill/>
          <a:ln w="0">
            <a:noFill/>
            <a:prstDash val="solid"/>
          </a:ln>
        </p:spPr>
        <p:txBody>
          <a:bodyPr wrap="none" lIns="0" tIns="0" rIns="0" bIns="0" anchor="t">
            <a:noAutofit/>
          </a:bodyPr>
          <a:lstStyle/>
          <a:p>
            <a:pPr algn="ctr">
              <a:buNone/>
              <a:defRPr sz="1200" b="0">
                <a:solidFill>
                  <a:srgbClr val="73737B"/>
                </a:solidFill>
                <a:latin typeface="Noto Sans KR"/>
                <a:ea typeface="Noto Sans KR"/>
                <a:cs typeface="Noto Sans KR"/>
              </a:defRPr>
            </a:pPr>
            <a:r>
              <a:rPr sz="1200" b="0">
                <a:solidFill>
                  <a:srgbClr val="73737B"/>
                </a:solidFill>
                <a:latin typeface="Noto Sans KR"/>
                <a:ea typeface="Noto Sans KR"/>
                <a:cs typeface="Noto Sans KR"/>
              </a:rPr>
              <a:t>1</a:t>
            </a:r>
          </a:p>
        </p:txBody>
      </p:sp>
      <p:sp>
        <p:nvSpPr>
          <p:cNvPr id="609" name="cover-vector-110">
            <a:extLst>
              <a:ext uri="{FF2B5EF4-FFF2-40B4-BE49-F238E27FC236}">
                <a16:creationId xmlns:a16="http://schemas.microsoft.com/office/drawing/2014/main" id="{DE103466-E0E9-4085-8D41-F5F175D77F1B}"/>
              </a:ext>
            </a:extLst>
          </p:cNvPr>
          <p:cNvSpPr>
            <a:spLocks noGrp="1"/>
          </p:cNvSpPr>
          <p:nvPr/>
        </p:nvSpPr>
        <p:spPr>
          <a:xfrm>
            <a:off x="7936706" y="3554226"/>
            <a:ext cx="123825" cy="123825"/>
          </a:xfrm>
          <a:prstGeom prst="ellipse">
            <a:avLst/>
          </a:prstGeom>
          <a:solidFill>
            <a:srgbClr val="D9AF75"/>
          </a:solidFill>
          <a:ln w="0">
            <a:noFill/>
            <a:prstDash val="solid"/>
          </a:ln>
        </p:spPr>
        <p:txBody>
          <a:bodyPr/>
          <a:lstStyle/>
          <a:p>
            <a:endParaRPr lang="ko-KR" altLang="en-US"/>
          </a:p>
        </p:txBody>
      </p:sp>
      <p:sp>
        <p:nvSpPr>
          <p:cNvPr id="610" name="cover-vector-111">
            <a:extLst>
              <a:ext uri="{FF2B5EF4-FFF2-40B4-BE49-F238E27FC236}">
                <a16:creationId xmlns:a16="http://schemas.microsoft.com/office/drawing/2014/main" id="{44CB1A22-5F38-44C3-A199-E57C9F236753}"/>
              </a:ext>
            </a:extLst>
          </p:cNvPr>
          <p:cNvSpPr>
            <a:spLocks noGrp="1"/>
          </p:cNvSpPr>
          <p:nvPr/>
        </p:nvSpPr>
        <p:spPr>
          <a:xfrm>
            <a:off x="8146256" y="3563751"/>
            <a:ext cx="381000" cy="47625"/>
          </a:xfrm>
          <a:prstGeom prst="roundRect">
            <a:avLst>
              <a:gd name="adj" fmla="val 40000"/>
            </a:avLst>
          </a:prstGeom>
          <a:solidFill>
            <a:srgbClr val="D2D2D7"/>
          </a:solidFill>
          <a:ln w="0">
            <a:noFill/>
            <a:prstDash val="solid"/>
          </a:ln>
        </p:spPr>
        <p:txBody>
          <a:bodyPr/>
          <a:lstStyle/>
          <a:p>
            <a:endParaRPr lang="ko-KR" altLang="en-US"/>
          </a:p>
        </p:txBody>
      </p:sp>
      <p:sp>
        <p:nvSpPr>
          <p:cNvPr id="611" name="cover-vector-112">
            <a:extLst>
              <a:ext uri="{FF2B5EF4-FFF2-40B4-BE49-F238E27FC236}">
                <a16:creationId xmlns:a16="http://schemas.microsoft.com/office/drawing/2014/main" id="{C8750862-AC6C-4BB2-97A2-D6C765794EDB}"/>
              </a:ext>
            </a:extLst>
          </p:cNvPr>
          <p:cNvSpPr>
            <a:spLocks noGrp="1"/>
          </p:cNvSpPr>
          <p:nvPr/>
        </p:nvSpPr>
        <p:spPr>
          <a:xfrm>
            <a:off x="8146256" y="3659001"/>
            <a:ext cx="247650" cy="38100"/>
          </a:xfrm>
          <a:prstGeom prst="roundRect">
            <a:avLst>
              <a:gd name="adj" fmla="val 50000"/>
            </a:avLst>
          </a:prstGeom>
          <a:solidFill>
            <a:srgbClr val="E8E8ED"/>
          </a:solidFill>
          <a:ln w="0">
            <a:noFill/>
            <a:prstDash val="solid"/>
          </a:ln>
        </p:spPr>
        <p:txBody>
          <a:bodyPr/>
          <a:lstStyle/>
          <a:p>
            <a:endParaRPr lang="ko-KR" altLang="en-US"/>
          </a:p>
        </p:txBody>
      </p:sp>
      <p:sp>
        <p:nvSpPr>
          <p:cNvPr id="612" name="cover-vector-113">
            <a:extLst>
              <a:ext uri="{FF2B5EF4-FFF2-40B4-BE49-F238E27FC236}">
                <a16:creationId xmlns:a16="http://schemas.microsoft.com/office/drawing/2014/main" id="{15A7CF2A-2887-44CD-8AE7-65EE929AD02F}"/>
              </a:ext>
            </a:extLst>
          </p:cNvPr>
          <p:cNvSpPr>
            <a:spLocks noGrp="1"/>
          </p:cNvSpPr>
          <p:nvPr/>
        </p:nvSpPr>
        <p:spPr>
          <a:xfrm>
            <a:off x="8689181" y="3506601"/>
            <a:ext cx="152400" cy="219075"/>
          </a:xfrm>
          <a:prstGeom prst="rect">
            <a:avLst/>
          </a:prstGeom>
          <a:noFill/>
          <a:ln w="0">
            <a:noFill/>
            <a:prstDash val="solid"/>
          </a:ln>
        </p:spPr>
        <p:txBody>
          <a:bodyPr wrap="none" lIns="0" tIns="0" rIns="0" bIns="0" anchor="t">
            <a:noAutofit/>
          </a:bodyPr>
          <a:lstStyle/>
          <a:p>
            <a:pPr algn="ctr">
              <a:buNone/>
              <a:defRPr sz="1200" b="0">
                <a:solidFill>
                  <a:srgbClr val="73737B"/>
                </a:solidFill>
                <a:latin typeface="Noto Sans KR"/>
                <a:ea typeface="Noto Sans KR"/>
                <a:cs typeface="Noto Sans KR"/>
              </a:defRPr>
            </a:pPr>
            <a:r>
              <a:rPr sz="1200" b="0">
                <a:solidFill>
                  <a:srgbClr val="73737B"/>
                </a:solidFill>
                <a:latin typeface="Noto Sans KR"/>
                <a:ea typeface="Noto Sans KR"/>
                <a:cs typeface="Noto Sans KR"/>
              </a:rPr>
              <a:t>1</a:t>
            </a:r>
          </a:p>
        </p:txBody>
      </p:sp>
      <p:sp>
        <p:nvSpPr>
          <p:cNvPr id="613" name="cover-vector-114">
            <a:extLst>
              <a:ext uri="{FF2B5EF4-FFF2-40B4-BE49-F238E27FC236}">
                <a16:creationId xmlns:a16="http://schemas.microsoft.com/office/drawing/2014/main" id="{07EC1305-4335-4682-9745-035313EB9719}"/>
              </a:ext>
            </a:extLst>
          </p:cNvPr>
          <p:cNvSpPr>
            <a:spLocks noGrp="1"/>
          </p:cNvSpPr>
          <p:nvPr/>
        </p:nvSpPr>
        <p:spPr>
          <a:xfrm>
            <a:off x="7946231" y="3839976"/>
            <a:ext cx="962025" cy="228600"/>
          </a:xfrm>
          <a:prstGeom prst="rect">
            <a:avLst/>
          </a:prstGeom>
          <a:noFill/>
          <a:ln w="0">
            <a:noFill/>
            <a:prstDash val="solid"/>
          </a:ln>
        </p:spPr>
        <p:txBody>
          <a:bodyPr wrap="none" lIns="0" tIns="0" rIns="0" bIns="0" anchor="t">
            <a:noAutofit/>
          </a:bodyPr>
          <a:lstStyle/>
          <a:p>
            <a:pPr algn="l">
              <a:buNone/>
              <a:defRPr sz="825" b="0">
                <a:solidFill>
                  <a:srgbClr val="73737B"/>
                </a:solidFill>
                <a:latin typeface="Noto Sans KR"/>
                <a:ea typeface="Noto Sans KR"/>
                <a:cs typeface="Noto Sans KR"/>
              </a:defRPr>
            </a:pPr>
            <a:r>
              <a:rPr sz="825" b="0">
                <a:solidFill>
                  <a:srgbClr val="73737B"/>
                </a:solidFill>
                <a:latin typeface="Noto Sans KR"/>
                <a:ea typeface="Noto Sans KR"/>
                <a:cs typeface="Noto Sans KR"/>
              </a:rPr>
              <a:t>상품 · 수량 · 금액</a:t>
            </a:r>
          </a:p>
        </p:txBody>
      </p:sp>
      <p:sp>
        <p:nvSpPr>
          <p:cNvPr id="614" name="cover-vector-115">
            <a:extLst>
              <a:ext uri="{FF2B5EF4-FFF2-40B4-BE49-F238E27FC236}">
                <a16:creationId xmlns:a16="http://schemas.microsoft.com/office/drawing/2014/main" id="{4FA62620-AFCD-4EDE-BACA-B78593DEF2EB}"/>
              </a:ext>
            </a:extLst>
          </p:cNvPr>
          <p:cNvSpPr>
            <a:spLocks noGrp="1"/>
          </p:cNvSpPr>
          <p:nvPr/>
        </p:nvSpPr>
        <p:spPr>
          <a:xfrm>
            <a:off x="9594056" y="2220726"/>
            <a:ext cx="1362075" cy="2333625"/>
          </a:xfrm>
          <a:prstGeom prst="roundRect">
            <a:avLst>
              <a:gd name="adj" fmla="val 14685"/>
            </a:avLst>
          </a:prstGeom>
          <a:solidFill>
            <a:srgbClr val="1D1D1F"/>
          </a:solidFill>
          <a:ln w="0">
            <a:noFill/>
            <a:prstDash val="solid"/>
          </a:ln>
        </p:spPr>
        <p:txBody>
          <a:bodyPr/>
          <a:lstStyle/>
          <a:p>
            <a:endParaRPr lang="ko-KR" altLang="en-US"/>
          </a:p>
        </p:txBody>
      </p:sp>
      <p:sp>
        <p:nvSpPr>
          <p:cNvPr id="615" name="cover-vector-116">
            <a:extLst>
              <a:ext uri="{FF2B5EF4-FFF2-40B4-BE49-F238E27FC236}">
                <a16:creationId xmlns:a16="http://schemas.microsoft.com/office/drawing/2014/main" id="{DD65CCB8-05C5-4A60-A64D-696FCD4A0632}"/>
              </a:ext>
            </a:extLst>
          </p:cNvPr>
          <p:cNvSpPr>
            <a:spLocks noGrp="1"/>
          </p:cNvSpPr>
          <p:nvPr/>
        </p:nvSpPr>
        <p:spPr>
          <a:xfrm>
            <a:off x="9689306" y="2315976"/>
            <a:ext cx="1171575" cy="2143125"/>
          </a:xfrm>
          <a:prstGeom prst="roundRect">
            <a:avLst>
              <a:gd name="adj" fmla="val 10569"/>
            </a:avLst>
          </a:prstGeom>
          <a:solidFill>
            <a:srgbClr val="FFFFFF"/>
          </a:solidFill>
          <a:ln w="0">
            <a:noFill/>
            <a:prstDash val="solid"/>
          </a:ln>
        </p:spPr>
        <p:txBody>
          <a:bodyPr/>
          <a:lstStyle/>
          <a:p>
            <a:endParaRPr lang="ko-KR" altLang="en-US"/>
          </a:p>
        </p:txBody>
      </p:sp>
      <p:sp>
        <p:nvSpPr>
          <p:cNvPr id="616" name="cover-vector-117">
            <a:extLst>
              <a:ext uri="{FF2B5EF4-FFF2-40B4-BE49-F238E27FC236}">
                <a16:creationId xmlns:a16="http://schemas.microsoft.com/office/drawing/2014/main" id="{AD9BD3B3-BEA5-43C6-8789-EBE4EB6E2D08}"/>
              </a:ext>
            </a:extLst>
          </p:cNvPr>
          <p:cNvSpPr>
            <a:spLocks noGrp="1"/>
          </p:cNvSpPr>
          <p:nvPr/>
        </p:nvSpPr>
        <p:spPr>
          <a:xfrm>
            <a:off x="10098881" y="2363601"/>
            <a:ext cx="352425" cy="47625"/>
          </a:xfrm>
          <a:prstGeom prst="roundRect">
            <a:avLst>
              <a:gd name="adj" fmla="val 50000"/>
            </a:avLst>
          </a:prstGeom>
          <a:solidFill>
            <a:srgbClr val="1D1D1F"/>
          </a:solidFill>
          <a:ln w="0">
            <a:noFill/>
            <a:prstDash val="solid"/>
          </a:ln>
        </p:spPr>
        <p:txBody>
          <a:bodyPr/>
          <a:lstStyle/>
          <a:p>
            <a:endParaRPr lang="ko-KR" altLang="en-US"/>
          </a:p>
        </p:txBody>
      </p:sp>
      <p:sp>
        <p:nvSpPr>
          <p:cNvPr id="617" name="cover-vector-118">
            <a:extLst>
              <a:ext uri="{FF2B5EF4-FFF2-40B4-BE49-F238E27FC236}">
                <a16:creationId xmlns:a16="http://schemas.microsoft.com/office/drawing/2014/main" id="{07639600-A22D-469E-9DF7-7539FC4EB5BA}"/>
              </a:ext>
            </a:extLst>
          </p:cNvPr>
          <p:cNvSpPr>
            <a:spLocks noGrp="1"/>
          </p:cNvSpPr>
          <p:nvPr/>
        </p:nvSpPr>
        <p:spPr>
          <a:xfrm>
            <a:off x="9803606" y="2620776"/>
            <a:ext cx="942975" cy="228600"/>
          </a:xfrm>
          <a:prstGeom prst="rect">
            <a:avLst/>
          </a:prstGeom>
          <a:noFill/>
          <a:ln w="0">
            <a:noFill/>
            <a:prstDash val="solid"/>
          </a:ln>
        </p:spPr>
        <p:txBody>
          <a:bodyPr wrap="none" lIns="0" tIns="0" rIns="0" bIns="0" anchor="t">
            <a:noAutofit/>
          </a:bodyPr>
          <a:lstStyle/>
          <a:p>
            <a:pPr algn="ctr">
              <a:buNone/>
              <a:defRPr sz="900" b="1">
                <a:solidFill>
                  <a:srgbClr val="73737B"/>
                </a:solidFill>
                <a:latin typeface="Noto Sans KR"/>
                <a:ea typeface="Noto Sans KR"/>
                <a:cs typeface="Noto Sans KR"/>
              </a:defRPr>
            </a:pPr>
            <a:r>
              <a:rPr sz="900" b="1">
                <a:solidFill>
                  <a:srgbClr val="73737B"/>
                </a:solidFill>
                <a:latin typeface="Noto Sans KR"/>
                <a:ea typeface="Noto Sans KR"/>
                <a:cs typeface="Noto Sans KR"/>
              </a:rPr>
              <a:t>MEMBER QR</a:t>
            </a:r>
          </a:p>
        </p:txBody>
      </p:sp>
      <p:sp>
        <p:nvSpPr>
          <p:cNvPr id="618" name="cover-vector-119">
            <a:extLst>
              <a:ext uri="{FF2B5EF4-FFF2-40B4-BE49-F238E27FC236}">
                <a16:creationId xmlns:a16="http://schemas.microsoft.com/office/drawing/2014/main" id="{ED1B25EC-9A85-44F4-A6AB-3F7C3E7B3D00}"/>
              </a:ext>
            </a:extLst>
          </p:cNvPr>
          <p:cNvSpPr>
            <a:spLocks noGrp="1"/>
          </p:cNvSpPr>
          <p:nvPr/>
        </p:nvSpPr>
        <p:spPr>
          <a:xfrm>
            <a:off x="9875044" y="2954151"/>
            <a:ext cx="266700" cy="38100"/>
          </a:xfrm>
          <a:prstGeom prst="rect">
            <a:avLst/>
          </a:prstGeom>
          <a:solidFill>
            <a:srgbClr val="1D1D1F"/>
          </a:solidFill>
          <a:ln w="0">
            <a:noFill/>
            <a:prstDash val="solid"/>
          </a:ln>
        </p:spPr>
        <p:txBody>
          <a:bodyPr/>
          <a:lstStyle/>
          <a:p>
            <a:endParaRPr lang="ko-KR" altLang="en-US"/>
          </a:p>
        </p:txBody>
      </p:sp>
      <p:sp>
        <p:nvSpPr>
          <p:cNvPr id="619" name="cover-vector-120">
            <a:extLst>
              <a:ext uri="{FF2B5EF4-FFF2-40B4-BE49-F238E27FC236}">
                <a16:creationId xmlns:a16="http://schemas.microsoft.com/office/drawing/2014/main" id="{FDF22D31-6270-48A7-B867-CDD2E5DE4ED1}"/>
              </a:ext>
            </a:extLst>
          </p:cNvPr>
          <p:cNvSpPr>
            <a:spLocks noGrp="1"/>
          </p:cNvSpPr>
          <p:nvPr/>
        </p:nvSpPr>
        <p:spPr>
          <a:xfrm>
            <a:off x="10217944" y="2954151"/>
            <a:ext cx="76200" cy="38100"/>
          </a:xfrm>
          <a:prstGeom prst="rect">
            <a:avLst/>
          </a:prstGeom>
          <a:solidFill>
            <a:srgbClr val="1D1D1F"/>
          </a:solidFill>
          <a:ln w="0">
            <a:noFill/>
            <a:prstDash val="solid"/>
          </a:ln>
        </p:spPr>
        <p:txBody>
          <a:bodyPr/>
          <a:lstStyle/>
          <a:p>
            <a:endParaRPr lang="ko-KR" altLang="en-US"/>
          </a:p>
        </p:txBody>
      </p:sp>
      <p:sp>
        <p:nvSpPr>
          <p:cNvPr id="620" name="cover-vector-121">
            <a:extLst>
              <a:ext uri="{FF2B5EF4-FFF2-40B4-BE49-F238E27FC236}">
                <a16:creationId xmlns:a16="http://schemas.microsoft.com/office/drawing/2014/main" id="{C1F54936-B1C0-4471-9F3A-F1552CF3274C}"/>
              </a:ext>
            </a:extLst>
          </p:cNvPr>
          <p:cNvSpPr>
            <a:spLocks noGrp="1"/>
          </p:cNvSpPr>
          <p:nvPr/>
        </p:nvSpPr>
        <p:spPr>
          <a:xfrm>
            <a:off x="10408444" y="2954151"/>
            <a:ext cx="266700" cy="38100"/>
          </a:xfrm>
          <a:prstGeom prst="rect">
            <a:avLst/>
          </a:prstGeom>
          <a:solidFill>
            <a:srgbClr val="1D1D1F"/>
          </a:solidFill>
          <a:ln w="0">
            <a:noFill/>
            <a:prstDash val="solid"/>
          </a:ln>
        </p:spPr>
        <p:txBody>
          <a:bodyPr/>
          <a:lstStyle/>
          <a:p>
            <a:endParaRPr lang="ko-KR" altLang="en-US"/>
          </a:p>
        </p:txBody>
      </p:sp>
      <p:sp>
        <p:nvSpPr>
          <p:cNvPr id="621" name="cover-vector-122">
            <a:extLst>
              <a:ext uri="{FF2B5EF4-FFF2-40B4-BE49-F238E27FC236}">
                <a16:creationId xmlns:a16="http://schemas.microsoft.com/office/drawing/2014/main" id="{2BD2DB6E-76A4-463C-88FB-69D621E303AA}"/>
              </a:ext>
            </a:extLst>
          </p:cNvPr>
          <p:cNvSpPr>
            <a:spLocks noGrp="1"/>
          </p:cNvSpPr>
          <p:nvPr/>
        </p:nvSpPr>
        <p:spPr>
          <a:xfrm>
            <a:off x="9875044" y="2992251"/>
            <a:ext cx="38100" cy="38100"/>
          </a:xfrm>
          <a:prstGeom prst="rect">
            <a:avLst/>
          </a:prstGeom>
          <a:solidFill>
            <a:srgbClr val="1D1D1F"/>
          </a:solidFill>
          <a:ln w="0">
            <a:noFill/>
            <a:prstDash val="solid"/>
          </a:ln>
        </p:spPr>
        <p:txBody>
          <a:bodyPr/>
          <a:lstStyle/>
          <a:p>
            <a:endParaRPr lang="ko-KR" altLang="en-US"/>
          </a:p>
        </p:txBody>
      </p:sp>
      <p:sp>
        <p:nvSpPr>
          <p:cNvPr id="622" name="cover-vector-123">
            <a:extLst>
              <a:ext uri="{FF2B5EF4-FFF2-40B4-BE49-F238E27FC236}">
                <a16:creationId xmlns:a16="http://schemas.microsoft.com/office/drawing/2014/main" id="{C84A71C9-0821-4BEC-9F2B-CAAD04C7692B}"/>
              </a:ext>
            </a:extLst>
          </p:cNvPr>
          <p:cNvSpPr>
            <a:spLocks noGrp="1"/>
          </p:cNvSpPr>
          <p:nvPr/>
        </p:nvSpPr>
        <p:spPr>
          <a:xfrm>
            <a:off x="10103644" y="2992251"/>
            <a:ext cx="38100" cy="38100"/>
          </a:xfrm>
          <a:prstGeom prst="rect">
            <a:avLst/>
          </a:prstGeom>
          <a:solidFill>
            <a:srgbClr val="1D1D1F"/>
          </a:solidFill>
          <a:ln w="0">
            <a:noFill/>
            <a:prstDash val="solid"/>
          </a:ln>
        </p:spPr>
        <p:txBody>
          <a:bodyPr/>
          <a:lstStyle/>
          <a:p>
            <a:endParaRPr lang="ko-KR" altLang="en-US"/>
          </a:p>
        </p:txBody>
      </p:sp>
      <p:sp>
        <p:nvSpPr>
          <p:cNvPr id="623" name="cover-vector-124">
            <a:extLst>
              <a:ext uri="{FF2B5EF4-FFF2-40B4-BE49-F238E27FC236}">
                <a16:creationId xmlns:a16="http://schemas.microsoft.com/office/drawing/2014/main" id="{39FC8280-FCD5-4EFE-93DB-4D0F5F2B8952}"/>
              </a:ext>
            </a:extLst>
          </p:cNvPr>
          <p:cNvSpPr>
            <a:spLocks noGrp="1"/>
          </p:cNvSpPr>
          <p:nvPr/>
        </p:nvSpPr>
        <p:spPr>
          <a:xfrm>
            <a:off x="10179844" y="2992251"/>
            <a:ext cx="38100" cy="38100"/>
          </a:xfrm>
          <a:prstGeom prst="rect">
            <a:avLst/>
          </a:prstGeom>
          <a:solidFill>
            <a:srgbClr val="1D1D1F"/>
          </a:solidFill>
          <a:ln w="0">
            <a:noFill/>
            <a:prstDash val="solid"/>
          </a:ln>
        </p:spPr>
        <p:txBody>
          <a:bodyPr/>
          <a:lstStyle/>
          <a:p>
            <a:endParaRPr lang="ko-KR" altLang="en-US"/>
          </a:p>
        </p:txBody>
      </p:sp>
      <p:sp>
        <p:nvSpPr>
          <p:cNvPr id="624" name="cover-vector-125">
            <a:extLst>
              <a:ext uri="{FF2B5EF4-FFF2-40B4-BE49-F238E27FC236}">
                <a16:creationId xmlns:a16="http://schemas.microsoft.com/office/drawing/2014/main" id="{7EB4145B-8F34-4D7D-976C-B48EF6A9F205}"/>
              </a:ext>
            </a:extLst>
          </p:cNvPr>
          <p:cNvSpPr>
            <a:spLocks noGrp="1"/>
          </p:cNvSpPr>
          <p:nvPr/>
        </p:nvSpPr>
        <p:spPr>
          <a:xfrm>
            <a:off x="10294144" y="2992251"/>
            <a:ext cx="38100" cy="38100"/>
          </a:xfrm>
          <a:prstGeom prst="rect">
            <a:avLst/>
          </a:prstGeom>
          <a:solidFill>
            <a:srgbClr val="1D1D1F"/>
          </a:solidFill>
          <a:ln w="0">
            <a:noFill/>
            <a:prstDash val="solid"/>
          </a:ln>
        </p:spPr>
        <p:txBody>
          <a:bodyPr/>
          <a:lstStyle/>
          <a:p>
            <a:endParaRPr lang="ko-KR" altLang="en-US"/>
          </a:p>
        </p:txBody>
      </p:sp>
      <p:sp>
        <p:nvSpPr>
          <p:cNvPr id="625" name="cover-vector-126">
            <a:extLst>
              <a:ext uri="{FF2B5EF4-FFF2-40B4-BE49-F238E27FC236}">
                <a16:creationId xmlns:a16="http://schemas.microsoft.com/office/drawing/2014/main" id="{FF47277F-F347-4015-93E6-77E45308F12C}"/>
              </a:ext>
            </a:extLst>
          </p:cNvPr>
          <p:cNvSpPr>
            <a:spLocks noGrp="1"/>
          </p:cNvSpPr>
          <p:nvPr/>
        </p:nvSpPr>
        <p:spPr>
          <a:xfrm>
            <a:off x="10408444" y="2992251"/>
            <a:ext cx="38100" cy="38100"/>
          </a:xfrm>
          <a:prstGeom prst="rect">
            <a:avLst/>
          </a:prstGeom>
          <a:solidFill>
            <a:srgbClr val="1D1D1F"/>
          </a:solidFill>
          <a:ln w="0">
            <a:noFill/>
            <a:prstDash val="solid"/>
          </a:ln>
        </p:spPr>
        <p:txBody>
          <a:bodyPr/>
          <a:lstStyle/>
          <a:p>
            <a:endParaRPr lang="ko-KR" altLang="en-US"/>
          </a:p>
        </p:txBody>
      </p:sp>
      <p:sp>
        <p:nvSpPr>
          <p:cNvPr id="626" name="cover-vector-127">
            <a:extLst>
              <a:ext uri="{FF2B5EF4-FFF2-40B4-BE49-F238E27FC236}">
                <a16:creationId xmlns:a16="http://schemas.microsoft.com/office/drawing/2014/main" id="{F98A7F46-9823-4F72-8698-56EE15529008}"/>
              </a:ext>
            </a:extLst>
          </p:cNvPr>
          <p:cNvSpPr>
            <a:spLocks noGrp="1"/>
          </p:cNvSpPr>
          <p:nvPr/>
        </p:nvSpPr>
        <p:spPr>
          <a:xfrm>
            <a:off x="10637044" y="2992251"/>
            <a:ext cx="38100" cy="38100"/>
          </a:xfrm>
          <a:prstGeom prst="rect">
            <a:avLst/>
          </a:prstGeom>
          <a:solidFill>
            <a:srgbClr val="1D1D1F"/>
          </a:solidFill>
          <a:ln w="0">
            <a:noFill/>
            <a:prstDash val="solid"/>
          </a:ln>
        </p:spPr>
        <p:txBody>
          <a:bodyPr/>
          <a:lstStyle/>
          <a:p>
            <a:endParaRPr lang="ko-KR" altLang="en-US"/>
          </a:p>
        </p:txBody>
      </p:sp>
      <p:sp>
        <p:nvSpPr>
          <p:cNvPr id="627" name="cover-vector-128">
            <a:extLst>
              <a:ext uri="{FF2B5EF4-FFF2-40B4-BE49-F238E27FC236}">
                <a16:creationId xmlns:a16="http://schemas.microsoft.com/office/drawing/2014/main" id="{437EB04F-89B3-4563-9C25-1A691948B597}"/>
              </a:ext>
            </a:extLst>
          </p:cNvPr>
          <p:cNvSpPr>
            <a:spLocks noGrp="1"/>
          </p:cNvSpPr>
          <p:nvPr/>
        </p:nvSpPr>
        <p:spPr>
          <a:xfrm>
            <a:off x="9875044" y="3030351"/>
            <a:ext cx="38100" cy="38100"/>
          </a:xfrm>
          <a:prstGeom prst="rect">
            <a:avLst/>
          </a:prstGeom>
          <a:solidFill>
            <a:srgbClr val="1D1D1F"/>
          </a:solidFill>
          <a:ln w="0">
            <a:noFill/>
            <a:prstDash val="solid"/>
          </a:ln>
        </p:spPr>
        <p:txBody>
          <a:bodyPr/>
          <a:lstStyle/>
          <a:p>
            <a:endParaRPr lang="ko-KR" altLang="en-US"/>
          </a:p>
        </p:txBody>
      </p:sp>
      <p:sp>
        <p:nvSpPr>
          <p:cNvPr id="628" name="cover-vector-129">
            <a:extLst>
              <a:ext uri="{FF2B5EF4-FFF2-40B4-BE49-F238E27FC236}">
                <a16:creationId xmlns:a16="http://schemas.microsoft.com/office/drawing/2014/main" id="{478FE07D-8604-4EF6-8BF7-51D58C7B62CF}"/>
              </a:ext>
            </a:extLst>
          </p:cNvPr>
          <p:cNvSpPr>
            <a:spLocks noGrp="1"/>
          </p:cNvSpPr>
          <p:nvPr/>
        </p:nvSpPr>
        <p:spPr>
          <a:xfrm>
            <a:off x="9951244" y="3030351"/>
            <a:ext cx="114300" cy="38100"/>
          </a:xfrm>
          <a:prstGeom prst="rect">
            <a:avLst/>
          </a:prstGeom>
          <a:solidFill>
            <a:srgbClr val="1D1D1F"/>
          </a:solidFill>
          <a:ln w="0">
            <a:noFill/>
            <a:prstDash val="solid"/>
          </a:ln>
        </p:spPr>
        <p:txBody>
          <a:bodyPr/>
          <a:lstStyle/>
          <a:p>
            <a:endParaRPr lang="ko-KR" altLang="en-US"/>
          </a:p>
        </p:txBody>
      </p:sp>
      <p:sp>
        <p:nvSpPr>
          <p:cNvPr id="629" name="cover-vector-130">
            <a:extLst>
              <a:ext uri="{FF2B5EF4-FFF2-40B4-BE49-F238E27FC236}">
                <a16:creationId xmlns:a16="http://schemas.microsoft.com/office/drawing/2014/main" id="{72E258EB-8C26-4FE7-826B-8E802918E34D}"/>
              </a:ext>
            </a:extLst>
          </p:cNvPr>
          <p:cNvSpPr>
            <a:spLocks noGrp="1"/>
          </p:cNvSpPr>
          <p:nvPr/>
        </p:nvSpPr>
        <p:spPr>
          <a:xfrm>
            <a:off x="10103644" y="3030351"/>
            <a:ext cx="38100" cy="38100"/>
          </a:xfrm>
          <a:prstGeom prst="rect">
            <a:avLst/>
          </a:prstGeom>
          <a:solidFill>
            <a:srgbClr val="1D1D1F"/>
          </a:solidFill>
          <a:ln w="0">
            <a:noFill/>
            <a:prstDash val="solid"/>
          </a:ln>
        </p:spPr>
        <p:txBody>
          <a:bodyPr/>
          <a:lstStyle/>
          <a:p>
            <a:endParaRPr lang="ko-KR" altLang="en-US"/>
          </a:p>
        </p:txBody>
      </p:sp>
      <p:sp>
        <p:nvSpPr>
          <p:cNvPr id="630" name="cover-vector-131">
            <a:extLst>
              <a:ext uri="{FF2B5EF4-FFF2-40B4-BE49-F238E27FC236}">
                <a16:creationId xmlns:a16="http://schemas.microsoft.com/office/drawing/2014/main" id="{B3BB36F8-73FB-4666-B113-12513155794B}"/>
              </a:ext>
            </a:extLst>
          </p:cNvPr>
          <p:cNvSpPr>
            <a:spLocks noGrp="1"/>
          </p:cNvSpPr>
          <p:nvPr/>
        </p:nvSpPr>
        <p:spPr>
          <a:xfrm>
            <a:off x="10179844" y="3030351"/>
            <a:ext cx="38100" cy="38100"/>
          </a:xfrm>
          <a:prstGeom prst="rect">
            <a:avLst/>
          </a:prstGeom>
          <a:solidFill>
            <a:srgbClr val="1D1D1F"/>
          </a:solidFill>
          <a:ln w="0">
            <a:noFill/>
            <a:prstDash val="solid"/>
          </a:ln>
        </p:spPr>
        <p:txBody>
          <a:bodyPr/>
          <a:lstStyle/>
          <a:p>
            <a:endParaRPr lang="ko-KR" altLang="en-US"/>
          </a:p>
        </p:txBody>
      </p:sp>
      <p:sp>
        <p:nvSpPr>
          <p:cNvPr id="631" name="cover-vector-132">
            <a:extLst>
              <a:ext uri="{FF2B5EF4-FFF2-40B4-BE49-F238E27FC236}">
                <a16:creationId xmlns:a16="http://schemas.microsoft.com/office/drawing/2014/main" id="{BB9EBC22-E1BE-42E3-8627-500F8281729E}"/>
              </a:ext>
            </a:extLst>
          </p:cNvPr>
          <p:cNvSpPr>
            <a:spLocks noGrp="1"/>
          </p:cNvSpPr>
          <p:nvPr/>
        </p:nvSpPr>
        <p:spPr>
          <a:xfrm>
            <a:off x="10256044" y="3030351"/>
            <a:ext cx="114300" cy="38100"/>
          </a:xfrm>
          <a:prstGeom prst="rect">
            <a:avLst/>
          </a:prstGeom>
          <a:solidFill>
            <a:srgbClr val="1D1D1F"/>
          </a:solidFill>
          <a:ln w="0">
            <a:noFill/>
            <a:prstDash val="solid"/>
          </a:ln>
        </p:spPr>
        <p:txBody>
          <a:bodyPr/>
          <a:lstStyle/>
          <a:p>
            <a:endParaRPr lang="ko-KR" altLang="en-US"/>
          </a:p>
        </p:txBody>
      </p:sp>
      <p:sp>
        <p:nvSpPr>
          <p:cNvPr id="632" name="cover-vector-133">
            <a:extLst>
              <a:ext uri="{FF2B5EF4-FFF2-40B4-BE49-F238E27FC236}">
                <a16:creationId xmlns:a16="http://schemas.microsoft.com/office/drawing/2014/main" id="{71EEF256-B0D9-4BF2-819F-1200AF02CD2D}"/>
              </a:ext>
            </a:extLst>
          </p:cNvPr>
          <p:cNvSpPr>
            <a:spLocks noGrp="1"/>
          </p:cNvSpPr>
          <p:nvPr/>
        </p:nvSpPr>
        <p:spPr>
          <a:xfrm>
            <a:off x="10408444" y="3030351"/>
            <a:ext cx="38100" cy="38100"/>
          </a:xfrm>
          <a:prstGeom prst="rect">
            <a:avLst/>
          </a:prstGeom>
          <a:solidFill>
            <a:srgbClr val="1D1D1F"/>
          </a:solidFill>
          <a:ln w="0">
            <a:noFill/>
            <a:prstDash val="solid"/>
          </a:ln>
        </p:spPr>
        <p:txBody>
          <a:bodyPr/>
          <a:lstStyle/>
          <a:p>
            <a:endParaRPr lang="ko-KR" altLang="en-US"/>
          </a:p>
        </p:txBody>
      </p:sp>
      <p:sp>
        <p:nvSpPr>
          <p:cNvPr id="633" name="cover-vector-134">
            <a:extLst>
              <a:ext uri="{FF2B5EF4-FFF2-40B4-BE49-F238E27FC236}">
                <a16:creationId xmlns:a16="http://schemas.microsoft.com/office/drawing/2014/main" id="{93A6B15E-4EB6-4FB4-B9D8-966B6A73F400}"/>
              </a:ext>
            </a:extLst>
          </p:cNvPr>
          <p:cNvSpPr>
            <a:spLocks noGrp="1"/>
          </p:cNvSpPr>
          <p:nvPr/>
        </p:nvSpPr>
        <p:spPr>
          <a:xfrm>
            <a:off x="10484644" y="3030351"/>
            <a:ext cx="114300" cy="38100"/>
          </a:xfrm>
          <a:prstGeom prst="rect">
            <a:avLst/>
          </a:prstGeom>
          <a:solidFill>
            <a:srgbClr val="1D1D1F"/>
          </a:solidFill>
          <a:ln w="0">
            <a:noFill/>
            <a:prstDash val="solid"/>
          </a:ln>
        </p:spPr>
        <p:txBody>
          <a:bodyPr/>
          <a:lstStyle/>
          <a:p>
            <a:endParaRPr lang="ko-KR" altLang="en-US"/>
          </a:p>
        </p:txBody>
      </p:sp>
      <p:sp>
        <p:nvSpPr>
          <p:cNvPr id="634" name="cover-vector-135">
            <a:extLst>
              <a:ext uri="{FF2B5EF4-FFF2-40B4-BE49-F238E27FC236}">
                <a16:creationId xmlns:a16="http://schemas.microsoft.com/office/drawing/2014/main" id="{8B92FFEA-D781-4743-A26A-AF8ACDC91CB3}"/>
              </a:ext>
            </a:extLst>
          </p:cNvPr>
          <p:cNvSpPr>
            <a:spLocks noGrp="1"/>
          </p:cNvSpPr>
          <p:nvPr/>
        </p:nvSpPr>
        <p:spPr>
          <a:xfrm>
            <a:off x="10637044" y="3030351"/>
            <a:ext cx="38100" cy="38100"/>
          </a:xfrm>
          <a:prstGeom prst="rect">
            <a:avLst/>
          </a:prstGeom>
          <a:solidFill>
            <a:srgbClr val="1D1D1F"/>
          </a:solidFill>
          <a:ln w="0">
            <a:noFill/>
            <a:prstDash val="solid"/>
          </a:ln>
        </p:spPr>
        <p:txBody>
          <a:bodyPr/>
          <a:lstStyle/>
          <a:p>
            <a:endParaRPr lang="ko-KR" altLang="en-US"/>
          </a:p>
        </p:txBody>
      </p:sp>
      <p:sp>
        <p:nvSpPr>
          <p:cNvPr id="635" name="cover-vector-136">
            <a:extLst>
              <a:ext uri="{FF2B5EF4-FFF2-40B4-BE49-F238E27FC236}">
                <a16:creationId xmlns:a16="http://schemas.microsoft.com/office/drawing/2014/main" id="{16D20FCB-178A-4EA7-8A23-3CFDE842DD71}"/>
              </a:ext>
            </a:extLst>
          </p:cNvPr>
          <p:cNvSpPr>
            <a:spLocks noGrp="1"/>
          </p:cNvSpPr>
          <p:nvPr/>
        </p:nvSpPr>
        <p:spPr>
          <a:xfrm>
            <a:off x="9875044" y="3068451"/>
            <a:ext cx="38100" cy="38100"/>
          </a:xfrm>
          <a:prstGeom prst="rect">
            <a:avLst/>
          </a:prstGeom>
          <a:solidFill>
            <a:srgbClr val="1D1D1F"/>
          </a:solidFill>
          <a:ln w="0">
            <a:noFill/>
            <a:prstDash val="solid"/>
          </a:ln>
        </p:spPr>
        <p:txBody>
          <a:bodyPr/>
          <a:lstStyle/>
          <a:p>
            <a:endParaRPr lang="ko-KR" altLang="en-US"/>
          </a:p>
        </p:txBody>
      </p:sp>
      <p:sp>
        <p:nvSpPr>
          <p:cNvPr id="636" name="cover-vector-137">
            <a:extLst>
              <a:ext uri="{FF2B5EF4-FFF2-40B4-BE49-F238E27FC236}">
                <a16:creationId xmlns:a16="http://schemas.microsoft.com/office/drawing/2014/main" id="{181424B1-5339-450B-8B79-EB35D073B4CD}"/>
              </a:ext>
            </a:extLst>
          </p:cNvPr>
          <p:cNvSpPr>
            <a:spLocks noGrp="1"/>
          </p:cNvSpPr>
          <p:nvPr/>
        </p:nvSpPr>
        <p:spPr>
          <a:xfrm>
            <a:off x="9951244" y="3068451"/>
            <a:ext cx="114300" cy="38100"/>
          </a:xfrm>
          <a:prstGeom prst="rect">
            <a:avLst/>
          </a:prstGeom>
          <a:solidFill>
            <a:srgbClr val="1D1D1F"/>
          </a:solidFill>
          <a:ln w="0">
            <a:noFill/>
            <a:prstDash val="solid"/>
          </a:ln>
        </p:spPr>
        <p:txBody>
          <a:bodyPr/>
          <a:lstStyle/>
          <a:p>
            <a:endParaRPr lang="ko-KR" altLang="en-US"/>
          </a:p>
        </p:txBody>
      </p:sp>
      <p:sp>
        <p:nvSpPr>
          <p:cNvPr id="637" name="cover-vector-138">
            <a:extLst>
              <a:ext uri="{FF2B5EF4-FFF2-40B4-BE49-F238E27FC236}">
                <a16:creationId xmlns:a16="http://schemas.microsoft.com/office/drawing/2014/main" id="{7F834460-6ADD-4F5D-B8FD-5519E0E8D605}"/>
              </a:ext>
            </a:extLst>
          </p:cNvPr>
          <p:cNvSpPr>
            <a:spLocks noGrp="1"/>
          </p:cNvSpPr>
          <p:nvPr/>
        </p:nvSpPr>
        <p:spPr>
          <a:xfrm>
            <a:off x="10103644" y="3068451"/>
            <a:ext cx="38100" cy="38100"/>
          </a:xfrm>
          <a:prstGeom prst="rect">
            <a:avLst/>
          </a:prstGeom>
          <a:solidFill>
            <a:srgbClr val="1D1D1F"/>
          </a:solidFill>
          <a:ln w="0">
            <a:noFill/>
            <a:prstDash val="solid"/>
          </a:ln>
        </p:spPr>
        <p:txBody>
          <a:bodyPr/>
          <a:lstStyle/>
          <a:p>
            <a:endParaRPr lang="ko-KR" altLang="en-US"/>
          </a:p>
        </p:txBody>
      </p:sp>
      <p:sp>
        <p:nvSpPr>
          <p:cNvPr id="638" name="cover-vector-139">
            <a:extLst>
              <a:ext uri="{FF2B5EF4-FFF2-40B4-BE49-F238E27FC236}">
                <a16:creationId xmlns:a16="http://schemas.microsoft.com/office/drawing/2014/main" id="{EC9F6524-BC9F-434B-B3E3-67F7919FFFE0}"/>
              </a:ext>
            </a:extLst>
          </p:cNvPr>
          <p:cNvSpPr>
            <a:spLocks noGrp="1"/>
          </p:cNvSpPr>
          <p:nvPr/>
        </p:nvSpPr>
        <p:spPr>
          <a:xfrm>
            <a:off x="10179844" y="3068451"/>
            <a:ext cx="152400" cy="38100"/>
          </a:xfrm>
          <a:prstGeom prst="rect">
            <a:avLst/>
          </a:prstGeom>
          <a:solidFill>
            <a:srgbClr val="1D1D1F"/>
          </a:solidFill>
          <a:ln w="0">
            <a:noFill/>
            <a:prstDash val="solid"/>
          </a:ln>
        </p:spPr>
        <p:txBody>
          <a:bodyPr/>
          <a:lstStyle/>
          <a:p>
            <a:endParaRPr lang="ko-KR" altLang="en-US"/>
          </a:p>
        </p:txBody>
      </p:sp>
      <p:sp>
        <p:nvSpPr>
          <p:cNvPr id="639" name="cover-vector-140">
            <a:extLst>
              <a:ext uri="{FF2B5EF4-FFF2-40B4-BE49-F238E27FC236}">
                <a16:creationId xmlns:a16="http://schemas.microsoft.com/office/drawing/2014/main" id="{7DB176D3-D25A-452F-92B5-5D07B896F03B}"/>
              </a:ext>
            </a:extLst>
          </p:cNvPr>
          <p:cNvSpPr>
            <a:spLocks noGrp="1"/>
          </p:cNvSpPr>
          <p:nvPr/>
        </p:nvSpPr>
        <p:spPr>
          <a:xfrm>
            <a:off x="10408444" y="3068451"/>
            <a:ext cx="38100" cy="38100"/>
          </a:xfrm>
          <a:prstGeom prst="rect">
            <a:avLst/>
          </a:prstGeom>
          <a:solidFill>
            <a:srgbClr val="1D1D1F"/>
          </a:solidFill>
          <a:ln w="0">
            <a:noFill/>
            <a:prstDash val="solid"/>
          </a:ln>
        </p:spPr>
        <p:txBody>
          <a:bodyPr/>
          <a:lstStyle/>
          <a:p>
            <a:endParaRPr lang="ko-KR" altLang="en-US"/>
          </a:p>
        </p:txBody>
      </p:sp>
      <p:sp>
        <p:nvSpPr>
          <p:cNvPr id="640" name="cover-vector-141">
            <a:extLst>
              <a:ext uri="{FF2B5EF4-FFF2-40B4-BE49-F238E27FC236}">
                <a16:creationId xmlns:a16="http://schemas.microsoft.com/office/drawing/2014/main" id="{E2161BE9-FC76-441D-B2D8-94498E7DA67A}"/>
              </a:ext>
            </a:extLst>
          </p:cNvPr>
          <p:cNvSpPr>
            <a:spLocks noGrp="1"/>
          </p:cNvSpPr>
          <p:nvPr/>
        </p:nvSpPr>
        <p:spPr>
          <a:xfrm>
            <a:off x="10484644" y="3068451"/>
            <a:ext cx="114300" cy="38100"/>
          </a:xfrm>
          <a:prstGeom prst="rect">
            <a:avLst/>
          </a:prstGeom>
          <a:solidFill>
            <a:srgbClr val="1D1D1F"/>
          </a:solidFill>
          <a:ln w="0">
            <a:noFill/>
            <a:prstDash val="solid"/>
          </a:ln>
        </p:spPr>
        <p:txBody>
          <a:bodyPr/>
          <a:lstStyle/>
          <a:p>
            <a:endParaRPr lang="ko-KR" altLang="en-US"/>
          </a:p>
        </p:txBody>
      </p:sp>
      <p:sp>
        <p:nvSpPr>
          <p:cNvPr id="641" name="cover-vector-142">
            <a:extLst>
              <a:ext uri="{FF2B5EF4-FFF2-40B4-BE49-F238E27FC236}">
                <a16:creationId xmlns:a16="http://schemas.microsoft.com/office/drawing/2014/main" id="{CD9EFCBE-EC10-4AE4-9965-13F6A9C416E9}"/>
              </a:ext>
            </a:extLst>
          </p:cNvPr>
          <p:cNvSpPr>
            <a:spLocks noGrp="1"/>
          </p:cNvSpPr>
          <p:nvPr/>
        </p:nvSpPr>
        <p:spPr>
          <a:xfrm>
            <a:off x="10637044" y="3068451"/>
            <a:ext cx="38100" cy="38100"/>
          </a:xfrm>
          <a:prstGeom prst="rect">
            <a:avLst/>
          </a:prstGeom>
          <a:solidFill>
            <a:srgbClr val="1D1D1F"/>
          </a:solidFill>
          <a:ln w="0">
            <a:noFill/>
            <a:prstDash val="solid"/>
          </a:ln>
        </p:spPr>
        <p:txBody>
          <a:bodyPr/>
          <a:lstStyle/>
          <a:p>
            <a:endParaRPr lang="ko-KR" altLang="en-US"/>
          </a:p>
        </p:txBody>
      </p:sp>
      <p:sp>
        <p:nvSpPr>
          <p:cNvPr id="642" name="cover-vector-143">
            <a:extLst>
              <a:ext uri="{FF2B5EF4-FFF2-40B4-BE49-F238E27FC236}">
                <a16:creationId xmlns:a16="http://schemas.microsoft.com/office/drawing/2014/main" id="{74BB2753-F21A-49B5-BFB9-107B3EE0C131}"/>
              </a:ext>
            </a:extLst>
          </p:cNvPr>
          <p:cNvSpPr>
            <a:spLocks noGrp="1"/>
          </p:cNvSpPr>
          <p:nvPr/>
        </p:nvSpPr>
        <p:spPr>
          <a:xfrm>
            <a:off x="9875044" y="3106551"/>
            <a:ext cx="38100" cy="38100"/>
          </a:xfrm>
          <a:prstGeom prst="rect">
            <a:avLst/>
          </a:prstGeom>
          <a:solidFill>
            <a:srgbClr val="1D1D1F"/>
          </a:solidFill>
          <a:ln w="0">
            <a:noFill/>
            <a:prstDash val="solid"/>
          </a:ln>
        </p:spPr>
        <p:txBody>
          <a:bodyPr/>
          <a:lstStyle/>
          <a:p>
            <a:endParaRPr lang="ko-KR" altLang="en-US"/>
          </a:p>
        </p:txBody>
      </p:sp>
      <p:sp>
        <p:nvSpPr>
          <p:cNvPr id="643" name="cover-vector-144">
            <a:extLst>
              <a:ext uri="{FF2B5EF4-FFF2-40B4-BE49-F238E27FC236}">
                <a16:creationId xmlns:a16="http://schemas.microsoft.com/office/drawing/2014/main" id="{7507E85F-887A-4E46-9989-7CC8E22E2204}"/>
              </a:ext>
            </a:extLst>
          </p:cNvPr>
          <p:cNvSpPr>
            <a:spLocks noGrp="1"/>
          </p:cNvSpPr>
          <p:nvPr/>
        </p:nvSpPr>
        <p:spPr>
          <a:xfrm>
            <a:off x="9951244" y="3106551"/>
            <a:ext cx="114300" cy="38100"/>
          </a:xfrm>
          <a:prstGeom prst="rect">
            <a:avLst/>
          </a:prstGeom>
          <a:solidFill>
            <a:srgbClr val="1D1D1F"/>
          </a:solidFill>
          <a:ln w="0">
            <a:noFill/>
            <a:prstDash val="solid"/>
          </a:ln>
        </p:spPr>
        <p:txBody>
          <a:bodyPr/>
          <a:lstStyle/>
          <a:p>
            <a:endParaRPr lang="ko-KR" altLang="en-US"/>
          </a:p>
        </p:txBody>
      </p:sp>
      <p:sp>
        <p:nvSpPr>
          <p:cNvPr id="644" name="cover-vector-145">
            <a:extLst>
              <a:ext uri="{FF2B5EF4-FFF2-40B4-BE49-F238E27FC236}">
                <a16:creationId xmlns:a16="http://schemas.microsoft.com/office/drawing/2014/main" id="{ACB6BDBD-64D3-4D19-ABE0-94EFD0C35000}"/>
              </a:ext>
            </a:extLst>
          </p:cNvPr>
          <p:cNvSpPr>
            <a:spLocks noGrp="1"/>
          </p:cNvSpPr>
          <p:nvPr/>
        </p:nvSpPr>
        <p:spPr>
          <a:xfrm>
            <a:off x="10103644" y="3106551"/>
            <a:ext cx="38100" cy="38100"/>
          </a:xfrm>
          <a:prstGeom prst="rect">
            <a:avLst/>
          </a:prstGeom>
          <a:solidFill>
            <a:srgbClr val="1D1D1F"/>
          </a:solidFill>
          <a:ln w="0">
            <a:noFill/>
            <a:prstDash val="solid"/>
          </a:ln>
        </p:spPr>
        <p:txBody>
          <a:bodyPr/>
          <a:lstStyle/>
          <a:p>
            <a:endParaRPr lang="ko-KR" altLang="en-US"/>
          </a:p>
        </p:txBody>
      </p:sp>
      <p:sp>
        <p:nvSpPr>
          <p:cNvPr id="645" name="cover-vector-146">
            <a:extLst>
              <a:ext uri="{FF2B5EF4-FFF2-40B4-BE49-F238E27FC236}">
                <a16:creationId xmlns:a16="http://schemas.microsoft.com/office/drawing/2014/main" id="{E62A9FF7-9AA4-45C2-9A06-7FB002C6C29D}"/>
              </a:ext>
            </a:extLst>
          </p:cNvPr>
          <p:cNvSpPr>
            <a:spLocks noGrp="1"/>
          </p:cNvSpPr>
          <p:nvPr/>
        </p:nvSpPr>
        <p:spPr>
          <a:xfrm>
            <a:off x="10256044" y="3106551"/>
            <a:ext cx="38100" cy="38100"/>
          </a:xfrm>
          <a:prstGeom prst="rect">
            <a:avLst/>
          </a:prstGeom>
          <a:solidFill>
            <a:srgbClr val="1D1D1F"/>
          </a:solidFill>
          <a:ln w="0">
            <a:noFill/>
            <a:prstDash val="solid"/>
          </a:ln>
        </p:spPr>
        <p:txBody>
          <a:bodyPr/>
          <a:lstStyle/>
          <a:p>
            <a:endParaRPr lang="ko-KR" altLang="en-US"/>
          </a:p>
        </p:txBody>
      </p:sp>
      <p:sp>
        <p:nvSpPr>
          <p:cNvPr id="646" name="cover-vector-147">
            <a:extLst>
              <a:ext uri="{FF2B5EF4-FFF2-40B4-BE49-F238E27FC236}">
                <a16:creationId xmlns:a16="http://schemas.microsoft.com/office/drawing/2014/main" id="{40399A38-F236-4A79-AA47-CB43EB2D7A90}"/>
              </a:ext>
            </a:extLst>
          </p:cNvPr>
          <p:cNvSpPr>
            <a:spLocks noGrp="1"/>
          </p:cNvSpPr>
          <p:nvPr/>
        </p:nvSpPr>
        <p:spPr>
          <a:xfrm>
            <a:off x="10332244" y="3106551"/>
            <a:ext cx="38100" cy="38100"/>
          </a:xfrm>
          <a:prstGeom prst="rect">
            <a:avLst/>
          </a:prstGeom>
          <a:solidFill>
            <a:srgbClr val="1D1D1F"/>
          </a:solidFill>
          <a:ln w="0">
            <a:noFill/>
            <a:prstDash val="solid"/>
          </a:ln>
        </p:spPr>
        <p:txBody>
          <a:bodyPr/>
          <a:lstStyle/>
          <a:p>
            <a:endParaRPr lang="ko-KR" altLang="en-US"/>
          </a:p>
        </p:txBody>
      </p:sp>
      <p:sp>
        <p:nvSpPr>
          <p:cNvPr id="647" name="cover-vector-148">
            <a:extLst>
              <a:ext uri="{FF2B5EF4-FFF2-40B4-BE49-F238E27FC236}">
                <a16:creationId xmlns:a16="http://schemas.microsoft.com/office/drawing/2014/main" id="{24225255-2E95-4D63-8A8C-6B55BD3555CC}"/>
              </a:ext>
            </a:extLst>
          </p:cNvPr>
          <p:cNvSpPr>
            <a:spLocks noGrp="1"/>
          </p:cNvSpPr>
          <p:nvPr/>
        </p:nvSpPr>
        <p:spPr>
          <a:xfrm>
            <a:off x="10408444" y="3106551"/>
            <a:ext cx="38100" cy="38100"/>
          </a:xfrm>
          <a:prstGeom prst="rect">
            <a:avLst/>
          </a:prstGeom>
          <a:solidFill>
            <a:srgbClr val="1D1D1F"/>
          </a:solidFill>
          <a:ln w="0">
            <a:noFill/>
            <a:prstDash val="solid"/>
          </a:ln>
        </p:spPr>
        <p:txBody>
          <a:bodyPr/>
          <a:lstStyle/>
          <a:p>
            <a:endParaRPr lang="ko-KR" altLang="en-US"/>
          </a:p>
        </p:txBody>
      </p:sp>
      <p:sp>
        <p:nvSpPr>
          <p:cNvPr id="648" name="cover-vector-149">
            <a:extLst>
              <a:ext uri="{FF2B5EF4-FFF2-40B4-BE49-F238E27FC236}">
                <a16:creationId xmlns:a16="http://schemas.microsoft.com/office/drawing/2014/main" id="{AA6BF864-26AE-4C81-B456-FAA23FB15A22}"/>
              </a:ext>
            </a:extLst>
          </p:cNvPr>
          <p:cNvSpPr>
            <a:spLocks noGrp="1"/>
          </p:cNvSpPr>
          <p:nvPr/>
        </p:nvSpPr>
        <p:spPr>
          <a:xfrm>
            <a:off x="10484644" y="3106551"/>
            <a:ext cx="114300" cy="38100"/>
          </a:xfrm>
          <a:prstGeom prst="rect">
            <a:avLst/>
          </a:prstGeom>
          <a:solidFill>
            <a:srgbClr val="1D1D1F"/>
          </a:solidFill>
          <a:ln w="0">
            <a:noFill/>
            <a:prstDash val="solid"/>
          </a:ln>
        </p:spPr>
        <p:txBody>
          <a:bodyPr/>
          <a:lstStyle/>
          <a:p>
            <a:endParaRPr lang="ko-KR" altLang="en-US"/>
          </a:p>
        </p:txBody>
      </p:sp>
      <p:sp>
        <p:nvSpPr>
          <p:cNvPr id="649" name="cover-vector-150">
            <a:extLst>
              <a:ext uri="{FF2B5EF4-FFF2-40B4-BE49-F238E27FC236}">
                <a16:creationId xmlns:a16="http://schemas.microsoft.com/office/drawing/2014/main" id="{D30779F5-4CFB-4934-B02D-E3BD28C265F9}"/>
              </a:ext>
            </a:extLst>
          </p:cNvPr>
          <p:cNvSpPr>
            <a:spLocks noGrp="1"/>
          </p:cNvSpPr>
          <p:nvPr/>
        </p:nvSpPr>
        <p:spPr>
          <a:xfrm>
            <a:off x="10637044" y="3106551"/>
            <a:ext cx="38100" cy="38100"/>
          </a:xfrm>
          <a:prstGeom prst="rect">
            <a:avLst/>
          </a:prstGeom>
          <a:solidFill>
            <a:srgbClr val="1D1D1F"/>
          </a:solidFill>
          <a:ln w="0">
            <a:noFill/>
            <a:prstDash val="solid"/>
          </a:ln>
        </p:spPr>
        <p:txBody>
          <a:bodyPr/>
          <a:lstStyle/>
          <a:p>
            <a:endParaRPr lang="ko-KR" altLang="en-US"/>
          </a:p>
        </p:txBody>
      </p:sp>
      <p:sp>
        <p:nvSpPr>
          <p:cNvPr id="650" name="cover-vector-151">
            <a:extLst>
              <a:ext uri="{FF2B5EF4-FFF2-40B4-BE49-F238E27FC236}">
                <a16:creationId xmlns:a16="http://schemas.microsoft.com/office/drawing/2014/main" id="{F3E8BB82-3F72-4B89-9211-5A722511D15C}"/>
              </a:ext>
            </a:extLst>
          </p:cNvPr>
          <p:cNvSpPr>
            <a:spLocks noGrp="1"/>
          </p:cNvSpPr>
          <p:nvPr/>
        </p:nvSpPr>
        <p:spPr>
          <a:xfrm>
            <a:off x="9875044" y="3144651"/>
            <a:ext cx="38100" cy="38100"/>
          </a:xfrm>
          <a:prstGeom prst="rect">
            <a:avLst/>
          </a:prstGeom>
          <a:solidFill>
            <a:srgbClr val="1D1D1F"/>
          </a:solidFill>
          <a:ln w="0">
            <a:noFill/>
            <a:prstDash val="solid"/>
          </a:ln>
        </p:spPr>
        <p:txBody>
          <a:bodyPr/>
          <a:lstStyle/>
          <a:p>
            <a:endParaRPr lang="ko-KR" altLang="en-US"/>
          </a:p>
        </p:txBody>
      </p:sp>
      <p:sp>
        <p:nvSpPr>
          <p:cNvPr id="651" name="cover-vector-152">
            <a:extLst>
              <a:ext uri="{FF2B5EF4-FFF2-40B4-BE49-F238E27FC236}">
                <a16:creationId xmlns:a16="http://schemas.microsoft.com/office/drawing/2014/main" id="{0246D92A-D550-4255-ABE2-EED8D62D2F1A}"/>
              </a:ext>
            </a:extLst>
          </p:cNvPr>
          <p:cNvSpPr>
            <a:spLocks noGrp="1"/>
          </p:cNvSpPr>
          <p:nvPr/>
        </p:nvSpPr>
        <p:spPr>
          <a:xfrm>
            <a:off x="10103644" y="3144651"/>
            <a:ext cx="38100" cy="38100"/>
          </a:xfrm>
          <a:prstGeom prst="rect">
            <a:avLst/>
          </a:prstGeom>
          <a:solidFill>
            <a:srgbClr val="1D1D1F"/>
          </a:solidFill>
          <a:ln w="0">
            <a:noFill/>
            <a:prstDash val="solid"/>
          </a:ln>
        </p:spPr>
        <p:txBody>
          <a:bodyPr/>
          <a:lstStyle/>
          <a:p>
            <a:endParaRPr lang="ko-KR" altLang="en-US"/>
          </a:p>
        </p:txBody>
      </p:sp>
      <p:sp>
        <p:nvSpPr>
          <p:cNvPr id="652" name="cover-vector-153">
            <a:extLst>
              <a:ext uri="{FF2B5EF4-FFF2-40B4-BE49-F238E27FC236}">
                <a16:creationId xmlns:a16="http://schemas.microsoft.com/office/drawing/2014/main" id="{2BDC643E-4616-4CF1-91B5-D567C4743EC8}"/>
              </a:ext>
            </a:extLst>
          </p:cNvPr>
          <p:cNvSpPr>
            <a:spLocks noGrp="1"/>
          </p:cNvSpPr>
          <p:nvPr/>
        </p:nvSpPr>
        <p:spPr>
          <a:xfrm>
            <a:off x="10294144" y="3144651"/>
            <a:ext cx="38100" cy="38100"/>
          </a:xfrm>
          <a:prstGeom prst="rect">
            <a:avLst/>
          </a:prstGeom>
          <a:solidFill>
            <a:srgbClr val="1D1D1F"/>
          </a:solidFill>
          <a:ln w="0">
            <a:noFill/>
            <a:prstDash val="solid"/>
          </a:ln>
        </p:spPr>
        <p:txBody>
          <a:bodyPr/>
          <a:lstStyle/>
          <a:p>
            <a:endParaRPr lang="ko-KR" altLang="en-US"/>
          </a:p>
        </p:txBody>
      </p:sp>
      <p:sp>
        <p:nvSpPr>
          <p:cNvPr id="653" name="cover-vector-154">
            <a:extLst>
              <a:ext uri="{FF2B5EF4-FFF2-40B4-BE49-F238E27FC236}">
                <a16:creationId xmlns:a16="http://schemas.microsoft.com/office/drawing/2014/main" id="{6FE5A378-9BBC-40E8-ABD9-C2EA4BDA1BB2}"/>
              </a:ext>
            </a:extLst>
          </p:cNvPr>
          <p:cNvSpPr>
            <a:spLocks noGrp="1"/>
          </p:cNvSpPr>
          <p:nvPr/>
        </p:nvSpPr>
        <p:spPr>
          <a:xfrm>
            <a:off x="10408444" y="3144651"/>
            <a:ext cx="38100" cy="38100"/>
          </a:xfrm>
          <a:prstGeom prst="rect">
            <a:avLst/>
          </a:prstGeom>
          <a:solidFill>
            <a:srgbClr val="1D1D1F"/>
          </a:solidFill>
          <a:ln w="0">
            <a:noFill/>
            <a:prstDash val="solid"/>
          </a:ln>
        </p:spPr>
        <p:txBody>
          <a:bodyPr/>
          <a:lstStyle/>
          <a:p>
            <a:endParaRPr lang="ko-KR" altLang="en-US"/>
          </a:p>
        </p:txBody>
      </p:sp>
      <p:sp>
        <p:nvSpPr>
          <p:cNvPr id="654" name="cover-vector-155">
            <a:extLst>
              <a:ext uri="{FF2B5EF4-FFF2-40B4-BE49-F238E27FC236}">
                <a16:creationId xmlns:a16="http://schemas.microsoft.com/office/drawing/2014/main" id="{7E640DB9-0781-4787-AA8A-709E6601430E}"/>
              </a:ext>
            </a:extLst>
          </p:cNvPr>
          <p:cNvSpPr>
            <a:spLocks noGrp="1"/>
          </p:cNvSpPr>
          <p:nvPr/>
        </p:nvSpPr>
        <p:spPr>
          <a:xfrm>
            <a:off x="10637044" y="3144651"/>
            <a:ext cx="38100" cy="38100"/>
          </a:xfrm>
          <a:prstGeom prst="rect">
            <a:avLst/>
          </a:prstGeom>
          <a:solidFill>
            <a:srgbClr val="1D1D1F"/>
          </a:solidFill>
          <a:ln w="0">
            <a:noFill/>
            <a:prstDash val="solid"/>
          </a:ln>
        </p:spPr>
        <p:txBody>
          <a:bodyPr/>
          <a:lstStyle/>
          <a:p>
            <a:endParaRPr lang="ko-KR" altLang="en-US"/>
          </a:p>
        </p:txBody>
      </p:sp>
      <p:sp>
        <p:nvSpPr>
          <p:cNvPr id="655" name="cover-vector-156">
            <a:extLst>
              <a:ext uri="{FF2B5EF4-FFF2-40B4-BE49-F238E27FC236}">
                <a16:creationId xmlns:a16="http://schemas.microsoft.com/office/drawing/2014/main" id="{0C9E423E-7C33-420A-B332-F3E7185C5892}"/>
              </a:ext>
            </a:extLst>
          </p:cNvPr>
          <p:cNvSpPr>
            <a:spLocks noGrp="1"/>
          </p:cNvSpPr>
          <p:nvPr/>
        </p:nvSpPr>
        <p:spPr>
          <a:xfrm>
            <a:off x="9875044" y="3182751"/>
            <a:ext cx="266700" cy="38100"/>
          </a:xfrm>
          <a:prstGeom prst="rect">
            <a:avLst/>
          </a:prstGeom>
          <a:solidFill>
            <a:srgbClr val="1D1D1F"/>
          </a:solidFill>
          <a:ln w="0">
            <a:noFill/>
            <a:prstDash val="solid"/>
          </a:ln>
        </p:spPr>
        <p:txBody>
          <a:bodyPr/>
          <a:lstStyle/>
          <a:p>
            <a:endParaRPr lang="ko-KR" altLang="en-US"/>
          </a:p>
        </p:txBody>
      </p:sp>
      <p:sp>
        <p:nvSpPr>
          <p:cNvPr id="656" name="cover-vector-157">
            <a:extLst>
              <a:ext uri="{FF2B5EF4-FFF2-40B4-BE49-F238E27FC236}">
                <a16:creationId xmlns:a16="http://schemas.microsoft.com/office/drawing/2014/main" id="{C6C30D86-B6BD-42ED-B505-7963007CC232}"/>
              </a:ext>
            </a:extLst>
          </p:cNvPr>
          <p:cNvSpPr>
            <a:spLocks noGrp="1"/>
          </p:cNvSpPr>
          <p:nvPr/>
        </p:nvSpPr>
        <p:spPr>
          <a:xfrm>
            <a:off x="10179844" y="3182751"/>
            <a:ext cx="38100" cy="38100"/>
          </a:xfrm>
          <a:prstGeom prst="rect">
            <a:avLst/>
          </a:prstGeom>
          <a:solidFill>
            <a:srgbClr val="1D1D1F"/>
          </a:solidFill>
          <a:ln w="0">
            <a:noFill/>
            <a:prstDash val="solid"/>
          </a:ln>
        </p:spPr>
        <p:txBody>
          <a:bodyPr/>
          <a:lstStyle/>
          <a:p>
            <a:endParaRPr lang="ko-KR" altLang="en-US"/>
          </a:p>
        </p:txBody>
      </p:sp>
      <p:sp>
        <p:nvSpPr>
          <p:cNvPr id="657" name="cover-vector-158">
            <a:extLst>
              <a:ext uri="{FF2B5EF4-FFF2-40B4-BE49-F238E27FC236}">
                <a16:creationId xmlns:a16="http://schemas.microsoft.com/office/drawing/2014/main" id="{A05927E9-A879-4037-9CDA-507DAD7D5CBA}"/>
              </a:ext>
            </a:extLst>
          </p:cNvPr>
          <p:cNvSpPr>
            <a:spLocks noGrp="1"/>
          </p:cNvSpPr>
          <p:nvPr/>
        </p:nvSpPr>
        <p:spPr>
          <a:xfrm>
            <a:off x="10256044" y="3182751"/>
            <a:ext cx="38100" cy="38100"/>
          </a:xfrm>
          <a:prstGeom prst="rect">
            <a:avLst/>
          </a:prstGeom>
          <a:solidFill>
            <a:srgbClr val="1D1D1F"/>
          </a:solidFill>
          <a:ln w="0">
            <a:noFill/>
            <a:prstDash val="solid"/>
          </a:ln>
        </p:spPr>
        <p:txBody>
          <a:bodyPr/>
          <a:lstStyle/>
          <a:p>
            <a:endParaRPr lang="ko-KR" altLang="en-US"/>
          </a:p>
        </p:txBody>
      </p:sp>
      <p:sp>
        <p:nvSpPr>
          <p:cNvPr id="658" name="cover-vector-159">
            <a:extLst>
              <a:ext uri="{FF2B5EF4-FFF2-40B4-BE49-F238E27FC236}">
                <a16:creationId xmlns:a16="http://schemas.microsoft.com/office/drawing/2014/main" id="{A1CA2B17-F461-423B-A2DE-F0E1B642118F}"/>
              </a:ext>
            </a:extLst>
          </p:cNvPr>
          <p:cNvSpPr>
            <a:spLocks noGrp="1"/>
          </p:cNvSpPr>
          <p:nvPr/>
        </p:nvSpPr>
        <p:spPr>
          <a:xfrm>
            <a:off x="10332244" y="3182751"/>
            <a:ext cx="38100" cy="38100"/>
          </a:xfrm>
          <a:prstGeom prst="rect">
            <a:avLst/>
          </a:prstGeom>
          <a:solidFill>
            <a:srgbClr val="1D1D1F"/>
          </a:solidFill>
          <a:ln w="0">
            <a:noFill/>
            <a:prstDash val="solid"/>
          </a:ln>
        </p:spPr>
        <p:txBody>
          <a:bodyPr/>
          <a:lstStyle/>
          <a:p>
            <a:endParaRPr lang="ko-KR" altLang="en-US"/>
          </a:p>
        </p:txBody>
      </p:sp>
      <p:sp>
        <p:nvSpPr>
          <p:cNvPr id="659" name="cover-vector-160">
            <a:extLst>
              <a:ext uri="{FF2B5EF4-FFF2-40B4-BE49-F238E27FC236}">
                <a16:creationId xmlns:a16="http://schemas.microsoft.com/office/drawing/2014/main" id="{85BD6055-BA75-4213-B5A5-BA8883BDF461}"/>
              </a:ext>
            </a:extLst>
          </p:cNvPr>
          <p:cNvSpPr>
            <a:spLocks noGrp="1"/>
          </p:cNvSpPr>
          <p:nvPr/>
        </p:nvSpPr>
        <p:spPr>
          <a:xfrm>
            <a:off x="10408444" y="3182751"/>
            <a:ext cx="266700" cy="38100"/>
          </a:xfrm>
          <a:prstGeom prst="rect">
            <a:avLst/>
          </a:prstGeom>
          <a:solidFill>
            <a:srgbClr val="1D1D1F"/>
          </a:solidFill>
          <a:ln w="0">
            <a:noFill/>
            <a:prstDash val="solid"/>
          </a:ln>
        </p:spPr>
        <p:txBody>
          <a:bodyPr/>
          <a:lstStyle/>
          <a:p>
            <a:endParaRPr lang="ko-KR" altLang="en-US"/>
          </a:p>
        </p:txBody>
      </p:sp>
      <p:sp>
        <p:nvSpPr>
          <p:cNvPr id="660" name="cover-vector-161">
            <a:extLst>
              <a:ext uri="{FF2B5EF4-FFF2-40B4-BE49-F238E27FC236}">
                <a16:creationId xmlns:a16="http://schemas.microsoft.com/office/drawing/2014/main" id="{7BD521D3-CE3F-4DDD-8225-4CB7B24C3820}"/>
              </a:ext>
            </a:extLst>
          </p:cNvPr>
          <p:cNvSpPr>
            <a:spLocks noGrp="1"/>
          </p:cNvSpPr>
          <p:nvPr/>
        </p:nvSpPr>
        <p:spPr>
          <a:xfrm>
            <a:off x="10179844" y="3220851"/>
            <a:ext cx="38100" cy="38100"/>
          </a:xfrm>
          <a:prstGeom prst="rect">
            <a:avLst/>
          </a:prstGeom>
          <a:solidFill>
            <a:srgbClr val="1D1D1F"/>
          </a:solidFill>
          <a:ln w="0">
            <a:noFill/>
            <a:prstDash val="solid"/>
          </a:ln>
        </p:spPr>
        <p:txBody>
          <a:bodyPr/>
          <a:lstStyle/>
          <a:p>
            <a:endParaRPr lang="ko-KR" altLang="en-US"/>
          </a:p>
        </p:txBody>
      </p:sp>
      <p:sp>
        <p:nvSpPr>
          <p:cNvPr id="661" name="cover-vector-162">
            <a:extLst>
              <a:ext uri="{FF2B5EF4-FFF2-40B4-BE49-F238E27FC236}">
                <a16:creationId xmlns:a16="http://schemas.microsoft.com/office/drawing/2014/main" id="{F2C9344D-1062-488C-A3EC-EC5EE11479A8}"/>
              </a:ext>
            </a:extLst>
          </p:cNvPr>
          <p:cNvSpPr>
            <a:spLocks noGrp="1"/>
          </p:cNvSpPr>
          <p:nvPr/>
        </p:nvSpPr>
        <p:spPr>
          <a:xfrm>
            <a:off x="10256044" y="3220851"/>
            <a:ext cx="38100" cy="38100"/>
          </a:xfrm>
          <a:prstGeom prst="rect">
            <a:avLst/>
          </a:prstGeom>
          <a:solidFill>
            <a:srgbClr val="1D1D1F"/>
          </a:solidFill>
          <a:ln w="0">
            <a:noFill/>
            <a:prstDash val="solid"/>
          </a:ln>
        </p:spPr>
        <p:txBody>
          <a:bodyPr/>
          <a:lstStyle/>
          <a:p>
            <a:endParaRPr lang="ko-KR" altLang="en-US"/>
          </a:p>
        </p:txBody>
      </p:sp>
      <p:sp>
        <p:nvSpPr>
          <p:cNvPr id="662" name="cover-vector-163">
            <a:extLst>
              <a:ext uri="{FF2B5EF4-FFF2-40B4-BE49-F238E27FC236}">
                <a16:creationId xmlns:a16="http://schemas.microsoft.com/office/drawing/2014/main" id="{AA36C1B6-66DB-4B55-902E-77141F4BE242}"/>
              </a:ext>
            </a:extLst>
          </p:cNvPr>
          <p:cNvSpPr>
            <a:spLocks noGrp="1"/>
          </p:cNvSpPr>
          <p:nvPr/>
        </p:nvSpPr>
        <p:spPr>
          <a:xfrm>
            <a:off x="9875044" y="3258951"/>
            <a:ext cx="38100" cy="38100"/>
          </a:xfrm>
          <a:prstGeom prst="rect">
            <a:avLst/>
          </a:prstGeom>
          <a:solidFill>
            <a:srgbClr val="1D1D1F"/>
          </a:solidFill>
          <a:ln w="0">
            <a:noFill/>
            <a:prstDash val="solid"/>
          </a:ln>
        </p:spPr>
        <p:txBody>
          <a:bodyPr/>
          <a:lstStyle/>
          <a:p>
            <a:endParaRPr lang="ko-KR" altLang="en-US"/>
          </a:p>
        </p:txBody>
      </p:sp>
      <p:sp>
        <p:nvSpPr>
          <p:cNvPr id="663" name="cover-vector-164">
            <a:extLst>
              <a:ext uri="{FF2B5EF4-FFF2-40B4-BE49-F238E27FC236}">
                <a16:creationId xmlns:a16="http://schemas.microsoft.com/office/drawing/2014/main" id="{A042CC1B-3206-47B2-AD0B-59DBAEC849C5}"/>
              </a:ext>
            </a:extLst>
          </p:cNvPr>
          <p:cNvSpPr>
            <a:spLocks noGrp="1"/>
          </p:cNvSpPr>
          <p:nvPr/>
        </p:nvSpPr>
        <p:spPr>
          <a:xfrm>
            <a:off x="10103644" y="3258951"/>
            <a:ext cx="38100" cy="38100"/>
          </a:xfrm>
          <a:prstGeom prst="rect">
            <a:avLst/>
          </a:prstGeom>
          <a:solidFill>
            <a:srgbClr val="1D1D1F"/>
          </a:solidFill>
          <a:ln w="0">
            <a:noFill/>
            <a:prstDash val="solid"/>
          </a:ln>
        </p:spPr>
        <p:txBody>
          <a:bodyPr/>
          <a:lstStyle/>
          <a:p>
            <a:endParaRPr lang="ko-KR" altLang="en-US"/>
          </a:p>
        </p:txBody>
      </p:sp>
      <p:sp>
        <p:nvSpPr>
          <p:cNvPr id="664" name="cover-vector-165">
            <a:extLst>
              <a:ext uri="{FF2B5EF4-FFF2-40B4-BE49-F238E27FC236}">
                <a16:creationId xmlns:a16="http://schemas.microsoft.com/office/drawing/2014/main" id="{08F48170-C3E7-47F9-B725-3DB53D2A11F2}"/>
              </a:ext>
            </a:extLst>
          </p:cNvPr>
          <p:cNvSpPr>
            <a:spLocks noGrp="1"/>
          </p:cNvSpPr>
          <p:nvPr/>
        </p:nvSpPr>
        <p:spPr>
          <a:xfrm>
            <a:off x="10179844" y="3258951"/>
            <a:ext cx="76200" cy="38100"/>
          </a:xfrm>
          <a:prstGeom prst="rect">
            <a:avLst/>
          </a:prstGeom>
          <a:solidFill>
            <a:srgbClr val="1D1D1F"/>
          </a:solidFill>
          <a:ln w="0">
            <a:noFill/>
            <a:prstDash val="solid"/>
          </a:ln>
        </p:spPr>
        <p:txBody>
          <a:bodyPr/>
          <a:lstStyle/>
          <a:p>
            <a:endParaRPr lang="ko-KR" altLang="en-US"/>
          </a:p>
        </p:txBody>
      </p:sp>
      <p:sp>
        <p:nvSpPr>
          <p:cNvPr id="665" name="cover-vector-166">
            <a:extLst>
              <a:ext uri="{FF2B5EF4-FFF2-40B4-BE49-F238E27FC236}">
                <a16:creationId xmlns:a16="http://schemas.microsoft.com/office/drawing/2014/main" id="{1C595E9C-A228-4189-B879-46A46B265944}"/>
              </a:ext>
            </a:extLst>
          </p:cNvPr>
          <p:cNvSpPr>
            <a:spLocks noGrp="1"/>
          </p:cNvSpPr>
          <p:nvPr/>
        </p:nvSpPr>
        <p:spPr>
          <a:xfrm>
            <a:off x="10294144" y="3258951"/>
            <a:ext cx="38100" cy="38100"/>
          </a:xfrm>
          <a:prstGeom prst="rect">
            <a:avLst/>
          </a:prstGeom>
          <a:solidFill>
            <a:srgbClr val="1D1D1F"/>
          </a:solidFill>
          <a:ln w="0">
            <a:noFill/>
            <a:prstDash val="solid"/>
          </a:ln>
        </p:spPr>
        <p:txBody>
          <a:bodyPr/>
          <a:lstStyle/>
          <a:p>
            <a:endParaRPr lang="ko-KR" altLang="en-US"/>
          </a:p>
        </p:txBody>
      </p:sp>
      <p:sp>
        <p:nvSpPr>
          <p:cNvPr id="666" name="cover-vector-167">
            <a:extLst>
              <a:ext uri="{FF2B5EF4-FFF2-40B4-BE49-F238E27FC236}">
                <a16:creationId xmlns:a16="http://schemas.microsoft.com/office/drawing/2014/main" id="{6A3BCDFD-B2B0-484C-A4E5-02EC7D65B25B}"/>
              </a:ext>
            </a:extLst>
          </p:cNvPr>
          <p:cNvSpPr>
            <a:spLocks noGrp="1"/>
          </p:cNvSpPr>
          <p:nvPr/>
        </p:nvSpPr>
        <p:spPr>
          <a:xfrm>
            <a:off x="10370344" y="3258951"/>
            <a:ext cx="76200" cy="38100"/>
          </a:xfrm>
          <a:prstGeom prst="rect">
            <a:avLst/>
          </a:prstGeom>
          <a:solidFill>
            <a:srgbClr val="1D1D1F"/>
          </a:solidFill>
          <a:ln w="0">
            <a:noFill/>
            <a:prstDash val="solid"/>
          </a:ln>
        </p:spPr>
        <p:txBody>
          <a:bodyPr/>
          <a:lstStyle/>
          <a:p>
            <a:endParaRPr lang="ko-KR" altLang="en-US"/>
          </a:p>
        </p:txBody>
      </p:sp>
      <p:sp>
        <p:nvSpPr>
          <p:cNvPr id="667" name="cover-vector-168">
            <a:extLst>
              <a:ext uri="{FF2B5EF4-FFF2-40B4-BE49-F238E27FC236}">
                <a16:creationId xmlns:a16="http://schemas.microsoft.com/office/drawing/2014/main" id="{E95DB6F5-956E-4CD9-8E1B-2FE9D3690C07}"/>
              </a:ext>
            </a:extLst>
          </p:cNvPr>
          <p:cNvSpPr>
            <a:spLocks noGrp="1"/>
          </p:cNvSpPr>
          <p:nvPr/>
        </p:nvSpPr>
        <p:spPr>
          <a:xfrm>
            <a:off x="10522744" y="3258951"/>
            <a:ext cx="114300" cy="38100"/>
          </a:xfrm>
          <a:prstGeom prst="rect">
            <a:avLst/>
          </a:prstGeom>
          <a:solidFill>
            <a:srgbClr val="1D1D1F"/>
          </a:solidFill>
          <a:ln w="0">
            <a:noFill/>
            <a:prstDash val="solid"/>
          </a:ln>
        </p:spPr>
        <p:txBody>
          <a:bodyPr/>
          <a:lstStyle/>
          <a:p>
            <a:endParaRPr lang="ko-KR" altLang="en-US"/>
          </a:p>
        </p:txBody>
      </p:sp>
      <p:sp>
        <p:nvSpPr>
          <p:cNvPr id="668" name="cover-vector-169">
            <a:extLst>
              <a:ext uri="{FF2B5EF4-FFF2-40B4-BE49-F238E27FC236}">
                <a16:creationId xmlns:a16="http://schemas.microsoft.com/office/drawing/2014/main" id="{B43030A8-561D-4869-8BBE-A364760415BD}"/>
              </a:ext>
            </a:extLst>
          </p:cNvPr>
          <p:cNvSpPr>
            <a:spLocks noGrp="1"/>
          </p:cNvSpPr>
          <p:nvPr/>
        </p:nvSpPr>
        <p:spPr>
          <a:xfrm>
            <a:off x="9913144" y="3297051"/>
            <a:ext cx="152400" cy="38100"/>
          </a:xfrm>
          <a:prstGeom prst="rect">
            <a:avLst/>
          </a:prstGeom>
          <a:solidFill>
            <a:srgbClr val="1D1D1F"/>
          </a:solidFill>
          <a:ln w="0">
            <a:noFill/>
            <a:prstDash val="solid"/>
          </a:ln>
        </p:spPr>
        <p:txBody>
          <a:bodyPr/>
          <a:lstStyle/>
          <a:p>
            <a:endParaRPr lang="ko-KR" altLang="en-US"/>
          </a:p>
        </p:txBody>
      </p:sp>
      <p:sp>
        <p:nvSpPr>
          <p:cNvPr id="669" name="cover-vector-170">
            <a:extLst>
              <a:ext uri="{FF2B5EF4-FFF2-40B4-BE49-F238E27FC236}">
                <a16:creationId xmlns:a16="http://schemas.microsoft.com/office/drawing/2014/main" id="{6B7B9DB8-7D91-4FC3-9D7C-7E59747535F5}"/>
              </a:ext>
            </a:extLst>
          </p:cNvPr>
          <p:cNvSpPr>
            <a:spLocks noGrp="1"/>
          </p:cNvSpPr>
          <p:nvPr/>
        </p:nvSpPr>
        <p:spPr>
          <a:xfrm>
            <a:off x="10141744" y="3297051"/>
            <a:ext cx="76200" cy="38100"/>
          </a:xfrm>
          <a:prstGeom prst="rect">
            <a:avLst/>
          </a:prstGeom>
          <a:solidFill>
            <a:srgbClr val="1D1D1F"/>
          </a:solidFill>
          <a:ln w="0">
            <a:noFill/>
            <a:prstDash val="solid"/>
          </a:ln>
        </p:spPr>
        <p:txBody>
          <a:bodyPr/>
          <a:lstStyle/>
          <a:p>
            <a:endParaRPr lang="ko-KR" altLang="en-US"/>
          </a:p>
        </p:txBody>
      </p:sp>
      <p:sp>
        <p:nvSpPr>
          <p:cNvPr id="670" name="cover-vector-171">
            <a:extLst>
              <a:ext uri="{FF2B5EF4-FFF2-40B4-BE49-F238E27FC236}">
                <a16:creationId xmlns:a16="http://schemas.microsoft.com/office/drawing/2014/main" id="{57E032DB-2063-4D0B-B035-4A4E65227EEB}"/>
              </a:ext>
            </a:extLst>
          </p:cNvPr>
          <p:cNvSpPr>
            <a:spLocks noGrp="1"/>
          </p:cNvSpPr>
          <p:nvPr/>
        </p:nvSpPr>
        <p:spPr>
          <a:xfrm>
            <a:off x="10294144" y="3297051"/>
            <a:ext cx="114300" cy="38100"/>
          </a:xfrm>
          <a:prstGeom prst="rect">
            <a:avLst/>
          </a:prstGeom>
          <a:solidFill>
            <a:srgbClr val="1D1D1F"/>
          </a:solidFill>
          <a:ln w="0">
            <a:noFill/>
            <a:prstDash val="solid"/>
          </a:ln>
        </p:spPr>
        <p:txBody>
          <a:bodyPr/>
          <a:lstStyle/>
          <a:p>
            <a:endParaRPr lang="ko-KR" altLang="en-US"/>
          </a:p>
        </p:txBody>
      </p:sp>
      <p:sp>
        <p:nvSpPr>
          <p:cNvPr id="671" name="cover-vector-172">
            <a:extLst>
              <a:ext uri="{FF2B5EF4-FFF2-40B4-BE49-F238E27FC236}">
                <a16:creationId xmlns:a16="http://schemas.microsoft.com/office/drawing/2014/main" id="{B760E553-5568-4141-BE9D-9012E7224560}"/>
              </a:ext>
            </a:extLst>
          </p:cNvPr>
          <p:cNvSpPr>
            <a:spLocks noGrp="1"/>
          </p:cNvSpPr>
          <p:nvPr/>
        </p:nvSpPr>
        <p:spPr>
          <a:xfrm>
            <a:off x="10446544" y="3297051"/>
            <a:ext cx="114300" cy="38100"/>
          </a:xfrm>
          <a:prstGeom prst="rect">
            <a:avLst/>
          </a:prstGeom>
          <a:solidFill>
            <a:srgbClr val="1D1D1F"/>
          </a:solidFill>
          <a:ln w="0">
            <a:noFill/>
            <a:prstDash val="solid"/>
          </a:ln>
        </p:spPr>
        <p:txBody>
          <a:bodyPr/>
          <a:lstStyle/>
          <a:p>
            <a:endParaRPr lang="ko-KR" altLang="en-US"/>
          </a:p>
        </p:txBody>
      </p:sp>
      <p:sp>
        <p:nvSpPr>
          <p:cNvPr id="672" name="cover-vector-173">
            <a:extLst>
              <a:ext uri="{FF2B5EF4-FFF2-40B4-BE49-F238E27FC236}">
                <a16:creationId xmlns:a16="http://schemas.microsoft.com/office/drawing/2014/main" id="{97C78040-6C1B-45C0-87EA-297B1E9ED0B2}"/>
              </a:ext>
            </a:extLst>
          </p:cNvPr>
          <p:cNvSpPr>
            <a:spLocks noGrp="1"/>
          </p:cNvSpPr>
          <p:nvPr/>
        </p:nvSpPr>
        <p:spPr>
          <a:xfrm>
            <a:off x="9875044" y="3335151"/>
            <a:ext cx="38100" cy="38100"/>
          </a:xfrm>
          <a:prstGeom prst="rect">
            <a:avLst/>
          </a:prstGeom>
          <a:solidFill>
            <a:srgbClr val="1D1D1F"/>
          </a:solidFill>
          <a:ln w="0">
            <a:noFill/>
            <a:prstDash val="solid"/>
          </a:ln>
        </p:spPr>
        <p:txBody>
          <a:bodyPr/>
          <a:lstStyle/>
          <a:p>
            <a:endParaRPr lang="ko-KR" altLang="en-US"/>
          </a:p>
        </p:txBody>
      </p:sp>
      <p:sp>
        <p:nvSpPr>
          <p:cNvPr id="673" name="cover-vector-174">
            <a:extLst>
              <a:ext uri="{FF2B5EF4-FFF2-40B4-BE49-F238E27FC236}">
                <a16:creationId xmlns:a16="http://schemas.microsoft.com/office/drawing/2014/main" id="{08FB3C8C-C24C-46C3-89F6-2BCBFA8D737B}"/>
              </a:ext>
            </a:extLst>
          </p:cNvPr>
          <p:cNvSpPr>
            <a:spLocks noGrp="1"/>
          </p:cNvSpPr>
          <p:nvPr/>
        </p:nvSpPr>
        <p:spPr>
          <a:xfrm>
            <a:off x="9951244" y="3335151"/>
            <a:ext cx="76200" cy="38100"/>
          </a:xfrm>
          <a:prstGeom prst="rect">
            <a:avLst/>
          </a:prstGeom>
          <a:solidFill>
            <a:srgbClr val="1D1D1F"/>
          </a:solidFill>
          <a:ln w="0">
            <a:noFill/>
            <a:prstDash val="solid"/>
          </a:ln>
        </p:spPr>
        <p:txBody>
          <a:bodyPr/>
          <a:lstStyle/>
          <a:p>
            <a:endParaRPr lang="ko-KR" altLang="en-US"/>
          </a:p>
        </p:txBody>
      </p:sp>
      <p:sp>
        <p:nvSpPr>
          <p:cNvPr id="674" name="cover-vector-175">
            <a:extLst>
              <a:ext uri="{FF2B5EF4-FFF2-40B4-BE49-F238E27FC236}">
                <a16:creationId xmlns:a16="http://schemas.microsoft.com/office/drawing/2014/main" id="{A8BBAE4A-EF72-462C-9122-BEB047322D11}"/>
              </a:ext>
            </a:extLst>
          </p:cNvPr>
          <p:cNvSpPr>
            <a:spLocks noGrp="1"/>
          </p:cNvSpPr>
          <p:nvPr/>
        </p:nvSpPr>
        <p:spPr>
          <a:xfrm>
            <a:off x="10065544" y="3335151"/>
            <a:ext cx="114300" cy="38100"/>
          </a:xfrm>
          <a:prstGeom prst="rect">
            <a:avLst/>
          </a:prstGeom>
          <a:solidFill>
            <a:srgbClr val="1D1D1F"/>
          </a:solidFill>
          <a:ln w="0">
            <a:noFill/>
            <a:prstDash val="solid"/>
          </a:ln>
        </p:spPr>
        <p:txBody>
          <a:bodyPr/>
          <a:lstStyle/>
          <a:p>
            <a:endParaRPr lang="ko-KR" altLang="en-US"/>
          </a:p>
        </p:txBody>
      </p:sp>
      <p:sp>
        <p:nvSpPr>
          <p:cNvPr id="675" name="cover-vector-176">
            <a:extLst>
              <a:ext uri="{FF2B5EF4-FFF2-40B4-BE49-F238E27FC236}">
                <a16:creationId xmlns:a16="http://schemas.microsoft.com/office/drawing/2014/main" id="{6A36F5D6-290E-41FB-8CD0-1D4B0240D502}"/>
              </a:ext>
            </a:extLst>
          </p:cNvPr>
          <p:cNvSpPr>
            <a:spLocks noGrp="1"/>
          </p:cNvSpPr>
          <p:nvPr/>
        </p:nvSpPr>
        <p:spPr>
          <a:xfrm>
            <a:off x="10217944" y="3335151"/>
            <a:ext cx="76200" cy="38100"/>
          </a:xfrm>
          <a:prstGeom prst="rect">
            <a:avLst/>
          </a:prstGeom>
          <a:solidFill>
            <a:srgbClr val="1D1D1F"/>
          </a:solidFill>
          <a:ln w="0">
            <a:noFill/>
            <a:prstDash val="solid"/>
          </a:ln>
        </p:spPr>
        <p:txBody>
          <a:bodyPr/>
          <a:lstStyle/>
          <a:p>
            <a:endParaRPr lang="ko-KR" altLang="en-US"/>
          </a:p>
        </p:txBody>
      </p:sp>
      <p:sp>
        <p:nvSpPr>
          <p:cNvPr id="676" name="cover-vector-177">
            <a:extLst>
              <a:ext uri="{FF2B5EF4-FFF2-40B4-BE49-F238E27FC236}">
                <a16:creationId xmlns:a16="http://schemas.microsoft.com/office/drawing/2014/main" id="{89A1DF97-74A5-4668-9287-A11471E251DE}"/>
              </a:ext>
            </a:extLst>
          </p:cNvPr>
          <p:cNvSpPr>
            <a:spLocks noGrp="1"/>
          </p:cNvSpPr>
          <p:nvPr/>
        </p:nvSpPr>
        <p:spPr>
          <a:xfrm>
            <a:off x="10332244" y="3335151"/>
            <a:ext cx="38100" cy="38100"/>
          </a:xfrm>
          <a:prstGeom prst="rect">
            <a:avLst/>
          </a:prstGeom>
          <a:solidFill>
            <a:srgbClr val="1D1D1F"/>
          </a:solidFill>
          <a:ln w="0">
            <a:noFill/>
            <a:prstDash val="solid"/>
          </a:ln>
        </p:spPr>
        <p:txBody>
          <a:bodyPr/>
          <a:lstStyle/>
          <a:p>
            <a:endParaRPr lang="ko-KR" altLang="en-US"/>
          </a:p>
        </p:txBody>
      </p:sp>
      <p:sp>
        <p:nvSpPr>
          <p:cNvPr id="677" name="cover-vector-178">
            <a:extLst>
              <a:ext uri="{FF2B5EF4-FFF2-40B4-BE49-F238E27FC236}">
                <a16:creationId xmlns:a16="http://schemas.microsoft.com/office/drawing/2014/main" id="{F43FA0C8-F4F3-4FD9-AA4E-0222A14D4A26}"/>
              </a:ext>
            </a:extLst>
          </p:cNvPr>
          <p:cNvSpPr>
            <a:spLocks noGrp="1"/>
          </p:cNvSpPr>
          <p:nvPr/>
        </p:nvSpPr>
        <p:spPr>
          <a:xfrm>
            <a:off x="10408444" y="3335151"/>
            <a:ext cx="76200" cy="38100"/>
          </a:xfrm>
          <a:prstGeom prst="rect">
            <a:avLst/>
          </a:prstGeom>
          <a:solidFill>
            <a:srgbClr val="1D1D1F"/>
          </a:solidFill>
          <a:ln w="0">
            <a:noFill/>
            <a:prstDash val="solid"/>
          </a:ln>
        </p:spPr>
        <p:txBody>
          <a:bodyPr/>
          <a:lstStyle/>
          <a:p>
            <a:endParaRPr lang="ko-KR" altLang="en-US"/>
          </a:p>
        </p:txBody>
      </p:sp>
      <p:sp>
        <p:nvSpPr>
          <p:cNvPr id="678" name="cover-vector-179">
            <a:extLst>
              <a:ext uri="{FF2B5EF4-FFF2-40B4-BE49-F238E27FC236}">
                <a16:creationId xmlns:a16="http://schemas.microsoft.com/office/drawing/2014/main" id="{F82ED9A0-9BA2-4B20-8310-97CF199B8F8F}"/>
              </a:ext>
            </a:extLst>
          </p:cNvPr>
          <p:cNvSpPr>
            <a:spLocks noGrp="1"/>
          </p:cNvSpPr>
          <p:nvPr/>
        </p:nvSpPr>
        <p:spPr>
          <a:xfrm>
            <a:off x="10598944" y="3335151"/>
            <a:ext cx="76200" cy="38100"/>
          </a:xfrm>
          <a:prstGeom prst="rect">
            <a:avLst/>
          </a:prstGeom>
          <a:solidFill>
            <a:srgbClr val="1D1D1F"/>
          </a:solidFill>
          <a:ln w="0">
            <a:noFill/>
            <a:prstDash val="solid"/>
          </a:ln>
        </p:spPr>
        <p:txBody>
          <a:bodyPr/>
          <a:lstStyle/>
          <a:p>
            <a:endParaRPr lang="ko-KR" altLang="en-US"/>
          </a:p>
        </p:txBody>
      </p:sp>
      <p:sp>
        <p:nvSpPr>
          <p:cNvPr id="679" name="cover-vector-180">
            <a:extLst>
              <a:ext uri="{FF2B5EF4-FFF2-40B4-BE49-F238E27FC236}">
                <a16:creationId xmlns:a16="http://schemas.microsoft.com/office/drawing/2014/main" id="{6B73331E-E903-4809-AD82-E787B19855FD}"/>
              </a:ext>
            </a:extLst>
          </p:cNvPr>
          <p:cNvSpPr>
            <a:spLocks noGrp="1"/>
          </p:cNvSpPr>
          <p:nvPr/>
        </p:nvSpPr>
        <p:spPr>
          <a:xfrm>
            <a:off x="9951244" y="3373251"/>
            <a:ext cx="38100" cy="38100"/>
          </a:xfrm>
          <a:prstGeom prst="rect">
            <a:avLst/>
          </a:prstGeom>
          <a:solidFill>
            <a:srgbClr val="1D1D1F"/>
          </a:solidFill>
          <a:ln w="0">
            <a:noFill/>
            <a:prstDash val="solid"/>
          </a:ln>
        </p:spPr>
        <p:txBody>
          <a:bodyPr/>
          <a:lstStyle/>
          <a:p>
            <a:endParaRPr lang="ko-KR" altLang="en-US"/>
          </a:p>
        </p:txBody>
      </p:sp>
      <p:sp>
        <p:nvSpPr>
          <p:cNvPr id="680" name="cover-vector-181">
            <a:extLst>
              <a:ext uri="{FF2B5EF4-FFF2-40B4-BE49-F238E27FC236}">
                <a16:creationId xmlns:a16="http://schemas.microsoft.com/office/drawing/2014/main" id="{CC079EAD-835F-407A-8470-16DC5B5EBE53}"/>
              </a:ext>
            </a:extLst>
          </p:cNvPr>
          <p:cNvSpPr>
            <a:spLocks noGrp="1"/>
          </p:cNvSpPr>
          <p:nvPr/>
        </p:nvSpPr>
        <p:spPr>
          <a:xfrm>
            <a:off x="10141744" y="3373251"/>
            <a:ext cx="38100" cy="38100"/>
          </a:xfrm>
          <a:prstGeom prst="rect">
            <a:avLst/>
          </a:prstGeom>
          <a:solidFill>
            <a:srgbClr val="1D1D1F"/>
          </a:solidFill>
          <a:ln w="0">
            <a:noFill/>
            <a:prstDash val="solid"/>
          </a:ln>
        </p:spPr>
        <p:txBody>
          <a:bodyPr/>
          <a:lstStyle/>
          <a:p>
            <a:endParaRPr lang="ko-KR" altLang="en-US"/>
          </a:p>
        </p:txBody>
      </p:sp>
      <p:sp>
        <p:nvSpPr>
          <p:cNvPr id="681" name="cover-vector-182">
            <a:extLst>
              <a:ext uri="{FF2B5EF4-FFF2-40B4-BE49-F238E27FC236}">
                <a16:creationId xmlns:a16="http://schemas.microsoft.com/office/drawing/2014/main" id="{F8155287-E7D7-4068-BEBE-7D41B229BDF9}"/>
              </a:ext>
            </a:extLst>
          </p:cNvPr>
          <p:cNvSpPr>
            <a:spLocks noGrp="1"/>
          </p:cNvSpPr>
          <p:nvPr/>
        </p:nvSpPr>
        <p:spPr>
          <a:xfrm>
            <a:off x="10217944" y="3373251"/>
            <a:ext cx="38100" cy="38100"/>
          </a:xfrm>
          <a:prstGeom prst="rect">
            <a:avLst/>
          </a:prstGeom>
          <a:solidFill>
            <a:srgbClr val="1D1D1F"/>
          </a:solidFill>
          <a:ln w="0">
            <a:noFill/>
            <a:prstDash val="solid"/>
          </a:ln>
        </p:spPr>
        <p:txBody>
          <a:bodyPr/>
          <a:lstStyle/>
          <a:p>
            <a:endParaRPr lang="ko-KR" altLang="en-US"/>
          </a:p>
        </p:txBody>
      </p:sp>
      <p:sp>
        <p:nvSpPr>
          <p:cNvPr id="682" name="cover-vector-183">
            <a:extLst>
              <a:ext uri="{FF2B5EF4-FFF2-40B4-BE49-F238E27FC236}">
                <a16:creationId xmlns:a16="http://schemas.microsoft.com/office/drawing/2014/main" id="{A32620DD-567C-434D-AF12-F4E869E3D1DB}"/>
              </a:ext>
            </a:extLst>
          </p:cNvPr>
          <p:cNvSpPr>
            <a:spLocks noGrp="1"/>
          </p:cNvSpPr>
          <p:nvPr/>
        </p:nvSpPr>
        <p:spPr>
          <a:xfrm>
            <a:off x="10294144" y="3373251"/>
            <a:ext cx="190500" cy="38100"/>
          </a:xfrm>
          <a:prstGeom prst="rect">
            <a:avLst/>
          </a:prstGeom>
          <a:solidFill>
            <a:srgbClr val="1D1D1F"/>
          </a:solidFill>
          <a:ln w="0">
            <a:noFill/>
            <a:prstDash val="solid"/>
          </a:ln>
        </p:spPr>
        <p:txBody>
          <a:bodyPr/>
          <a:lstStyle/>
          <a:p>
            <a:endParaRPr lang="ko-KR" altLang="en-US"/>
          </a:p>
        </p:txBody>
      </p:sp>
      <p:sp>
        <p:nvSpPr>
          <p:cNvPr id="683" name="cover-vector-184">
            <a:extLst>
              <a:ext uri="{FF2B5EF4-FFF2-40B4-BE49-F238E27FC236}">
                <a16:creationId xmlns:a16="http://schemas.microsoft.com/office/drawing/2014/main" id="{41632CDB-D03B-428C-9A3A-848D2FFFF1F1}"/>
              </a:ext>
            </a:extLst>
          </p:cNvPr>
          <p:cNvSpPr>
            <a:spLocks noGrp="1"/>
          </p:cNvSpPr>
          <p:nvPr/>
        </p:nvSpPr>
        <p:spPr>
          <a:xfrm>
            <a:off x="9913144" y="3411351"/>
            <a:ext cx="114300" cy="38100"/>
          </a:xfrm>
          <a:prstGeom prst="rect">
            <a:avLst/>
          </a:prstGeom>
          <a:solidFill>
            <a:srgbClr val="1D1D1F"/>
          </a:solidFill>
          <a:ln w="0">
            <a:noFill/>
            <a:prstDash val="solid"/>
          </a:ln>
        </p:spPr>
        <p:txBody>
          <a:bodyPr/>
          <a:lstStyle/>
          <a:p>
            <a:endParaRPr lang="ko-KR" altLang="en-US"/>
          </a:p>
        </p:txBody>
      </p:sp>
      <p:sp>
        <p:nvSpPr>
          <p:cNvPr id="684" name="cover-vector-185">
            <a:extLst>
              <a:ext uri="{FF2B5EF4-FFF2-40B4-BE49-F238E27FC236}">
                <a16:creationId xmlns:a16="http://schemas.microsoft.com/office/drawing/2014/main" id="{83864F95-D5D2-4172-9243-D0D0E12C2291}"/>
              </a:ext>
            </a:extLst>
          </p:cNvPr>
          <p:cNvSpPr>
            <a:spLocks noGrp="1"/>
          </p:cNvSpPr>
          <p:nvPr/>
        </p:nvSpPr>
        <p:spPr>
          <a:xfrm>
            <a:off x="10103644" y="3411351"/>
            <a:ext cx="38100" cy="38100"/>
          </a:xfrm>
          <a:prstGeom prst="rect">
            <a:avLst/>
          </a:prstGeom>
          <a:solidFill>
            <a:srgbClr val="1D1D1F"/>
          </a:solidFill>
          <a:ln w="0">
            <a:noFill/>
            <a:prstDash val="solid"/>
          </a:ln>
        </p:spPr>
        <p:txBody>
          <a:bodyPr/>
          <a:lstStyle/>
          <a:p>
            <a:endParaRPr lang="ko-KR" altLang="en-US"/>
          </a:p>
        </p:txBody>
      </p:sp>
      <p:sp>
        <p:nvSpPr>
          <p:cNvPr id="685" name="cover-vector-186">
            <a:extLst>
              <a:ext uri="{FF2B5EF4-FFF2-40B4-BE49-F238E27FC236}">
                <a16:creationId xmlns:a16="http://schemas.microsoft.com/office/drawing/2014/main" id="{C7E8AE31-D3F0-45E1-8840-2AD022BF64E0}"/>
              </a:ext>
            </a:extLst>
          </p:cNvPr>
          <p:cNvSpPr>
            <a:spLocks noGrp="1"/>
          </p:cNvSpPr>
          <p:nvPr/>
        </p:nvSpPr>
        <p:spPr>
          <a:xfrm>
            <a:off x="10179844" y="3411351"/>
            <a:ext cx="38100" cy="38100"/>
          </a:xfrm>
          <a:prstGeom prst="rect">
            <a:avLst/>
          </a:prstGeom>
          <a:solidFill>
            <a:srgbClr val="1D1D1F"/>
          </a:solidFill>
          <a:ln w="0">
            <a:noFill/>
            <a:prstDash val="solid"/>
          </a:ln>
        </p:spPr>
        <p:txBody>
          <a:bodyPr/>
          <a:lstStyle/>
          <a:p>
            <a:endParaRPr lang="ko-KR" altLang="en-US"/>
          </a:p>
        </p:txBody>
      </p:sp>
      <p:sp>
        <p:nvSpPr>
          <p:cNvPr id="686" name="cover-vector-187">
            <a:extLst>
              <a:ext uri="{FF2B5EF4-FFF2-40B4-BE49-F238E27FC236}">
                <a16:creationId xmlns:a16="http://schemas.microsoft.com/office/drawing/2014/main" id="{AB22BD04-E560-47D6-A76E-04A82876D3F9}"/>
              </a:ext>
            </a:extLst>
          </p:cNvPr>
          <p:cNvSpPr>
            <a:spLocks noGrp="1"/>
          </p:cNvSpPr>
          <p:nvPr/>
        </p:nvSpPr>
        <p:spPr>
          <a:xfrm>
            <a:off x="10256044" y="3411351"/>
            <a:ext cx="419100" cy="38100"/>
          </a:xfrm>
          <a:prstGeom prst="rect">
            <a:avLst/>
          </a:prstGeom>
          <a:solidFill>
            <a:srgbClr val="1D1D1F"/>
          </a:solidFill>
          <a:ln w="0">
            <a:noFill/>
            <a:prstDash val="solid"/>
          </a:ln>
        </p:spPr>
        <p:txBody>
          <a:bodyPr/>
          <a:lstStyle/>
          <a:p>
            <a:endParaRPr lang="ko-KR" altLang="en-US"/>
          </a:p>
        </p:txBody>
      </p:sp>
      <p:sp>
        <p:nvSpPr>
          <p:cNvPr id="687" name="cover-vector-188">
            <a:extLst>
              <a:ext uri="{FF2B5EF4-FFF2-40B4-BE49-F238E27FC236}">
                <a16:creationId xmlns:a16="http://schemas.microsoft.com/office/drawing/2014/main" id="{EF730E1B-389B-4AC0-A802-DD76C6E6F144}"/>
              </a:ext>
            </a:extLst>
          </p:cNvPr>
          <p:cNvSpPr>
            <a:spLocks noGrp="1"/>
          </p:cNvSpPr>
          <p:nvPr/>
        </p:nvSpPr>
        <p:spPr>
          <a:xfrm>
            <a:off x="10179844" y="3449451"/>
            <a:ext cx="76200" cy="38100"/>
          </a:xfrm>
          <a:prstGeom prst="rect">
            <a:avLst/>
          </a:prstGeom>
          <a:solidFill>
            <a:srgbClr val="1D1D1F"/>
          </a:solidFill>
          <a:ln w="0">
            <a:noFill/>
            <a:prstDash val="solid"/>
          </a:ln>
        </p:spPr>
        <p:txBody>
          <a:bodyPr/>
          <a:lstStyle/>
          <a:p>
            <a:endParaRPr lang="ko-KR" altLang="en-US"/>
          </a:p>
        </p:txBody>
      </p:sp>
      <p:sp>
        <p:nvSpPr>
          <p:cNvPr id="688" name="cover-vector-189">
            <a:extLst>
              <a:ext uri="{FF2B5EF4-FFF2-40B4-BE49-F238E27FC236}">
                <a16:creationId xmlns:a16="http://schemas.microsoft.com/office/drawing/2014/main" id="{720841F8-DABD-4005-B3BA-BDB3109F7AB9}"/>
              </a:ext>
            </a:extLst>
          </p:cNvPr>
          <p:cNvSpPr>
            <a:spLocks noGrp="1"/>
          </p:cNvSpPr>
          <p:nvPr/>
        </p:nvSpPr>
        <p:spPr>
          <a:xfrm>
            <a:off x="10332244" y="3449451"/>
            <a:ext cx="38100" cy="38100"/>
          </a:xfrm>
          <a:prstGeom prst="rect">
            <a:avLst/>
          </a:prstGeom>
          <a:solidFill>
            <a:srgbClr val="1D1D1F"/>
          </a:solidFill>
          <a:ln w="0">
            <a:noFill/>
            <a:prstDash val="solid"/>
          </a:ln>
        </p:spPr>
        <p:txBody>
          <a:bodyPr/>
          <a:lstStyle/>
          <a:p>
            <a:endParaRPr lang="ko-KR" altLang="en-US"/>
          </a:p>
        </p:txBody>
      </p:sp>
      <p:sp>
        <p:nvSpPr>
          <p:cNvPr id="689" name="cover-vector-190">
            <a:extLst>
              <a:ext uri="{FF2B5EF4-FFF2-40B4-BE49-F238E27FC236}">
                <a16:creationId xmlns:a16="http://schemas.microsoft.com/office/drawing/2014/main" id="{C39C62F7-EA8E-42EB-BDA5-670950F209E4}"/>
              </a:ext>
            </a:extLst>
          </p:cNvPr>
          <p:cNvSpPr>
            <a:spLocks noGrp="1"/>
          </p:cNvSpPr>
          <p:nvPr/>
        </p:nvSpPr>
        <p:spPr>
          <a:xfrm>
            <a:off x="10522744" y="3449451"/>
            <a:ext cx="76200" cy="38100"/>
          </a:xfrm>
          <a:prstGeom prst="rect">
            <a:avLst/>
          </a:prstGeom>
          <a:solidFill>
            <a:srgbClr val="1D1D1F"/>
          </a:solidFill>
          <a:ln w="0">
            <a:noFill/>
            <a:prstDash val="solid"/>
          </a:ln>
        </p:spPr>
        <p:txBody>
          <a:bodyPr/>
          <a:lstStyle/>
          <a:p>
            <a:endParaRPr lang="ko-KR" altLang="en-US"/>
          </a:p>
        </p:txBody>
      </p:sp>
      <p:sp>
        <p:nvSpPr>
          <p:cNvPr id="690" name="cover-vector-191">
            <a:extLst>
              <a:ext uri="{FF2B5EF4-FFF2-40B4-BE49-F238E27FC236}">
                <a16:creationId xmlns:a16="http://schemas.microsoft.com/office/drawing/2014/main" id="{BD8E0020-9B96-4781-9811-22F0A5B72D87}"/>
              </a:ext>
            </a:extLst>
          </p:cNvPr>
          <p:cNvSpPr>
            <a:spLocks noGrp="1"/>
          </p:cNvSpPr>
          <p:nvPr/>
        </p:nvSpPr>
        <p:spPr>
          <a:xfrm>
            <a:off x="10637044" y="3449451"/>
            <a:ext cx="38100" cy="38100"/>
          </a:xfrm>
          <a:prstGeom prst="rect">
            <a:avLst/>
          </a:prstGeom>
          <a:solidFill>
            <a:srgbClr val="1D1D1F"/>
          </a:solidFill>
          <a:ln w="0">
            <a:noFill/>
            <a:prstDash val="solid"/>
          </a:ln>
        </p:spPr>
        <p:txBody>
          <a:bodyPr/>
          <a:lstStyle/>
          <a:p>
            <a:endParaRPr lang="ko-KR" altLang="en-US"/>
          </a:p>
        </p:txBody>
      </p:sp>
      <p:sp>
        <p:nvSpPr>
          <p:cNvPr id="691" name="cover-vector-192">
            <a:extLst>
              <a:ext uri="{FF2B5EF4-FFF2-40B4-BE49-F238E27FC236}">
                <a16:creationId xmlns:a16="http://schemas.microsoft.com/office/drawing/2014/main" id="{47C27FFB-1BB0-4D00-9E9C-B4B871029ADA}"/>
              </a:ext>
            </a:extLst>
          </p:cNvPr>
          <p:cNvSpPr>
            <a:spLocks noGrp="1"/>
          </p:cNvSpPr>
          <p:nvPr/>
        </p:nvSpPr>
        <p:spPr>
          <a:xfrm>
            <a:off x="9875044" y="3487551"/>
            <a:ext cx="266700" cy="38100"/>
          </a:xfrm>
          <a:prstGeom prst="rect">
            <a:avLst/>
          </a:prstGeom>
          <a:solidFill>
            <a:srgbClr val="1D1D1F"/>
          </a:solidFill>
          <a:ln w="0">
            <a:noFill/>
            <a:prstDash val="solid"/>
          </a:ln>
        </p:spPr>
        <p:txBody>
          <a:bodyPr/>
          <a:lstStyle/>
          <a:p>
            <a:endParaRPr lang="ko-KR" altLang="en-US"/>
          </a:p>
        </p:txBody>
      </p:sp>
      <p:sp>
        <p:nvSpPr>
          <p:cNvPr id="692" name="cover-vector-193">
            <a:extLst>
              <a:ext uri="{FF2B5EF4-FFF2-40B4-BE49-F238E27FC236}">
                <a16:creationId xmlns:a16="http://schemas.microsoft.com/office/drawing/2014/main" id="{D54416B2-B03E-42AA-B391-1FF8AB2DFE8C}"/>
              </a:ext>
            </a:extLst>
          </p:cNvPr>
          <p:cNvSpPr>
            <a:spLocks noGrp="1"/>
          </p:cNvSpPr>
          <p:nvPr/>
        </p:nvSpPr>
        <p:spPr>
          <a:xfrm>
            <a:off x="10217944" y="3487551"/>
            <a:ext cx="38100" cy="38100"/>
          </a:xfrm>
          <a:prstGeom prst="rect">
            <a:avLst/>
          </a:prstGeom>
          <a:solidFill>
            <a:srgbClr val="1D1D1F"/>
          </a:solidFill>
          <a:ln w="0">
            <a:noFill/>
            <a:prstDash val="solid"/>
          </a:ln>
        </p:spPr>
        <p:txBody>
          <a:bodyPr/>
          <a:lstStyle/>
          <a:p>
            <a:endParaRPr lang="ko-KR" altLang="en-US"/>
          </a:p>
        </p:txBody>
      </p:sp>
      <p:sp>
        <p:nvSpPr>
          <p:cNvPr id="693" name="cover-vector-194">
            <a:extLst>
              <a:ext uri="{FF2B5EF4-FFF2-40B4-BE49-F238E27FC236}">
                <a16:creationId xmlns:a16="http://schemas.microsoft.com/office/drawing/2014/main" id="{7F844C2A-A26A-4180-8CAE-88289B90E3F6}"/>
              </a:ext>
            </a:extLst>
          </p:cNvPr>
          <p:cNvSpPr>
            <a:spLocks noGrp="1"/>
          </p:cNvSpPr>
          <p:nvPr/>
        </p:nvSpPr>
        <p:spPr>
          <a:xfrm>
            <a:off x="10294144" y="3487551"/>
            <a:ext cx="38100" cy="38100"/>
          </a:xfrm>
          <a:prstGeom prst="rect">
            <a:avLst/>
          </a:prstGeom>
          <a:solidFill>
            <a:srgbClr val="1D1D1F"/>
          </a:solidFill>
          <a:ln w="0">
            <a:noFill/>
            <a:prstDash val="solid"/>
          </a:ln>
        </p:spPr>
        <p:txBody>
          <a:bodyPr/>
          <a:lstStyle/>
          <a:p>
            <a:endParaRPr lang="ko-KR" altLang="en-US"/>
          </a:p>
        </p:txBody>
      </p:sp>
      <p:sp>
        <p:nvSpPr>
          <p:cNvPr id="694" name="cover-vector-195">
            <a:extLst>
              <a:ext uri="{FF2B5EF4-FFF2-40B4-BE49-F238E27FC236}">
                <a16:creationId xmlns:a16="http://schemas.microsoft.com/office/drawing/2014/main" id="{CF3C4B40-5F71-4961-831B-E33958E28588}"/>
              </a:ext>
            </a:extLst>
          </p:cNvPr>
          <p:cNvSpPr>
            <a:spLocks noGrp="1"/>
          </p:cNvSpPr>
          <p:nvPr/>
        </p:nvSpPr>
        <p:spPr>
          <a:xfrm>
            <a:off x="10370344" y="3487551"/>
            <a:ext cx="38100" cy="38100"/>
          </a:xfrm>
          <a:prstGeom prst="rect">
            <a:avLst/>
          </a:prstGeom>
          <a:solidFill>
            <a:srgbClr val="1D1D1F"/>
          </a:solidFill>
          <a:ln w="0">
            <a:noFill/>
            <a:prstDash val="solid"/>
          </a:ln>
        </p:spPr>
        <p:txBody>
          <a:bodyPr/>
          <a:lstStyle/>
          <a:p>
            <a:endParaRPr lang="ko-KR" altLang="en-US"/>
          </a:p>
        </p:txBody>
      </p:sp>
      <p:sp>
        <p:nvSpPr>
          <p:cNvPr id="695" name="cover-vector-196">
            <a:extLst>
              <a:ext uri="{FF2B5EF4-FFF2-40B4-BE49-F238E27FC236}">
                <a16:creationId xmlns:a16="http://schemas.microsoft.com/office/drawing/2014/main" id="{C63D831D-AAB0-452B-BD29-B72514EA93C5}"/>
              </a:ext>
            </a:extLst>
          </p:cNvPr>
          <p:cNvSpPr>
            <a:spLocks noGrp="1"/>
          </p:cNvSpPr>
          <p:nvPr/>
        </p:nvSpPr>
        <p:spPr>
          <a:xfrm>
            <a:off x="10484644" y="3487551"/>
            <a:ext cx="38100" cy="38100"/>
          </a:xfrm>
          <a:prstGeom prst="rect">
            <a:avLst/>
          </a:prstGeom>
          <a:solidFill>
            <a:srgbClr val="1D1D1F"/>
          </a:solidFill>
          <a:ln w="0">
            <a:noFill/>
            <a:prstDash val="solid"/>
          </a:ln>
        </p:spPr>
        <p:txBody>
          <a:bodyPr/>
          <a:lstStyle/>
          <a:p>
            <a:endParaRPr lang="ko-KR" altLang="en-US"/>
          </a:p>
        </p:txBody>
      </p:sp>
      <p:sp>
        <p:nvSpPr>
          <p:cNvPr id="696" name="cover-vector-197">
            <a:extLst>
              <a:ext uri="{FF2B5EF4-FFF2-40B4-BE49-F238E27FC236}">
                <a16:creationId xmlns:a16="http://schemas.microsoft.com/office/drawing/2014/main" id="{AD1A7B84-3ED7-4013-B7E0-F569D3A12F14}"/>
              </a:ext>
            </a:extLst>
          </p:cNvPr>
          <p:cNvSpPr>
            <a:spLocks noGrp="1"/>
          </p:cNvSpPr>
          <p:nvPr/>
        </p:nvSpPr>
        <p:spPr>
          <a:xfrm>
            <a:off x="10560844" y="3487551"/>
            <a:ext cx="38100" cy="38100"/>
          </a:xfrm>
          <a:prstGeom prst="rect">
            <a:avLst/>
          </a:prstGeom>
          <a:solidFill>
            <a:srgbClr val="1D1D1F"/>
          </a:solidFill>
          <a:ln w="0">
            <a:noFill/>
            <a:prstDash val="solid"/>
          </a:ln>
        </p:spPr>
        <p:txBody>
          <a:bodyPr/>
          <a:lstStyle/>
          <a:p>
            <a:endParaRPr lang="ko-KR" altLang="en-US"/>
          </a:p>
        </p:txBody>
      </p:sp>
      <p:sp>
        <p:nvSpPr>
          <p:cNvPr id="697" name="cover-vector-198">
            <a:extLst>
              <a:ext uri="{FF2B5EF4-FFF2-40B4-BE49-F238E27FC236}">
                <a16:creationId xmlns:a16="http://schemas.microsoft.com/office/drawing/2014/main" id="{355C4720-947B-4D6E-9461-BD5EB2F66DEA}"/>
              </a:ext>
            </a:extLst>
          </p:cNvPr>
          <p:cNvSpPr>
            <a:spLocks noGrp="1"/>
          </p:cNvSpPr>
          <p:nvPr/>
        </p:nvSpPr>
        <p:spPr>
          <a:xfrm>
            <a:off x="10637044" y="3487551"/>
            <a:ext cx="38100" cy="38100"/>
          </a:xfrm>
          <a:prstGeom prst="rect">
            <a:avLst/>
          </a:prstGeom>
          <a:solidFill>
            <a:srgbClr val="1D1D1F"/>
          </a:solidFill>
          <a:ln w="0">
            <a:noFill/>
            <a:prstDash val="solid"/>
          </a:ln>
        </p:spPr>
        <p:txBody>
          <a:bodyPr/>
          <a:lstStyle/>
          <a:p>
            <a:endParaRPr lang="ko-KR" altLang="en-US"/>
          </a:p>
        </p:txBody>
      </p:sp>
      <p:sp>
        <p:nvSpPr>
          <p:cNvPr id="698" name="cover-vector-199">
            <a:extLst>
              <a:ext uri="{FF2B5EF4-FFF2-40B4-BE49-F238E27FC236}">
                <a16:creationId xmlns:a16="http://schemas.microsoft.com/office/drawing/2014/main" id="{83EA0795-6030-42A6-9C68-45C81A59CA96}"/>
              </a:ext>
            </a:extLst>
          </p:cNvPr>
          <p:cNvSpPr>
            <a:spLocks noGrp="1"/>
          </p:cNvSpPr>
          <p:nvPr/>
        </p:nvSpPr>
        <p:spPr>
          <a:xfrm>
            <a:off x="9875044" y="3525651"/>
            <a:ext cx="38100" cy="38100"/>
          </a:xfrm>
          <a:prstGeom prst="rect">
            <a:avLst/>
          </a:prstGeom>
          <a:solidFill>
            <a:srgbClr val="1D1D1F"/>
          </a:solidFill>
          <a:ln w="0">
            <a:noFill/>
            <a:prstDash val="solid"/>
          </a:ln>
        </p:spPr>
        <p:txBody>
          <a:bodyPr/>
          <a:lstStyle/>
          <a:p>
            <a:endParaRPr lang="ko-KR" altLang="en-US"/>
          </a:p>
        </p:txBody>
      </p:sp>
      <p:sp>
        <p:nvSpPr>
          <p:cNvPr id="699" name="cover-vector-200">
            <a:extLst>
              <a:ext uri="{FF2B5EF4-FFF2-40B4-BE49-F238E27FC236}">
                <a16:creationId xmlns:a16="http://schemas.microsoft.com/office/drawing/2014/main" id="{4A7CF6C3-C949-471E-838F-61D516CE06F8}"/>
              </a:ext>
            </a:extLst>
          </p:cNvPr>
          <p:cNvSpPr>
            <a:spLocks noGrp="1"/>
          </p:cNvSpPr>
          <p:nvPr/>
        </p:nvSpPr>
        <p:spPr>
          <a:xfrm>
            <a:off x="10103644" y="3525651"/>
            <a:ext cx="38100" cy="38100"/>
          </a:xfrm>
          <a:prstGeom prst="rect">
            <a:avLst/>
          </a:prstGeom>
          <a:solidFill>
            <a:srgbClr val="1D1D1F"/>
          </a:solidFill>
          <a:ln w="0">
            <a:noFill/>
            <a:prstDash val="solid"/>
          </a:ln>
        </p:spPr>
        <p:txBody>
          <a:bodyPr/>
          <a:lstStyle/>
          <a:p>
            <a:endParaRPr lang="ko-KR" altLang="en-US"/>
          </a:p>
        </p:txBody>
      </p:sp>
      <p:sp>
        <p:nvSpPr>
          <p:cNvPr id="700" name="cover-vector-201">
            <a:extLst>
              <a:ext uri="{FF2B5EF4-FFF2-40B4-BE49-F238E27FC236}">
                <a16:creationId xmlns:a16="http://schemas.microsoft.com/office/drawing/2014/main" id="{7F2F4F2B-16F2-4F25-B732-55706E2911BB}"/>
              </a:ext>
            </a:extLst>
          </p:cNvPr>
          <p:cNvSpPr>
            <a:spLocks noGrp="1"/>
          </p:cNvSpPr>
          <p:nvPr/>
        </p:nvSpPr>
        <p:spPr>
          <a:xfrm>
            <a:off x="10256044" y="3525651"/>
            <a:ext cx="38100" cy="38100"/>
          </a:xfrm>
          <a:prstGeom prst="rect">
            <a:avLst/>
          </a:prstGeom>
          <a:solidFill>
            <a:srgbClr val="1D1D1F"/>
          </a:solidFill>
          <a:ln w="0">
            <a:noFill/>
            <a:prstDash val="solid"/>
          </a:ln>
        </p:spPr>
        <p:txBody>
          <a:bodyPr/>
          <a:lstStyle/>
          <a:p>
            <a:endParaRPr lang="ko-KR" altLang="en-US"/>
          </a:p>
        </p:txBody>
      </p:sp>
      <p:sp>
        <p:nvSpPr>
          <p:cNvPr id="701" name="cover-vector-202">
            <a:extLst>
              <a:ext uri="{FF2B5EF4-FFF2-40B4-BE49-F238E27FC236}">
                <a16:creationId xmlns:a16="http://schemas.microsoft.com/office/drawing/2014/main" id="{07FBD92C-26BC-4ABD-B329-5A1B128D671E}"/>
              </a:ext>
            </a:extLst>
          </p:cNvPr>
          <p:cNvSpPr>
            <a:spLocks noGrp="1"/>
          </p:cNvSpPr>
          <p:nvPr/>
        </p:nvSpPr>
        <p:spPr>
          <a:xfrm>
            <a:off x="10408444" y="3525651"/>
            <a:ext cx="38100" cy="38100"/>
          </a:xfrm>
          <a:prstGeom prst="rect">
            <a:avLst/>
          </a:prstGeom>
          <a:solidFill>
            <a:srgbClr val="1D1D1F"/>
          </a:solidFill>
          <a:ln w="0">
            <a:noFill/>
            <a:prstDash val="solid"/>
          </a:ln>
        </p:spPr>
        <p:txBody>
          <a:bodyPr/>
          <a:lstStyle/>
          <a:p>
            <a:endParaRPr lang="ko-KR" altLang="en-US"/>
          </a:p>
        </p:txBody>
      </p:sp>
      <p:sp>
        <p:nvSpPr>
          <p:cNvPr id="702" name="cover-vector-203">
            <a:extLst>
              <a:ext uri="{FF2B5EF4-FFF2-40B4-BE49-F238E27FC236}">
                <a16:creationId xmlns:a16="http://schemas.microsoft.com/office/drawing/2014/main" id="{710B48AF-9998-4174-96D7-BD3F06242B7B}"/>
              </a:ext>
            </a:extLst>
          </p:cNvPr>
          <p:cNvSpPr>
            <a:spLocks noGrp="1"/>
          </p:cNvSpPr>
          <p:nvPr/>
        </p:nvSpPr>
        <p:spPr>
          <a:xfrm>
            <a:off x="10598944" y="3525651"/>
            <a:ext cx="38100" cy="38100"/>
          </a:xfrm>
          <a:prstGeom prst="rect">
            <a:avLst/>
          </a:prstGeom>
          <a:solidFill>
            <a:srgbClr val="1D1D1F"/>
          </a:solidFill>
          <a:ln w="0">
            <a:noFill/>
            <a:prstDash val="solid"/>
          </a:ln>
        </p:spPr>
        <p:txBody>
          <a:bodyPr/>
          <a:lstStyle/>
          <a:p>
            <a:endParaRPr lang="ko-KR" altLang="en-US"/>
          </a:p>
        </p:txBody>
      </p:sp>
      <p:sp>
        <p:nvSpPr>
          <p:cNvPr id="703" name="cover-vector-204">
            <a:extLst>
              <a:ext uri="{FF2B5EF4-FFF2-40B4-BE49-F238E27FC236}">
                <a16:creationId xmlns:a16="http://schemas.microsoft.com/office/drawing/2014/main" id="{B82BF2E6-4DC4-489F-B9B6-00F80A350F33}"/>
              </a:ext>
            </a:extLst>
          </p:cNvPr>
          <p:cNvSpPr>
            <a:spLocks noGrp="1"/>
          </p:cNvSpPr>
          <p:nvPr/>
        </p:nvSpPr>
        <p:spPr>
          <a:xfrm>
            <a:off x="9875044" y="3563751"/>
            <a:ext cx="38100" cy="38100"/>
          </a:xfrm>
          <a:prstGeom prst="rect">
            <a:avLst/>
          </a:prstGeom>
          <a:solidFill>
            <a:srgbClr val="1D1D1F"/>
          </a:solidFill>
          <a:ln w="0">
            <a:noFill/>
            <a:prstDash val="solid"/>
          </a:ln>
        </p:spPr>
        <p:txBody>
          <a:bodyPr/>
          <a:lstStyle/>
          <a:p>
            <a:endParaRPr lang="ko-KR" altLang="en-US"/>
          </a:p>
        </p:txBody>
      </p:sp>
      <p:sp>
        <p:nvSpPr>
          <p:cNvPr id="704" name="cover-vector-205">
            <a:extLst>
              <a:ext uri="{FF2B5EF4-FFF2-40B4-BE49-F238E27FC236}">
                <a16:creationId xmlns:a16="http://schemas.microsoft.com/office/drawing/2014/main" id="{82468626-91BF-4637-8DA5-6CC664BFB471}"/>
              </a:ext>
            </a:extLst>
          </p:cNvPr>
          <p:cNvSpPr>
            <a:spLocks noGrp="1"/>
          </p:cNvSpPr>
          <p:nvPr/>
        </p:nvSpPr>
        <p:spPr>
          <a:xfrm>
            <a:off x="9951244" y="3563751"/>
            <a:ext cx="114300" cy="38100"/>
          </a:xfrm>
          <a:prstGeom prst="rect">
            <a:avLst/>
          </a:prstGeom>
          <a:solidFill>
            <a:srgbClr val="1D1D1F"/>
          </a:solidFill>
          <a:ln w="0">
            <a:noFill/>
            <a:prstDash val="solid"/>
          </a:ln>
        </p:spPr>
        <p:txBody>
          <a:bodyPr/>
          <a:lstStyle/>
          <a:p>
            <a:endParaRPr lang="ko-KR" altLang="en-US"/>
          </a:p>
        </p:txBody>
      </p:sp>
      <p:sp>
        <p:nvSpPr>
          <p:cNvPr id="705" name="cover-vector-206">
            <a:extLst>
              <a:ext uri="{FF2B5EF4-FFF2-40B4-BE49-F238E27FC236}">
                <a16:creationId xmlns:a16="http://schemas.microsoft.com/office/drawing/2014/main" id="{83F3CFFE-108A-4E0F-A565-079E3F2BD55D}"/>
              </a:ext>
            </a:extLst>
          </p:cNvPr>
          <p:cNvSpPr>
            <a:spLocks noGrp="1"/>
          </p:cNvSpPr>
          <p:nvPr/>
        </p:nvSpPr>
        <p:spPr>
          <a:xfrm>
            <a:off x="10103644" y="3563751"/>
            <a:ext cx="38100" cy="38100"/>
          </a:xfrm>
          <a:prstGeom prst="rect">
            <a:avLst/>
          </a:prstGeom>
          <a:solidFill>
            <a:srgbClr val="1D1D1F"/>
          </a:solidFill>
          <a:ln w="0">
            <a:noFill/>
            <a:prstDash val="solid"/>
          </a:ln>
        </p:spPr>
        <p:txBody>
          <a:bodyPr/>
          <a:lstStyle/>
          <a:p>
            <a:endParaRPr lang="ko-KR" altLang="en-US"/>
          </a:p>
        </p:txBody>
      </p:sp>
      <p:sp>
        <p:nvSpPr>
          <p:cNvPr id="706" name="cover-vector-207">
            <a:extLst>
              <a:ext uri="{FF2B5EF4-FFF2-40B4-BE49-F238E27FC236}">
                <a16:creationId xmlns:a16="http://schemas.microsoft.com/office/drawing/2014/main" id="{2230D0DE-CDE5-48F8-87B6-066658E29CF3}"/>
              </a:ext>
            </a:extLst>
          </p:cNvPr>
          <p:cNvSpPr>
            <a:spLocks noGrp="1"/>
          </p:cNvSpPr>
          <p:nvPr/>
        </p:nvSpPr>
        <p:spPr>
          <a:xfrm>
            <a:off x="10217944" y="3563751"/>
            <a:ext cx="114300" cy="38100"/>
          </a:xfrm>
          <a:prstGeom prst="rect">
            <a:avLst/>
          </a:prstGeom>
          <a:solidFill>
            <a:srgbClr val="1D1D1F"/>
          </a:solidFill>
          <a:ln w="0">
            <a:noFill/>
            <a:prstDash val="solid"/>
          </a:ln>
        </p:spPr>
        <p:txBody>
          <a:bodyPr/>
          <a:lstStyle/>
          <a:p>
            <a:endParaRPr lang="ko-KR" altLang="en-US"/>
          </a:p>
        </p:txBody>
      </p:sp>
      <p:sp>
        <p:nvSpPr>
          <p:cNvPr id="707" name="cover-vector-208">
            <a:extLst>
              <a:ext uri="{FF2B5EF4-FFF2-40B4-BE49-F238E27FC236}">
                <a16:creationId xmlns:a16="http://schemas.microsoft.com/office/drawing/2014/main" id="{03DFC7BF-8073-4D25-B42B-42CA0B6DC083}"/>
              </a:ext>
            </a:extLst>
          </p:cNvPr>
          <p:cNvSpPr>
            <a:spLocks noGrp="1"/>
          </p:cNvSpPr>
          <p:nvPr/>
        </p:nvSpPr>
        <p:spPr>
          <a:xfrm>
            <a:off x="10370344" y="3563751"/>
            <a:ext cx="38100" cy="38100"/>
          </a:xfrm>
          <a:prstGeom prst="rect">
            <a:avLst/>
          </a:prstGeom>
          <a:solidFill>
            <a:srgbClr val="1D1D1F"/>
          </a:solidFill>
          <a:ln w="0">
            <a:noFill/>
            <a:prstDash val="solid"/>
          </a:ln>
        </p:spPr>
        <p:txBody>
          <a:bodyPr/>
          <a:lstStyle/>
          <a:p>
            <a:endParaRPr lang="ko-KR" altLang="en-US"/>
          </a:p>
        </p:txBody>
      </p:sp>
      <p:sp>
        <p:nvSpPr>
          <p:cNvPr id="708" name="cover-vector-209">
            <a:extLst>
              <a:ext uri="{FF2B5EF4-FFF2-40B4-BE49-F238E27FC236}">
                <a16:creationId xmlns:a16="http://schemas.microsoft.com/office/drawing/2014/main" id="{9B59238A-3E82-4001-8D3F-DEE19B358C17}"/>
              </a:ext>
            </a:extLst>
          </p:cNvPr>
          <p:cNvSpPr>
            <a:spLocks noGrp="1"/>
          </p:cNvSpPr>
          <p:nvPr/>
        </p:nvSpPr>
        <p:spPr>
          <a:xfrm>
            <a:off x="10484644" y="3563751"/>
            <a:ext cx="38100" cy="38100"/>
          </a:xfrm>
          <a:prstGeom prst="rect">
            <a:avLst/>
          </a:prstGeom>
          <a:solidFill>
            <a:srgbClr val="1D1D1F"/>
          </a:solidFill>
          <a:ln w="0">
            <a:noFill/>
            <a:prstDash val="solid"/>
          </a:ln>
        </p:spPr>
        <p:txBody>
          <a:bodyPr/>
          <a:lstStyle/>
          <a:p>
            <a:endParaRPr lang="ko-KR" altLang="en-US"/>
          </a:p>
        </p:txBody>
      </p:sp>
      <p:sp>
        <p:nvSpPr>
          <p:cNvPr id="709" name="cover-vector-210">
            <a:extLst>
              <a:ext uri="{FF2B5EF4-FFF2-40B4-BE49-F238E27FC236}">
                <a16:creationId xmlns:a16="http://schemas.microsoft.com/office/drawing/2014/main" id="{D0FB0AC2-5D3F-424D-8997-4DCB8CAD3091}"/>
              </a:ext>
            </a:extLst>
          </p:cNvPr>
          <p:cNvSpPr>
            <a:spLocks noGrp="1"/>
          </p:cNvSpPr>
          <p:nvPr/>
        </p:nvSpPr>
        <p:spPr>
          <a:xfrm>
            <a:off x="9875044" y="3601851"/>
            <a:ext cx="38100" cy="38100"/>
          </a:xfrm>
          <a:prstGeom prst="rect">
            <a:avLst/>
          </a:prstGeom>
          <a:solidFill>
            <a:srgbClr val="1D1D1F"/>
          </a:solidFill>
          <a:ln w="0">
            <a:noFill/>
            <a:prstDash val="solid"/>
          </a:ln>
        </p:spPr>
        <p:txBody>
          <a:bodyPr/>
          <a:lstStyle/>
          <a:p>
            <a:endParaRPr lang="ko-KR" altLang="en-US"/>
          </a:p>
        </p:txBody>
      </p:sp>
      <p:sp>
        <p:nvSpPr>
          <p:cNvPr id="710" name="cover-vector-211">
            <a:extLst>
              <a:ext uri="{FF2B5EF4-FFF2-40B4-BE49-F238E27FC236}">
                <a16:creationId xmlns:a16="http://schemas.microsoft.com/office/drawing/2014/main" id="{57F523AF-86A1-48EA-BE7E-8E2ED2FA1C20}"/>
              </a:ext>
            </a:extLst>
          </p:cNvPr>
          <p:cNvSpPr>
            <a:spLocks noGrp="1"/>
          </p:cNvSpPr>
          <p:nvPr/>
        </p:nvSpPr>
        <p:spPr>
          <a:xfrm>
            <a:off x="9951244" y="3601851"/>
            <a:ext cx="114300" cy="38100"/>
          </a:xfrm>
          <a:prstGeom prst="rect">
            <a:avLst/>
          </a:prstGeom>
          <a:solidFill>
            <a:srgbClr val="1D1D1F"/>
          </a:solidFill>
          <a:ln w="0">
            <a:noFill/>
            <a:prstDash val="solid"/>
          </a:ln>
        </p:spPr>
        <p:txBody>
          <a:bodyPr/>
          <a:lstStyle/>
          <a:p>
            <a:endParaRPr lang="ko-KR" altLang="en-US"/>
          </a:p>
        </p:txBody>
      </p:sp>
      <p:sp>
        <p:nvSpPr>
          <p:cNvPr id="711" name="cover-vector-212">
            <a:extLst>
              <a:ext uri="{FF2B5EF4-FFF2-40B4-BE49-F238E27FC236}">
                <a16:creationId xmlns:a16="http://schemas.microsoft.com/office/drawing/2014/main" id="{E7638C44-8253-4AB9-BAAE-75349B4A2CCB}"/>
              </a:ext>
            </a:extLst>
          </p:cNvPr>
          <p:cNvSpPr>
            <a:spLocks noGrp="1"/>
          </p:cNvSpPr>
          <p:nvPr/>
        </p:nvSpPr>
        <p:spPr>
          <a:xfrm>
            <a:off x="10103644" y="3601851"/>
            <a:ext cx="38100" cy="38100"/>
          </a:xfrm>
          <a:prstGeom prst="rect">
            <a:avLst/>
          </a:prstGeom>
          <a:solidFill>
            <a:srgbClr val="1D1D1F"/>
          </a:solidFill>
          <a:ln w="0">
            <a:noFill/>
            <a:prstDash val="solid"/>
          </a:ln>
        </p:spPr>
        <p:txBody>
          <a:bodyPr/>
          <a:lstStyle/>
          <a:p>
            <a:endParaRPr lang="ko-KR" altLang="en-US"/>
          </a:p>
        </p:txBody>
      </p:sp>
      <p:sp>
        <p:nvSpPr>
          <p:cNvPr id="712" name="cover-vector-213">
            <a:extLst>
              <a:ext uri="{FF2B5EF4-FFF2-40B4-BE49-F238E27FC236}">
                <a16:creationId xmlns:a16="http://schemas.microsoft.com/office/drawing/2014/main" id="{DB19DD81-D735-4C2C-9F7E-5B5EA1B4CB24}"/>
              </a:ext>
            </a:extLst>
          </p:cNvPr>
          <p:cNvSpPr>
            <a:spLocks noGrp="1"/>
          </p:cNvSpPr>
          <p:nvPr/>
        </p:nvSpPr>
        <p:spPr>
          <a:xfrm>
            <a:off x="10256044" y="3601851"/>
            <a:ext cx="190500" cy="38100"/>
          </a:xfrm>
          <a:prstGeom prst="rect">
            <a:avLst/>
          </a:prstGeom>
          <a:solidFill>
            <a:srgbClr val="1D1D1F"/>
          </a:solidFill>
          <a:ln w="0">
            <a:noFill/>
            <a:prstDash val="solid"/>
          </a:ln>
        </p:spPr>
        <p:txBody>
          <a:bodyPr/>
          <a:lstStyle/>
          <a:p>
            <a:endParaRPr lang="ko-KR" altLang="en-US"/>
          </a:p>
        </p:txBody>
      </p:sp>
      <p:sp>
        <p:nvSpPr>
          <p:cNvPr id="713" name="cover-vector-214">
            <a:extLst>
              <a:ext uri="{FF2B5EF4-FFF2-40B4-BE49-F238E27FC236}">
                <a16:creationId xmlns:a16="http://schemas.microsoft.com/office/drawing/2014/main" id="{59B7BB16-C0AE-4CFF-9260-0B1ED493E14C}"/>
              </a:ext>
            </a:extLst>
          </p:cNvPr>
          <p:cNvSpPr>
            <a:spLocks noGrp="1"/>
          </p:cNvSpPr>
          <p:nvPr/>
        </p:nvSpPr>
        <p:spPr>
          <a:xfrm>
            <a:off x="10560844" y="3601851"/>
            <a:ext cx="38100" cy="38100"/>
          </a:xfrm>
          <a:prstGeom prst="rect">
            <a:avLst/>
          </a:prstGeom>
          <a:solidFill>
            <a:srgbClr val="1D1D1F"/>
          </a:solidFill>
          <a:ln w="0">
            <a:noFill/>
            <a:prstDash val="solid"/>
          </a:ln>
        </p:spPr>
        <p:txBody>
          <a:bodyPr/>
          <a:lstStyle/>
          <a:p>
            <a:endParaRPr lang="ko-KR" altLang="en-US"/>
          </a:p>
        </p:txBody>
      </p:sp>
      <p:sp>
        <p:nvSpPr>
          <p:cNvPr id="714" name="cover-vector-215">
            <a:extLst>
              <a:ext uri="{FF2B5EF4-FFF2-40B4-BE49-F238E27FC236}">
                <a16:creationId xmlns:a16="http://schemas.microsoft.com/office/drawing/2014/main" id="{43590775-3B8B-45D1-ACEB-844CE7ED2C24}"/>
              </a:ext>
            </a:extLst>
          </p:cNvPr>
          <p:cNvSpPr>
            <a:spLocks noGrp="1"/>
          </p:cNvSpPr>
          <p:nvPr/>
        </p:nvSpPr>
        <p:spPr>
          <a:xfrm>
            <a:off x="9875044" y="3639951"/>
            <a:ext cx="38100" cy="38100"/>
          </a:xfrm>
          <a:prstGeom prst="rect">
            <a:avLst/>
          </a:prstGeom>
          <a:solidFill>
            <a:srgbClr val="1D1D1F"/>
          </a:solidFill>
          <a:ln w="0">
            <a:noFill/>
            <a:prstDash val="solid"/>
          </a:ln>
        </p:spPr>
        <p:txBody>
          <a:bodyPr/>
          <a:lstStyle/>
          <a:p>
            <a:endParaRPr lang="ko-KR" altLang="en-US"/>
          </a:p>
        </p:txBody>
      </p:sp>
      <p:sp>
        <p:nvSpPr>
          <p:cNvPr id="715" name="cover-vector-216">
            <a:extLst>
              <a:ext uri="{FF2B5EF4-FFF2-40B4-BE49-F238E27FC236}">
                <a16:creationId xmlns:a16="http://schemas.microsoft.com/office/drawing/2014/main" id="{4B8C6F48-5BE2-492B-8347-405424F3BD4C}"/>
              </a:ext>
            </a:extLst>
          </p:cNvPr>
          <p:cNvSpPr>
            <a:spLocks noGrp="1"/>
          </p:cNvSpPr>
          <p:nvPr/>
        </p:nvSpPr>
        <p:spPr>
          <a:xfrm>
            <a:off x="9951244" y="3639951"/>
            <a:ext cx="114300" cy="38100"/>
          </a:xfrm>
          <a:prstGeom prst="rect">
            <a:avLst/>
          </a:prstGeom>
          <a:solidFill>
            <a:srgbClr val="1D1D1F"/>
          </a:solidFill>
          <a:ln w="0">
            <a:noFill/>
            <a:prstDash val="solid"/>
          </a:ln>
        </p:spPr>
        <p:txBody>
          <a:bodyPr/>
          <a:lstStyle/>
          <a:p>
            <a:endParaRPr lang="ko-KR" altLang="en-US"/>
          </a:p>
        </p:txBody>
      </p:sp>
      <p:sp>
        <p:nvSpPr>
          <p:cNvPr id="716" name="cover-vector-217">
            <a:extLst>
              <a:ext uri="{FF2B5EF4-FFF2-40B4-BE49-F238E27FC236}">
                <a16:creationId xmlns:a16="http://schemas.microsoft.com/office/drawing/2014/main" id="{A5564CD4-2FBC-403B-814A-714A65087C5E}"/>
              </a:ext>
            </a:extLst>
          </p:cNvPr>
          <p:cNvSpPr>
            <a:spLocks noGrp="1"/>
          </p:cNvSpPr>
          <p:nvPr/>
        </p:nvSpPr>
        <p:spPr>
          <a:xfrm>
            <a:off x="10103644" y="3639951"/>
            <a:ext cx="38100" cy="38100"/>
          </a:xfrm>
          <a:prstGeom prst="rect">
            <a:avLst/>
          </a:prstGeom>
          <a:solidFill>
            <a:srgbClr val="1D1D1F"/>
          </a:solidFill>
          <a:ln w="0">
            <a:noFill/>
            <a:prstDash val="solid"/>
          </a:ln>
        </p:spPr>
        <p:txBody>
          <a:bodyPr/>
          <a:lstStyle/>
          <a:p>
            <a:endParaRPr lang="ko-KR" altLang="en-US"/>
          </a:p>
        </p:txBody>
      </p:sp>
      <p:sp>
        <p:nvSpPr>
          <p:cNvPr id="717" name="cover-vector-218">
            <a:extLst>
              <a:ext uri="{FF2B5EF4-FFF2-40B4-BE49-F238E27FC236}">
                <a16:creationId xmlns:a16="http://schemas.microsoft.com/office/drawing/2014/main" id="{A69739AE-5D97-45F8-9BD0-CC7C19E1BDA1}"/>
              </a:ext>
            </a:extLst>
          </p:cNvPr>
          <p:cNvSpPr>
            <a:spLocks noGrp="1"/>
          </p:cNvSpPr>
          <p:nvPr/>
        </p:nvSpPr>
        <p:spPr>
          <a:xfrm>
            <a:off x="10294144" y="3639951"/>
            <a:ext cx="114300" cy="38100"/>
          </a:xfrm>
          <a:prstGeom prst="rect">
            <a:avLst/>
          </a:prstGeom>
          <a:solidFill>
            <a:srgbClr val="1D1D1F"/>
          </a:solidFill>
          <a:ln w="0">
            <a:noFill/>
            <a:prstDash val="solid"/>
          </a:ln>
        </p:spPr>
        <p:txBody>
          <a:bodyPr/>
          <a:lstStyle/>
          <a:p>
            <a:endParaRPr lang="ko-KR" altLang="en-US"/>
          </a:p>
        </p:txBody>
      </p:sp>
      <p:sp>
        <p:nvSpPr>
          <p:cNvPr id="718" name="cover-vector-219">
            <a:extLst>
              <a:ext uri="{FF2B5EF4-FFF2-40B4-BE49-F238E27FC236}">
                <a16:creationId xmlns:a16="http://schemas.microsoft.com/office/drawing/2014/main" id="{634F8DD4-8D9D-4D7E-AB76-6718A9582C1B}"/>
              </a:ext>
            </a:extLst>
          </p:cNvPr>
          <p:cNvSpPr>
            <a:spLocks noGrp="1"/>
          </p:cNvSpPr>
          <p:nvPr/>
        </p:nvSpPr>
        <p:spPr>
          <a:xfrm>
            <a:off x="10446544" y="3639951"/>
            <a:ext cx="76200" cy="38100"/>
          </a:xfrm>
          <a:prstGeom prst="rect">
            <a:avLst/>
          </a:prstGeom>
          <a:solidFill>
            <a:srgbClr val="1D1D1F"/>
          </a:solidFill>
          <a:ln w="0">
            <a:noFill/>
            <a:prstDash val="solid"/>
          </a:ln>
        </p:spPr>
        <p:txBody>
          <a:bodyPr/>
          <a:lstStyle/>
          <a:p>
            <a:endParaRPr lang="ko-KR" altLang="en-US"/>
          </a:p>
        </p:txBody>
      </p:sp>
      <p:sp>
        <p:nvSpPr>
          <p:cNvPr id="719" name="cover-vector-220">
            <a:extLst>
              <a:ext uri="{FF2B5EF4-FFF2-40B4-BE49-F238E27FC236}">
                <a16:creationId xmlns:a16="http://schemas.microsoft.com/office/drawing/2014/main" id="{706D5F6A-BD39-4221-AE6E-D461F4F3964E}"/>
              </a:ext>
            </a:extLst>
          </p:cNvPr>
          <p:cNvSpPr>
            <a:spLocks noGrp="1"/>
          </p:cNvSpPr>
          <p:nvPr/>
        </p:nvSpPr>
        <p:spPr>
          <a:xfrm>
            <a:off x="10598944" y="3639951"/>
            <a:ext cx="76200" cy="38100"/>
          </a:xfrm>
          <a:prstGeom prst="rect">
            <a:avLst/>
          </a:prstGeom>
          <a:solidFill>
            <a:srgbClr val="1D1D1F"/>
          </a:solidFill>
          <a:ln w="0">
            <a:noFill/>
            <a:prstDash val="solid"/>
          </a:ln>
        </p:spPr>
        <p:txBody>
          <a:bodyPr/>
          <a:lstStyle/>
          <a:p>
            <a:endParaRPr lang="ko-KR" altLang="en-US"/>
          </a:p>
        </p:txBody>
      </p:sp>
      <p:sp>
        <p:nvSpPr>
          <p:cNvPr id="720" name="cover-vector-221">
            <a:extLst>
              <a:ext uri="{FF2B5EF4-FFF2-40B4-BE49-F238E27FC236}">
                <a16:creationId xmlns:a16="http://schemas.microsoft.com/office/drawing/2014/main" id="{07F47AF9-455B-4290-BFB6-9BE7F2D7B3B3}"/>
              </a:ext>
            </a:extLst>
          </p:cNvPr>
          <p:cNvSpPr>
            <a:spLocks noGrp="1"/>
          </p:cNvSpPr>
          <p:nvPr/>
        </p:nvSpPr>
        <p:spPr>
          <a:xfrm>
            <a:off x="9875044" y="3678051"/>
            <a:ext cx="38100" cy="38100"/>
          </a:xfrm>
          <a:prstGeom prst="rect">
            <a:avLst/>
          </a:prstGeom>
          <a:solidFill>
            <a:srgbClr val="1D1D1F"/>
          </a:solidFill>
          <a:ln w="0">
            <a:noFill/>
            <a:prstDash val="solid"/>
          </a:ln>
        </p:spPr>
        <p:txBody>
          <a:bodyPr/>
          <a:lstStyle/>
          <a:p>
            <a:endParaRPr lang="ko-KR" altLang="en-US"/>
          </a:p>
        </p:txBody>
      </p:sp>
      <p:sp>
        <p:nvSpPr>
          <p:cNvPr id="721" name="cover-vector-222">
            <a:extLst>
              <a:ext uri="{FF2B5EF4-FFF2-40B4-BE49-F238E27FC236}">
                <a16:creationId xmlns:a16="http://schemas.microsoft.com/office/drawing/2014/main" id="{70B1C4E7-FC10-4B3E-800A-BFC52973CE9A}"/>
              </a:ext>
            </a:extLst>
          </p:cNvPr>
          <p:cNvSpPr>
            <a:spLocks noGrp="1"/>
          </p:cNvSpPr>
          <p:nvPr/>
        </p:nvSpPr>
        <p:spPr>
          <a:xfrm>
            <a:off x="10103644" y="3678051"/>
            <a:ext cx="38100" cy="38100"/>
          </a:xfrm>
          <a:prstGeom prst="rect">
            <a:avLst/>
          </a:prstGeom>
          <a:solidFill>
            <a:srgbClr val="1D1D1F"/>
          </a:solidFill>
          <a:ln w="0">
            <a:noFill/>
            <a:prstDash val="solid"/>
          </a:ln>
        </p:spPr>
        <p:txBody>
          <a:bodyPr/>
          <a:lstStyle/>
          <a:p>
            <a:endParaRPr lang="ko-KR" altLang="en-US"/>
          </a:p>
        </p:txBody>
      </p:sp>
      <p:sp>
        <p:nvSpPr>
          <p:cNvPr id="722" name="cover-vector-223">
            <a:extLst>
              <a:ext uri="{FF2B5EF4-FFF2-40B4-BE49-F238E27FC236}">
                <a16:creationId xmlns:a16="http://schemas.microsoft.com/office/drawing/2014/main" id="{548EB294-73F2-4A99-B3B3-C5BC2612718F}"/>
              </a:ext>
            </a:extLst>
          </p:cNvPr>
          <p:cNvSpPr>
            <a:spLocks noGrp="1"/>
          </p:cNvSpPr>
          <p:nvPr/>
        </p:nvSpPr>
        <p:spPr>
          <a:xfrm>
            <a:off x="10294144" y="3678051"/>
            <a:ext cx="152400" cy="38100"/>
          </a:xfrm>
          <a:prstGeom prst="rect">
            <a:avLst/>
          </a:prstGeom>
          <a:solidFill>
            <a:srgbClr val="1D1D1F"/>
          </a:solidFill>
          <a:ln w="0">
            <a:noFill/>
            <a:prstDash val="solid"/>
          </a:ln>
        </p:spPr>
        <p:txBody>
          <a:bodyPr/>
          <a:lstStyle/>
          <a:p>
            <a:endParaRPr lang="ko-KR" altLang="en-US"/>
          </a:p>
        </p:txBody>
      </p:sp>
      <p:sp>
        <p:nvSpPr>
          <p:cNvPr id="723" name="cover-vector-224">
            <a:extLst>
              <a:ext uri="{FF2B5EF4-FFF2-40B4-BE49-F238E27FC236}">
                <a16:creationId xmlns:a16="http://schemas.microsoft.com/office/drawing/2014/main" id="{A3ADC821-6A1E-45B1-98EC-9E99F8EE3E57}"/>
              </a:ext>
            </a:extLst>
          </p:cNvPr>
          <p:cNvSpPr>
            <a:spLocks noGrp="1"/>
          </p:cNvSpPr>
          <p:nvPr/>
        </p:nvSpPr>
        <p:spPr>
          <a:xfrm>
            <a:off x="10560844" y="3678051"/>
            <a:ext cx="38100" cy="38100"/>
          </a:xfrm>
          <a:prstGeom prst="rect">
            <a:avLst/>
          </a:prstGeom>
          <a:solidFill>
            <a:srgbClr val="1D1D1F"/>
          </a:solidFill>
          <a:ln w="0">
            <a:noFill/>
            <a:prstDash val="solid"/>
          </a:ln>
        </p:spPr>
        <p:txBody>
          <a:bodyPr/>
          <a:lstStyle/>
          <a:p>
            <a:endParaRPr lang="ko-KR" altLang="en-US"/>
          </a:p>
        </p:txBody>
      </p:sp>
      <p:sp>
        <p:nvSpPr>
          <p:cNvPr id="724" name="cover-vector-225">
            <a:extLst>
              <a:ext uri="{FF2B5EF4-FFF2-40B4-BE49-F238E27FC236}">
                <a16:creationId xmlns:a16="http://schemas.microsoft.com/office/drawing/2014/main" id="{3AE231B4-CDDD-44EF-990C-9843CD1CDD1E}"/>
              </a:ext>
            </a:extLst>
          </p:cNvPr>
          <p:cNvSpPr>
            <a:spLocks noGrp="1"/>
          </p:cNvSpPr>
          <p:nvPr/>
        </p:nvSpPr>
        <p:spPr>
          <a:xfrm>
            <a:off x="10637044" y="3678051"/>
            <a:ext cx="38100" cy="38100"/>
          </a:xfrm>
          <a:prstGeom prst="rect">
            <a:avLst/>
          </a:prstGeom>
          <a:solidFill>
            <a:srgbClr val="1D1D1F"/>
          </a:solidFill>
          <a:ln w="0">
            <a:noFill/>
            <a:prstDash val="solid"/>
          </a:ln>
        </p:spPr>
        <p:txBody>
          <a:bodyPr/>
          <a:lstStyle/>
          <a:p>
            <a:endParaRPr lang="ko-KR" altLang="en-US"/>
          </a:p>
        </p:txBody>
      </p:sp>
      <p:sp>
        <p:nvSpPr>
          <p:cNvPr id="725" name="cover-vector-226">
            <a:extLst>
              <a:ext uri="{FF2B5EF4-FFF2-40B4-BE49-F238E27FC236}">
                <a16:creationId xmlns:a16="http://schemas.microsoft.com/office/drawing/2014/main" id="{23A7F601-9D71-4B9D-BE3D-1C2FC47FA1E0}"/>
              </a:ext>
            </a:extLst>
          </p:cNvPr>
          <p:cNvSpPr>
            <a:spLocks noGrp="1"/>
          </p:cNvSpPr>
          <p:nvPr/>
        </p:nvSpPr>
        <p:spPr>
          <a:xfrm>
            <a:off x="9875044" y="3716151"/>
            <a:ext cx="266700" cy="38100"/>
          </a:xfrm>
          <a:prstGeom prst="rect">
            <a:avLst/>
          </a:prstGeom>
          <a:solidFill>
            <a:srgbClr val="1D1D1F"/>
          </a:solidFill>
          <a:ln w="0">
            <a:noFill/>
            <a:prstDash val="solid"/>
          </a:ln>
        </p:spPr>
        <p:txBody>
          <a:bodyPr/>
          <a:lstStyle/>
          <a:p>
            <a:endParaRPr lang="ko-KR" altLang="en-US"/>
          </a:p>
        </p:txBody>
      </p:sp>
      <p:sp>
        <p:nvSpPr>
          <p:cNvPr id="726" name="cover-vector-227">
            <a:extLst>
              <a:ext uri="{FF2B5EF4-FFF2-40B4-BE49-F238E27FC236}">
                <a16:creationId xmlns:a16="http://schemas.microsoft.com/office/drawing/2014/main" id="{8B0D4345-6100-40FD-A36F-3E4987AD7779}"/>
              </a:ext>
            </a:extLst>
          </p:cNvPr>
          <p:cNvSpPr>
            <a:spLocks noGrp="1"/>
          </p:cNvSpPr>
          <p:nvPr/>
        </p:nvSpPr>
        <p:spPr>
          <a:xfrm>
            <a:off x="10179844" y="3716151"/>
            <a:ext cx="38100" cy="38100"/>
          </a:xfrm>
          <a:prstGeom prst="rect">
            <a:avLst/>
          </a:prstGeom>
          <a:solidFill>
            <a:srgbClr val="1D1D1F"/>
          </a:solidFill>
          <a:ln w="0">
            <a:noFill/>
            <a:prstDash val="solid"/>
          </a:ln>
        </p:spPr>
        <p:txBody>
          <a:bodyPr/>
          <a:lstStyle/>
          <a:p>
            <a:endParaRPr lang="ko-KR" altLang="en-US"/>
          </a:p>
        </p:txBody>
      </p:sp>
      <p:sp>
        <p:nvSpPr>
          <p:cNvPr id="727" name="cover-vector-228">
            <a:extLst>
              <a:ext uri="{FF2B5EF4-FFF2-40B4-BE49-F238E27FC236}">
                <a16:creationId xmlns:a16="http://schemas.microsoft.com/office/drawing/2014/main" id="{033ED697-8760-482F-ABFA-D39AB25555B1}"/>
              </a:ext>
            </a:extLst>
          </p:cNvPr>
          <p:cNvSpPr>
            <a:spLocks noGrp="1"/>
          </p:cNvSpPr>
          <p:nvPr/>
        </p:nvSpPr>
        <p:spPr>
          <a:xfrm>
            <a:off x="10256044" y="3716151"/>
            <a:ext cx="38100" cy="38100"/>
          </a:xfrm>
          <a:prstGeom prst="rect">
            <a:avLst/>
          </a:prstGeom>
          <a:solidFill>
            <a:srgbClr val="1D1D1F"/>
          </a:solidFill>
          <a:ln w="0">
            <a:noFill/>
            <a:prstDash val="solid"/>
          </a:ln>
        </p:spPr>
        <p:txBody>
          <a:bodyPr/>
          <a:lstStyle/>
          <a:p>
            <a:endParaRPr lang="ko-KR" altLang="en-US"/>
          </a:p>
        </p:txBody>
      </p:sp>
      <p:sp>
        <p:nvSpPr>
          <p:cNvPr id="728" name="cover-vector-229">
            <a:extLst>
              <a:ext uri="{FF2B5EF4-FFF2-40B4-BE49-F238E27FC236}">
                <a16:creationId xmlns:a16="http://schemas.microsoft.com/office/drawing/2014/main" id="{A69008E4-922D-4E54-A37D-38A210F63490}"/>
              </a:ext>
            </a:extLst>
          </p:cNvPr>
          <p:cNvSpPr>
            <a:spLocks noGrp="1"/>
          </p:cNvSpPr>
          <p:nvPr/>
        </p:nvSpPr>
        <p:spPr>
          <a:xfrm>
            <a:off x="10332244" y="3716151"/>
            <a:ext cx="38100" cy="38100"/>
          </a:xfrm>
          <a:prstGeom prst="rect">
            <a:avLst/>
          </a:prstGeom>
          <a:solidFill>
            <a:srgbClr val="1D1D1F"/>
          </a:solidFill>
          <a:ln w="0">
            <a:noFill/>
            <a:prstDash val="solid"/>
          </a:ln>
        </p:spPr>
        <p:txBody>
          <a:bodyPr/>
          <a:lstStyle/>
          <a:p>
            <a:endParaRPr lang="ko-KR" altLang="en-US"/>
          </a:p>
        </p:txBody>
      </p:sp>
      <p:sp>
        <p:nvSpPr>
          <p:cNvPr id="729" name="cover-vector-230">
            <a:extLst>
              <a:ext uri="{FF2B5EF4-FFF2-40B4-BE49-F238E27FC236}">
                <a16:creationId xmlns:a16="http://schemas.microsoft.com/office/drawing/2014/main" id="{87216D5C-16EC-4241-8FB2-F3EAE9492AA1}"/>
              </a:ext>
            </a:extLst>
          </p:cNvPr>
          <p:cNvSpPr>
            <a:spLocks noGrp="1"/>
          </p:cNvSpPr>
          <p:nvPr/>
        </p:nvSpPr>
        <p:spPr>
          <a:xfrm>
            <a:off x="10446544" y="3716151"/>
            <a:ext cx="152400" cy="38100"/>
          </a:xfrm>
          <a:prstGeom prst="rect">
            <a:avLst/>
          </a:prstGeom>
          <a:solidFill>
            <a:srgbClr val="1D1D1F"/>
          </a:solidFill>
          <a:ln w="0">
            <a:noFill/>
            <a:prstDash val="solid"/>
          </a:ln>
        </p:spPr>
        <p:txBody>
          <a:bodyPr/>
          <a:lstStyle/>
          <a:p>
            <a:endParaRPr lang="ko-KR" altLang="en-US"/>
          </a:p>
        </p:txBody>
      </p:sp>
      <p:sp>
        <p:nvSpPr>
          <p:cNvPr id="730" name="cover-vector-231">
            <a:extLst>
              <a:ext uri="{FF2B5EF4-FFF2-40B4-BE49-F238E27FC236}">
                <a16:creationId xmlns:a16="http://schemas.microsoft.com/office/drawing/2014/main" id="{D585E03E-D370-4279-A9F0-5DFD0C3F58CA}"/>
              </a:ext>
            </a:extLst>
          </p:cNvPr>
          <p:cNvSpPr>
            <a:spLocks noGrp="1"/>
          </p:cNvSpPr>
          <p:nvPr/>
        </p:nvSpPr>
        <p:spPr>
          <a:xfrm>
            <a:off x="9746456" y="3992376"/>
            <a:ext cx="1057275" cy="323850"/>
          </a:xfrm>
          <a:prstGeom prst="rect">
            <a:avLst/>
          </a:prstGeom>
          <a:noFill/>
          <a:ln w="0">
            <a:noFill/>
            <a:prstDash val="solid"/>
          </a:ln>
        </p:spPr>
        <p:txBody>
          <a:bodyPr wrap="none" lIns="0" tIns="0" rIns="0" bIns="0" anchor="t">
            <a:noAutofit/>
          </a:bodyPr>
          <a:lstStyle/>
          <a:p>
            <a:pPr algn="ctr">
              <a:buNone/>
              <a:defRPr sz="1725" b="1">
                <a:solidFill>
                  <a:srgbClr val="0066CC"/>
                </a:solidFill>
                <a:latin typeface="Noto Sans KR"/>
                <a:ea typeface="Noto Sans KR"/>
                <a:cs typeface="Noto Sans KR"/>
              </a:defRPr>
            </a:pPr>
            <a:r>
              <a:rPr sz="1725" b="1">
                <a:solidFill>
                  <a:srgbClr val="0066CC"/>
                </a:solidFill>
                <a:latin typeface="Noto Sans KR"/>
                <a:ea typeface="Noto Sans KR"/>
                <a:cs typeface="Noto Sans KR"/>
              </a:rPr>
              <a:t>+600 P</a:t>
            </a:r>
          </a:p>
        </p:txBody>
      </p:sp>
      <p:sp>
        <p:nvSpPr>
          <p:cNvPr id="7" name="Rounded Rectangle 13">
            <a:extLst>
              <a:ext uri="{FF2B5EF4-FFF2-40B4-BE49-F238E27FC236}">
                <a16:creationId xmlns:a16="http://schemas.microsoft.com/office/drawing/2014/main" id="{567DC364-7A5B-62B6-C095-393CB1216D89}"/>
              </a:ext>
            </a:extLst>
          </p:cNvPr>
          <p:cNvSpPr/>
          <p:nvPr/>
        </p:nvSpPr>
        <p:spPr>
          <a:xfrm>
            <a:off x="232975" y="5478940"/>
            <a:ext cx="11726050" cy="800519"/>
          </a:xfrm>
          <a:prstGeom prst="roundRect">
            <a:avLst>
              <a:gd name="adj" fmla="val 6315"/>
            </a:avLst>
          </a:prstGeom>
          <a:solidFill>
            <a:srgbClr val="2A1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8" name="TextBox 7">
            <a:extLst>
              <a:ext uri="{FF2B5EF4-FFF2-40B4-BE49-F238E27FC236}">
                <a16:creationId xmlns:a16="http://schemas.microsoft.com/office/drawing/2014/main" id="{7DEDC7A1-1F20-7ED4-26CE-51BB5DC751FC}"/>
              </a:ext>
            </a:extLst>
          </p:cNvPr>
          <p:cNvSpPr txBox="1"/>
          <p:nvPr/>
        </p:nvSpPr>
        <p:spPr>
          <a:xfrm>
            <a:off x="368900" y="5575935"/>
            <a:ext cx="2931512" cy="246221"/>
          </a:xfrm>
          <a:prstGeom prst="rect">
            <a:avLst/>
          </a:prstGeom>
          <a:noFill/>
        </p:spPr>
        <p:txBody>
          <a:bodyPr wrap="square" lIns="0" tIns="0" rIns="0" bIns="0" anchor="t">
            <a:spAutoFit/>
          </a:bodyPr>
          <a:lstStyle/>
          <a:p>
            <a:pPr algn="ctr">
              <a:lnSpc>
                <a:spcPct val="100000"/>
              </a:lnSpc>
              <a:spcAft>
                <a:spcPts val="0"/>
              </a:spcAft>
            </a:pPr>
            <a:r>
              <a:rPr sz="1600" b="0" spc="-150" dirty="0">
                <a:solidFill>
                  <a:srgbClr val="FBF8F3"/>
                </a:solidFill>
                <a:latin typeface="Pretendard ExtraBold"/>
                <a:ea typeface="Pretendard ExtraBold"/>
                <a:cs typeface="Pretendard ExtraBold"/>
              </a:rPr>
              <a:t>12종</a:t>
            </a:r>
          </a:p>
        </p:txBody>
      </p:sp>
      <p:sp>
        <p:nvSpPr>
          <p:cNvPr id="9" name="TextBox 8">
            <a:extLst>
              <a:ext uri="{FF2B5EF4-FFF2-40B4-BE49-F238E27FC236}">
                <a16:creationId xmlns:a16="http://schemas.microsoft.com/office/drawing/2014/main" id="{8B3F7869-7878-A7EC-8621-D75E9079E78C}"/>
              </a:ext>
            </a:extLst>
          </p:cNvPr>
          <p:cNvSpPr txBox="1"/>
          <p:nvPr/>
        </p:nvSpPr>
        <p:spPr>
          <a:xfrm>
            <a:off x="402238" y="5867347"/>
            <a:ext cx="2931512" cy="271356"/>
          </a:xfrm>
          <a:prstGeom prst="rect">
            <a:avLst/>
          </a:prstGeom>
          <a:noFill/>
        </p:spPr>
        <p:txBody>
          <a:bodyPr wrap="square" lIns="0" tIns="0" rIns="0" bIns="0" anchor="t">
            <a:spAutoFit/>
          </a:bodyPr>
          <a:lstStyle/>
          <a:p>
            <a:pPr algn="ctr">
              <a:lnSpc>
                <a:spcPct val="120000"/>
              </a:lnSpc>
              <a:spcAft>
                <a:spcPts val="0"/>
              </a:spcAft>
            </a:pPr>
            <a:r>
              <a:rPr sz="1600" b="0" dirty="0" err="1">
                <a:solidFill>
                  <a:srgbClr val="B9ACA0"/>
                </a:solidFill>
                <a:latin typeface="Pretendard Medium"/>
                <a:ea typeface="Pretendard Medium"/>
                <a:cs typeface="Pretendard Medium"/>
              </a:rPr>
              <a:t>인식</a:t>
            </a:r>
            <a:r>
              <a:rPr sz="1600" b="0" dirty="0">
                <a:solidFill>
                  <a:srgbClr val="B9ACA0"/>
                </a:solidFill>
                <a:latin typeface="Pretendard Medium"/>
                <a:ea typeface="Pretendard Medium"/>
                <a:cs typeface="Pretendard Medium"/>
              </a:rPr>
              <a:t> 빵 </a:t>
            </a:r>
            <a:r>
              <a:rPr sz="1600" b="0" dirty="0" err="1">
                <a:solidFill>
                  <a:srgbClr val="B9ACA0"/>
                </a:solidFill>
                <a:latin typeface="Pretendard Medium"/>
                <a:ea typeface="Pretendard Medium"/>
                <a:cs typeface="Pretendard Medium"/>
              </a:rPr>
              <a:t>종류</a:t>
            </a:r>
            <a:endParaRPr sz="1600" b="0" dirty="0">
              <a:solidFill>
                <a:srgbClr val="B9ACA0"/>
              </a:solidFill>
              <a:latin typeface="Pretendard Medium"/>
              <a:ea typeface="Pretendard Medium"/>
              <a:cs typeface="Pretendard Medium"/>
            </a:endParaRPr>
          </a:p>
        </p:txBody>
      </p:sp>
      <p:sp>
        <p:nvSpPr>
          <p:cNvPr id="10" name="TextBox 9">
            <a:extLst>
              <a:ext uri="{FF2B5EF4-FFF2-40B4-BE49-F238E27FC236}">
                <a16:creationId xmlns:a16="http://schemas.microsoft.com/office/drawing/2014/main" id="{820B46E8-AC71-583E-7679-E501B206CAE0}"/>
              </a:ext>
            </a:extLst>
          </p:cNvPr>
          <p:cNvSpPr txBox="1"/>
          <p:nvPr/>
        </p:nvSpPr>
        <p:spPr>
          <a:xfrm>
            <a:off x="4285129" y="5586965"/>
            <a:ext cx="2931512" cy="246221"/>
          </a:xfrm>
          <a:prstGeom prst="rect">
            <a:avLst/>
          </a:prstGeom>
          <a:noFill/>
        </p:spPr>
        <p:txBody>
          <a:bodyPr wrap="square" lIns="0" tIns="0" rIns="0" bIns="0" anchor="t">
            <a:spAutoFit/>
          </a:bodyPr>
          <a:lstStyle/>
          <a:p>
            <a:pPr algn="ctr">
              <a:lnSpc>
                <a:spcPct val="100000"/>
              </a:lnSpc>
              <a:spcAft>
                <a:spcPts val="0"/>
              </a:spcAft>
            </a:pPr>
            <a:r>
              <a:rPr sz="1600" b="0" spc="-150" dirty="0">
                <a:solidFill>
                  <a:srgbClr val="FBF8F3"/>
                </a:solidFill>
                <a:latin typeface="Pretendard ExtraBold"/>
                <a:ea typeface="Pretendard ExtraBold"/>
                <a:cs typeface="Pretendard ExtraBold"/>
              </a:rPr>
              <a:t>2,037장</a:t>
            </a:r>
          </a:p>
        </p:txBody>
      </p:sp>
      <p:sp>
        <p:nvSpPr>
          <p:cNvPr id="11" name="TextBox 10">
            <a:extLst>
              <a:ext uri="{FF2B5EF4-FFF2-40B4-BE49-F238E27FC236}">
                <a16:creationId xmlns:a16="http://schemas.microsoft.com/office/drawing/2014/main" id="{5683992F-D9CC-7F91-2791-ACE75F1328A2}"/>
              </a:ext>
            </a:extLst>
          </p:cNvPr>
          <p:cNvSpPr txBox="1"/>
          <p:nvPr/>
        </p:nvSpPr>
        <p:spPr>
          <a:xfrm>
            <a:off x="4400550" y="5878777"/>
            <a:ext cx="2931512" cy="271356"/>
          </a:xfrm>
          <a:prstGeom prst="rect">
            <a:avLst/>
          </a:prstGeom>
          <a:noFill/>
        </p:spPr>
        <p:txBody>
          <a:bodyPr wrap="square" lIns="0" tIns="0" rIns="0" bIns="0" anchor="t">
            <a:spAutoFit/>
          </a:bodyPr>
          <a:lstStyle/>
          <a:p>
            <a:pPr algn="ctr">
              <a:lnSpc>
                <a:spcPct val="120000"/>
              </a:lnSpc>
              <a:spcAft>
                <a:spcPts val="0"/>
              </a:spcAft>
            </a:pPr>
            <a:r>
              <a:rPr sz="1600" b="0" dirty="0" err="1">
                <a:solidFill>
                  <a:srgbClr val="B9ACA0"/>
                </a:solidFill>
                <a:latin typeface="Pretendard Medium"/>
                <a:ea typeface="Pretendard Medium"/>
                <a:cs typeface="Pretendard Medium"/>
              </a:rPr>
              <a:t>학습·검증</a:t>
            </a:r>
            <a:r>
              <a:rPr sz="1600" b="0" dirty="0">
                <a:solidFill>
                  <a:srgbClr val="B9ACA0"/>
                </a:solidFill>
                <a:latin typeface="Pretendard Medium"/>
                <a:ea typeface="Pretendard Medium"/>
                <a:cs typeface="Pretendard Medium"/>
              </a:rPr>
              <a:t> </a:t>
            </a:r>
            <a:r>
              <a:rPr sz="1600" b="0" dirty="0" err="1">
                <a:solidFill>
                  <a:srgbClr val="B9ACA0"/>
                </a:solidFill>
                <a:latin typeface="Pretendard Medium"/>
                <a:ea typeface="Pretendard Medium"/>
                <a:cs typeface="Pretendard Medium"/>
              </a:rPr>
              <a:t>이미지</a:t>
            </a:r>
            <a:r>
              <a:rPr sz="1600" b="0" dirty="0">
                <a:solidFill>
                  <a:srgbClr val="B9ACA0"/>
                </a:solidFill>
                <a:latin typeface="Pretendard Medium"/>
                <a:ea typeface="Pretendard Medium"/>
                <a:cs typeface="Pretendard Medium"/>
              </a:rPr>
              <a:t> (</a:t>
            </a:r>
            <a:r>
              <a:rPr sz="1600" b="0" dirty="0" err="1">
                <a:solidFill>
                  <a:srgbClr val="B9ACA0"/>
                </a:solidFill>
                <a:latin typeface="Pretendard Medium"/>
                <a:ea typeface="Pretendard Medium"/>
                <a:cs typeface="Pretendard Medium"/>
              </a:rPr>
              <a:t>직접</a:t>
            </a:r>
            <a:r>
              <a:rPr sz="1600" b="0" dirty="0">
                <a:solidFill>
                  <a:srgbClr val="B9ACA0"/>
                </a:solidFill>
                <a:latin typeface="Pretendard Medium"/>
                <a:ea typeface="Pretendard Medium"/>
                <a:cs typeface="Pretendard Medium"/>
              </a:rPr>
              <a:t> </a:t>
            </a:r>
            <a:r>
              <a:rPr sz="1600" b="0" dirty="0" err="1">
                <a:solidFill>
                  <a:srgbClr val="B9ACA0"/>
                </a:solidFill>
                <a:latin typeface="Pretendard Medium"/>
                <a:ea typeface="Pretendard Medium"/>
                <a:cs typeface="Pretendard Medium"/>
              </a:rPr>
              <a:t>촬영</a:t>
            </a:r>
            <a:r>
              <a:rPr sz="1600" b="0" dirty="0">
                <a:solidFill>
                  <a:srgbClr val="B9ACA0"/>
                </a:solidFill>
                <a:latin typeface="Pretendard Medium"/>
                <a:ea typeface="Pretendard Medium"/>
                <a:cs typeface="Pretendard Medium"/>
              </a:rPr>
              <a:t>)</a:t>
            </a:r>
          </a:p>
        </p:txBody>
      </p:sp>
      <p:cxnSp>
        <p:nvCxnSpPr>
          <p:cNvPr id="12" name="Connector 18">
            <a:extLst>
              <a:ext uri="{FF2B5EF4-FFF2-40B4-BE49-F238E27FC236}">
                <a16:creationId xmlns:a16="http://schemas.microsoft.com/office/drawing/2014/main" id="{A8480C81-FD2C-D3A4-08C5-A3A28B3543FD}"/>
              </a:ext>
            </a:extLst>
          </p:cNvPr>
          <p:cNvCxnSpPr>
            <a:cxnSpLocks/>
          </p:cNvCxnSpPr>
          <p:nvPr/>
        </p:nvCxnSpPr>
        <p:spPr>
          <a:xfrm>
            <a:off x="5394624" y="4687700"/>
            <a:ext cx="0" cy="463458"/>
          </a:xfrm>
          <a:prstGeom prst="line">
            <a:avLst/>
          </a:prstGeom>
          <a:ln w="12700">
            <a:solidFill>
              <a:srgbClr val="4A3C31"/>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91AF12D3-41E4-248B-D80F-87F88CB34064}"/>
              </a:ext>
            </a:extLst>
          </p:cNvPr>
          <p:cNvSpPr txBox="1"/>
          <p:nvPr/>
        </p:nvSpPr>
        <p:spPr>
          <a:xfrm>
            <a:off x="8441338" y="5586965"/>
            <a:ext cx="2931512" cy="246221"/>
          </a:xfrm>
          <a:prstGeom prst="rect">
            <a:avLst/>
          </a:prstGeom>
          <a:noFill/>
        </p:spPr>
        <p:txBody>
          <a:bodyPr wrap="square" lIns="0" tIns="0" rIns="0" bIns="0" anchor="t">
            <a:spAutoFit/>
          </a:bodyPr>
          <a:lstStyle/>
          <a:p>
            <a:pPr algn="ctr">
              <a:lnSpc>
                <a:spcPct val="100000"/>
              </a:lnSpc>
              <a:spcAft>
                <a:spcPts val="0"/>
              </a:spcAft>
            </a:pPr>
            <a:r>
              <a:rPr sz="1600" b="0" spc="-150" dirty="0">
                <a:solidFill>
                  <a:srgbClr val="C8641E"/>
                </a:solidFill>
                <a:latin typeface="Pretendard ExtraBold"/>
                <a:ea typeface="Pretendard ExtraBold"/>
                <a:cs typeface="Pretendard ExtraBold"/>
              </a:rPr>
              <a:t>0건</a:t>
            </a:r>
          </a:p>
        </p:txBody>
      </p:sp>
      <p:sp>
        <p:nvSpPr>
          <p:cNvPr id="14" name="TextBox 13">
            <a:extLst>
              <a:ext uri="{FF2B5EF4-FFF2-40B4-BE49-F238E27FC236}">
                <a16:creationId xmlns:a16="http://schemas.microsoft.com/office/drawing/2014/main" id="{2530064F-1AB5-FC42-332B-EFFD3B2F626D}"/>
              </a:ext>
            </a:extLst>
          </p:cNvPr>
          <p:cNvSpPr txBox="1"/>
          <p:nvPr/>
        </p:nvSpPr>
        <p:spPr>
          <a:xfrm>
            <a:off x="8471594" y="5876715"/>
            <a:ext cx="2931512" cy="271356"/>
          </a:xfrm>
          <a:prstGeom prst="rect">
            <a:avLst/>
          </a:prstGeom>
          <a:noFill/>
        </p:spPr>
        <p:txBody>
          <a:bodyPr wrap="square" lIns="0" tIns="0" rIns="0" bIns="0" anchor="t">
            <a:spAutoFit/>
          </a:bodyPr>
          <a:lstStyle/>
          <a:p>
            <a:pPr algn="ctr">
              <a:lnSpc>
                <a:spcPct val="120000"/>
              </a:lnSpc>
              <a:spcAft>
                <a:spcPts val="0"/>
              </a:spcAft>
            </a:pPr>
            <a:r>
              <a:rPr sz="1600" b="0" dirty="0" err="1">
                <a:solidFill>
                  <a:srgbClr val="B9ACA0"/>
                </a:solidFill>
                <a:latin typeface="Pretendard Medium"/>
                <a:ea typeface="Pretendard Medium"/>
                <a:cs typeface="Pretendard Medium"/>
              </a:rPr>
              <a:t>자체</a:t>
            </a:r>
            <a:r>
              <a:rPr sz="1600" b="0" dirty="0">
                <a:solidFill>
                  <a:srgbClr val="B9ACA0"/>
                </a:solidFill>
                <a:latin typeface="Pretendard Medium"/>
                <a:ea typeface="Pretendard Medium"/>
                <a:cs typeface="Pretendard Medium"/>
              </a:rPr>
              <a:t> </a:t>
            </a:r>
            <a:r>
              <a:rPr sz="1600" b="0" dirty="0" err="1">
                <a:solidFill>
                  <a:srgbClr val="B9ACA0"/>
                </a:solidFill>
                <a:latin typeface="Pretendard Medium"/>
                <a:ea typeface="Pretendard Medium"/>
                <a:cs typeface="Pretendard Medium"/>
              </a:rPr>
              <a:t>테스트셋</a:t>
            </a:r>
            <a:r>
              <a:rPr sz="1600" b="0" dirty="0">
                <a:solidFill>
                  <a:srgbClr val="B9ACA0"/>
                </a:solidFill>
                <a:latin typeface="Pretendard Medium"/>
                <a:ea typeface="Pretendard Medium"/>
                <a:cs typeface="Pretendard Medium"/>
              </a:rPr>
              <a:t> </a:t>
            </a:r>
            <a:r>
              <a:rPr sz="1600" b="0" dirty="0" smtClean="0">
                <a:solidFill>
                  <a:srgbClr val="B9ACA0"/>
                </a:solidFill>
                <a:latin typeface="Pretendard Medium"/>
                <a:ea typeface="Pretendard Medium"/>
                <a:cs typeface="Pretendard Medium"/>
              </a:rPr>
              <a:t>120</a:t>
            </a:r>
            <a:r>
              <a:rPr sz="1600" b="0" dirty="0">
                <a:solidFill>
                  <a:srgbClr val="B9ACA0"/>
                </a:solidFill>
                <a:latin typeface="Pretendard Medium"/>
                <a:ea typeface="Pretendard Medium"/>
                <a:cs typeface="Pretendard Medium"/>
              </a:rPr>
              <a:t>장 </a:t>
            </a:r>
            <a:r>
              <a:rPr sz="1600" b="0" dirty="0" err="1">
                <a:solidFill>
                  <a:srgbClr val="B9ACA0"/>
                </a:solidFill>
                <a:latin typeface="Pretendard Medium"/>
                <a:ea typeface="Pretendard Medium"/>
                <a:cs typeface="Pretendard Medium"/>
              </a:rPr>
              <a:t>오인식</a:t>
            </a:r>
            <a:endParaRPr sz="1600" b="0" dirty="0">
              <a:solidFill>
                <a:srgbClr val="B9ACA0"/>
              </a:solidFill>
              <a:latin typeface="Pretendard Medium"/>
              <a:ea typeface="Pretendard Medium"/>
              <a:cs typeface="Pretendard Medium"/>
            </a:endParaRPr>
          </a:p>
        </p:txBody>
      </p:sp>
      <p:cxnSp>
        <p:nvCxnSpPr>
          <p:cNvPr id="15" name="Connector 21">
            <a:extLst>
              <a:ext uri="{FF2B5EF4-FFF2-40B4-BE49-F238E27FC236}">
                <a16:creationId xmlns:a16="http://schemas.microsoft.com/office/drawing/2014/main" id="{2056BC33-299C-4AF9-23B6-F8A1E35AB4C7}"/>
              </a:ext>
            </a:extLst>
          </p:cNvPr>
          <p:cNvCxnSpPr>
            <a:cxnSpLocks/>
          </p:cNvCxnSpPr>
          <p:nvPr/>
        </p:nvCxnSpPr>
        <p:spPr>
          <a:xfrm>
            <a:off x="9029737" y="4687700"/>
            <a:ext cx="0" cy="463458"/>
          </a:xfrm>
          <a:prstGeom prst="line">
            <a:avLst/>
          </a:prstGeom>
          <a:ln w="12700">
            <a:solidFill>
              <a:srgbClr val="4A3C31"/>
            </a:solidFill>
          </a:ln>
        </p:spPr>
        <p:style>
          <a:lnRef idx="2">
            <a:schemeClr val="accent1"/>
          </a:lnRef>
          <a:fillRef idx="0">
            <a:schemeClr val="accent1"/>
          </a:fillRef>
          <a:effectRef idx="1">
            <a:schemeClr val="accent1"/>
          </a:effectRef>
          <a:fontRef idx="minor">
            <a:schemeClr val="tx1"/>
          </a:fontRef>
        </p:style>
      </p:cxnSp>
      <p:sp>
        <p:nvSpPr>
          <p:cNvPr id="57" name="TextBox 56">
            <a:extLst>
              <a:ext uri="{FF2B5EF4-FFF2-40B4-BE49-F238E27FC236}">
                <a16:creationId xmlns:a16="http://schemas.microsoft.com/office/drawing/2014/main" id="{54B77C60-7613-AFBB-2C6F-7A79C9AB75E6}"/>
              </a:ext>
            </a:extLst>
          </p:cNvPr>
          <p:cNvSpPr txBox="1"/>
          <p:nvPr/>
        </p:nvSpPr>
        <p:spPr>
          <a:xfrm>
            <a:off x="503923" y="465392"/>
            <a:ext cx="16459200" cy="147605"/>
          </a:xfrm>
          <a:prstGeom prst="rect">
            <a:avLst/>
          </a:prstGeom>
          <a:noFill/>
        </p:spPr>
        <p:txBody>
          <a:bodyPr wrap="square" lIns="0" tIns="0" rIns="0" bIns="0" anchor="t">
            <a:spAutoFit/>
          </a:bodyPr>
          <a:lstStyle/>
          <a:p>
            <a:pPr algn="l">
              <a:lnSpc>
                <a:spcPct val="120000"/>
              </a:lnSpc>
              <a:spcAft>
                <a:spcPts val="0"/>
              </a:spcAft>
            </a:pPr>
            <a:r>
              <a:rPr sz="870" b="0" spc="50" dirty="0">
                <a:solidFill>
                  <a:srgbClr val="C8641E"/>
                </a:solidFill>
                <a:latin typeface="Pretendard SemiBold"/>
                <a:ea typeface="Pretendard SemiBold"/>
                <a:cs typeface="Pretendard SemiBold"/>
              </a:rPr>
              <a:t>01  </a:t>
            </a:r>
            <a:r>
              <a:rPr sz="870" b="0" spc="50" dirty="0" err="1">
                <a:solidFill>
                  <a:srgbClr val="C8641E"/>
                </a:solidFill>
                <a:latin typeface="Pretendard SemiBold"/>
                <a:ea typeface="Pretendard SemiBold"/>
                <a:cs typeface="Pretendard SemiBold"/>
              </a:rPr>
              <a:t>주제</a:t>
            </a:r>
            <a:r>
              <a:rPr sz="870" b="0" spc="50" dirty="0">
                <a:solidFill>
                  <a:srgbClr val="C8641E"/>
                </a:solidFill>
                <a:latin typeface="Pretendard SemiBold"/>
                <a:ea typeface="Pretendard SemiBold"/>
                <a:cs typeface="Pretendard SemiBold"/>
              </a:rPr>
              <a:t> 및 </a:t>
            </a:r>
            <a:r>
              <a:rPr sz="870" b="0" spc="50" dirty="0" err="1">
                <a:solidFill>
                  <a:srgbClr val="C8641E"/>
                </a:solidFill>
                <a:latin typeface="Pretendard SemiBold"/>
                <a:ea typeface="Pretendard SemiBold"/>
                <a:cs typeface="Pretendard SemiBold"/>
              </a:rPr>
              <a:t>결과</a:t>
            </a:r>
            <a:r>
              <a:rPr sz="870" b="0" spc="50" dirty="0">
                <a:solidFill>
                  <a:srgbClr val="C8641E"/>
                </a:solidFill>
                <a:latin typeface="Pretendard SemiBold"/>
                <a:ea typeface="Pretendard SemiBold"/>
                <a:cs typeface="Pretendard SemiBold"/>
              </a:rPr>
              <a:t> </a:t>
            </a:r>
            <a:r>
              <a:rPr sz="870" b="0" spc="50" dirty="0" err="1">
                <a:solidFill>
                  <a:srgbClr val="C8641E"/>
                </a:solidFill>
                <a:latin typeface="Pretendard SemiBold"/>
                <a:ea typeface="Pretendard SemiBold"/>
                <a:cs typeface="Pretendard SemiBold"/>
              </a:rPr>
              <a:t>요약</a:t>
            </a:r>
            <a:endParaRPr sz="870" b="0" spc="50" dirty="0">
              <a:solidFill>
                <a:srgbClr val="C8641E"/>
              </a:solidFill>
              <a:latin typeface="Pretendard SemiBold"/>
              <a:ea typeface="Pretendard SemiBold"/>
              <a:cs typeface="Pretendard SemiBold"/>
            </a:endParaRPr>
          </a:p>
        </p:txBody>
      </p:sp>
      <p:sp>
        <p:nvSpPr>
          <p:cNvPr id="59" name="TextBox 58">
            <a:extLst>
              <a:ext uri="{FF2B5EF4-FFF2-40B4-BE49-F238E27FC236}">
                <a16:creationId xmlns:a16="http://schemas.microsoft.com/office/drawing/2014/main" id="{435EE657-C89A-519C-231E-DB15680F2C6A}"/>
              </a:ext>
            </a:extLst>
          </p:cNvPr>
          <p:cNvSpPr txBox="1"/>
          <p:nvPr/>
        </p:nvSpPr>
        <p:spPr>
          <a:xfrm>
            <a:off x="494298" y="730087"/>
            <a:ext cx="16459200" cy="389337"/>
          </a:xfrm>
          <a:prstGeom prst="rect">
            <a:avLst/>
          </a:prstGeom>
          <a:noFill/>
        </p:spPr>
        <p:txBody>
          <a:bodyPr wrap="square" lIns="0" tIns="0" rIns="0" bIns="0" anchor="t">
            <a:spAutoFit/>
          </a:bodyPr>
          <a:lstStyle/>
          <a:p>
            <a:pPr algn="l">
              <a:lnSpc>
                <a:spcPct val="100000"/>
              </a:lnSpc>
              <a:spcAft>
                <a:spcPts val="0"/>
              </a:spcAft>
            </a:pPr>
            <a:r>
              <a:rPr sz="2530" b="1" spc="-60" dirty="0">
                <a:solidFill>
                  <a:srgbClr val="2A1F17"/>
                </a:solidFill>
                <a:latin typeface="Pretendard"/>
                <a:ea typeface="Pretendard"/>
                <a:cs typeface="Pretendard"/>
              </a:rPr>
              <a:t>AI 빵 </a:t>
            </a:r>
            <a:r>
              <a:rPr sz="2530" b="1" spc="-60" dirty="0" err="1">
                <a:solidFill>
                  <a:srgbClr val="2A1F17"/>
                </a:solidFill>
                <a:latin typeface="Pretendard"/>
                <a:ea typeface="Pretendard"/>
                <a:cs typeface="Pretendard"/>
              </a:rPr>
              <a:t>인식</a:t>
            </a:r>
            <a:r>
              <a:rPr sz="2530" b="1" spc="-60" dirty="0">
                <a:solidFill>
                  <a:srgbClr val="2A1F17"/>
                </a:solidFill>
                <a:latin typeface="Pretendard"/>
                <a:ea typeface="Pretendard"/>
                <a:cs typeface="Pretendard"/>
              </a:rPr>
              <a:t> POS </a:t>
            </a:r>
            <a:r>
              <a:rPr sz="2530" b="1" spc="-60" dirty="0" err="1">
                <a:solidFill>
                  <a:srgbClr val="2A1F17"/>
                </a:solidFill>
                <a:latin typeface="Pretendard"/>
                <a:ea typeface="Pretendard"/>
                <a:cs typeface="Pretendard"/>
              </a:rPr>
              <a:t>시스템</a:t>
            </a:r>
            <a:r>
              <a:rPr sz="2530" b="1" spc="-60" dirty="0">
                <a:solidFill>
                  <a:srgbClr val="2A1F17"/>
                </a:solidFill>
                <a:latin typeface="Pretendard"/>
                <a:ea typeface="Pretendard"/>
                <a:cs typeface="Pretendard"/>
              </a:rPr>
              <a:t> </a:t>
            </a:r>
            <a:r>
              <a:rPr sz="2530" b="1" spc="-60" dirty="0" err="1">
                <a:solidFill>
                  <a:srgbClr val="2A1F17"/>
                </a:solidFill>
                <a:latin typeface="Pretendard"/>
                <a:ea typeface="Pretendard"/>
                <a:cs typeface="Pretendard"/>
              </a:rPr>
              <a:t>개발</a:t>
            </a:r>
            <a:endParaRPr sz="2530" b="1" spc="-60" dirty="0">
              <a:solidFill>
                <a:srgbClr val="2A1F17"/>
              </a:solidFill>
              <a:latin typeface="Pretendard"/>
              <a:ea typeface="Pretendard"/>
              <a:cs typeface="Pretendard"/>
            </a:endParaRPr>
          </a:p>
        </p:txBody>
      </p:sp>
      <p:sp>
        <p:nvSpPr>
          <p:cNvPr id="61" name="TextBox 60">
            <a:extLst>
              <a:ext uri="{FF2B5EF4-FFF2-40B4-BE49-F238E27FC236}">
                <a16:creationId xmlns:a16="http://schemas.microsoft.com/office/drawing/2014/main" id="{D132F781-6284-D670-E8D2-044AEDD27245}"/>
              </a:ext>
            </a:extLst>
          </p:cNvPr>
          <p:cNvSpPr txBox="1"/>
          <p:nvPr/>
        </p:nvSpPr>
        <p:spPr>
          <a:xfrm>
            <a:off x="500589" y="1207770"/>
            <a:ext cx="16459200" cy="184666"/>
          </a:xfrm>
          <a:prstGeom prst="rect">
            <a:avLst/>
          </a:prstGeom>
          <a:noFill/>
        </p:spPr>
        <p:txBody>
          <a:bodyPr wrap="square" lIns="0" tIns="0" rIns="0" bIns="0" anchor="t">
            <a:spAutoFit/>
          </a:bodyPr>
          <a:lstStyle/>
          <a:p>
            <a:pPr algn="l">
              <a:lnSpc>
                <a:spcPct val="100000"/>
              </a:lnSpc>
              <a:spcAft>
                <a:spcPts val="0"/>
              </a:spcAft>
            </a:pPr>
            <a:r>
              <a:rPr sz="1200" b="0" dirty="0" err="1">
                <a:solidFill>
                  <a:srgbClr val="8C8078"/>
                </a:solidFill>
                <a:latin typeface="Pretendard Medium"/>
                <a:ea typeface="Pretendard Medium"/>
                <a:cs typeface="Pretendard Medium"/>
              </a:rPr>
              <a:t>카메라로</a:t>
            </a:r>
            <a:r>
              <a:rPr sz="1200" b="0" dirty="0">
                <a:solidFill>
                  <a:srgbClr val="8C8078"/>
                </a:solidFill>
                <a:latin typeface="Pretendard Medium"/>
                <a:ea typeface="Pretendard Medium"/>
                <a:cs typeface="Pretendard Medium"/>
              </a:rPr>
              <a:t> </a:t>
            </a:r>
            <a:r>
              <a:rPr sz="1200" b="0" dirty="0" err="1">
                <a:solidFill>
                  <a:srgbClr val="8C8078"/>
                </a:solidFill>
                <a:latin typeface="Pretendard Medium"/>
                <a:ea typeface="Pretendard Medium"/>
                <a:cs typeface="Pretendard Medium"/>
              </a:rPr>
              <a:t>트레이</a:t>
            </a:r>
            <a:r>
              <a:rPr sz="1200" b="0" dirty="0">
                <a:solidFill>
                  <a:srgbClr val="8C8078"/>
                </a:solidFill>
                <a:latin typeface="Pretendard Medium"/>
                <a:ea typeface="Pretendard Medium"/>
                <a:cs typeface="Pretendard Medium"/>
              </a:rPr>
              <a:t> 위 빵 12종을 </a:t>
            </a:r>
            <a:r>
              <a:rPr sz="1200" b="0" dirty="0" err="1">
                <a:solidFill>
                  <a:srgbClr val="8C8078"/>
                </a:solidFill>
                <a:latin typeface="Pretendard Medium"/>
                <a:ea typeface="Pretendard Medium"/>
                <a:cs typeface="Pretendard Medium"/>
              </a:rPr>
              <a:t>인식해</a:t>
            </a:r>
            <a:r>
              <a:rPr sz="1200" b="0" dirty="0">
                <a:solidFill>
                  <a:srgbClr val="8C8078"/>
                </a:solidFill>
                <a:latin typeface="Pretendard Medium"/>
                <a:ea typeface="Pretendard Medium"/>
                <a:cs typeface="Pretendard Medium"/>
              </a:rPr>
              <a:t> </a:t>
            </a:r>
            <a:r>
              <a:rPr sz="1200" b="0" dirty="0" err="1">
                <a:solidFill>
                  <a:srgbClr val="8C8078"/>
                </a:solidFill>
                <a:latin typeface="Pretendard Medium"/>
                <a:ea typeface="Pretendard Medium"/>
                <a:cs typeface="Pretendard Medium"/>
              </a:rPr>
              <a:t>자동</a:t>
            </a:r>
            <a:r>
              <a:rPr sz="1200" b="0" dirty="0">
                <a:solidFill>
                  <a:srgbClr val="8C8078"/>
                </a:solidFill>
                <a:latin typeface="Pretendard Medium"/>
                <a:ea typeface="Pretendard Medium"/>
                <a:cs typeface="Pretendard Medium"/>
              </a:rPr>
              <a:t> </a:t>
            </a:r>
            <a:r>
              <a:rPr sz="1200" b="0" dirty="0" err="1">
                <a:solidFill>
                  <a:srgbClr val="8C8078"/>
                </a:solidFill>
                <a:latin typeface="Pretendard Medium"/>
                <a:ea typeface="Pretendard Medium"/>
                <a:cs typeface="Pretendard Medium"/>
              </a:rPr>
              <a:t>계산</a:t>
            </a:r>
            <a:r>
              <a:rPr sz="1200" b="0" dirty="0">
                <a:solidFill>
                  <a:srgbClr val="8C8078"/>
                </a:solidFill>
                <a:latin typeface="Pretendard Medium"/>
                <a:ea typeface="Pretendard Medium"/>
                <a:cs typeface="Pretendard Medium"/>
              </a:rPr>
              <a:t> · 새 빵 </a:t>
            </a:r>
            <a:r>
              <a:rPr sz="1200" b="0" dirty="0" err="1">
                <a:solidFill>
                  <a:srgbClr val="8C8078"/>
                </a:solidFill>
                <a:latin typeface="Pretendard Medium"/>
                <a:ea typeface="Pretendard Medium"/>
                <a:cs typeface="Pretendard Medium"/>
              </a:rPr>
              <a:t>추가</a:t>
            </a:r>
            <a:r>
              <a:rPr sz="1200" b="0" dirty="0">
                <a:solidFill>
                  <a:srgbClr val="8C8078"/>
                </a:solidFill>
                <a:latin typeface="Pretendard Medium"/>
                <a:ea typeface="Pretendard Medium"/>
                <a:cs typeface="Pretendard Medium"/>
              </a:rPr>
              <a:t> </a:t>
            </a:r>
            <a:r>
              <a:rPr sz="1200" b="0" dirty="0" err="1">
                <a:solidFill>
                  <a:srgbClr val="8C8078"/>
                </a:solidFill>
                <a:latin typeface="Pretendard Medium"/>
                <a:ea typeface="Pretendard Medium"/>
                <a:cs typeface="Pretendard Medium"/>
              </a:rPr>
              <a:t>학습</a:t>
            </a:r>
            <a:r>
              <a:rPr sz="1200" b="0" dirty="0">
                <a:solidFill>
                  <a:srgbClr val="8C8078"/>
                </a:solidFill>
                <a:latin typeface="Pretendard Medium"/>
                <a:ea typeface="Pretendard Medium"/>
                <a:cs typeface="Pretendard Medium"/>
              </a:rPr>
              <a:t> · </a:t>
            </a:r>
            <a:r>
              <a:rPr sz="1200" b="0" dirty="0" err="1">
                <a:solidFill>
                  <a:srgbClr val="8C8078"/>
                </a:solidFill>
                <a:latin typeface="Pretendard Medium"/>
                <a:ea typeface="Pretendard Medium"/>
                <a:cs typeface="Pretendard Medium"/>
              </a:rPr>
              <a:t>회원</a:t>
            </a:r>
            <a:r>
              <a:rPr sz="1200" b="0" dirty="0">
                <a:solidFill>
                  <a:srgbClr val="8C8078"/>
                </a:solidFill>
                <a:latin typeface="Pretendard Medium"/>
                <a:ea typeface="Pretendard Medium"/>
                <a:cs typeface="Pretendard Medium"/>
              </a:rPr>
              <a:t> </a:t>
            </a:r>
            <a:r>
              <a:rPr sz="1200" b="0" dirty="0" err="1">
                <a:solidFill>
                  <a:srgbClr val="8C8078"/>
                </a:solidFill>
                <a:latin typeface="Pretendard Medium"/>
                <a:ea typeface="Pretendard Medium"/>
                <a:cs typeface="Pretendard Medium"/>
              </a:rPr>
              <a:t>적립</a:t>
            </a:r>
            <a:r>
              <a:rPr sz="1200" b="0" dirty="0">
                <a:solidFill>
                  <a:srgbClr val="8C8078"/>
                </a:solidFill>
                <a:latin typeface="Pretendard Medium"/>
                <a:ea typeface="Pretendard Medium"/>
                <a:cs typeface="Pretendard Medium"/>
              </a:rPr>
              <a:t> 앱 </a:t>
            </a:r>
            <a:r>
              <a:rPr sz="1200" b="0" dirty="0" err="1">
                <a:solidFill>
                  <a:srgbClr val="8C8078"/>
                </a:solidFill>
                <a:latin typeface="Pretendard Medium"/>
                <a:ea typeface="Pretendard Medium"/>
                <a:cs typeface="Pretendard Medium"/>
              </a:rPr>
              <a:t>연동</a:t>
            </a:r>
            <a:endParaRPr sz="1200" b="0" dirty="0">
              <a:solidFill>
                <a:srgbClr val="8C8078"/>
              </a:solidFill>
              <a:latin typeface="Pretendard Medium"/>
              <a:ea typeface="Pretendard Medium"/>
              <a:cs typeface="Pretendard Medium"/>
            </a:endParaRPr>
          </a:p>
        </p:txBody>
      </p:sp>
      <p:sp>
        <p:nvSpPr>
          <p:cNvPr id="451" name="TextBox 450">
            <a:extLst>
              <a:ext uri="{FF2B5EF4-FFF2-40B4-BE49-F238E27FC236}">
                <a16:creationId xmlns:a16="http://schemas.microsoft.com/office/drawing/2014/main" id="{CB3C6AD1-006D-B097-2792-364CA0894C91}"/>
              </a:ext>
            </a:extLst>
          </p:cNvPr>
          <p:cNvSpPr txBox="1"/>
          <p:nvPr/>
        </p:nvSpPr>
        <p:spPr>
          <a:xfrm>
            <a:off x="609600" y="6473952"/>
            <a:ext cx="3657600" cy="130100"/>
          </a:xfrm>
          <a:prstGeom prst="rect">
            <a:avLst/>
          </a:prstGeom>
          <a:noFill/>
        </p:spPr>
        <p:txBody>
          <a:bodyPr wrap="square" lIns="0" tIns="0" rIns="0" bIns="0" anchor="t">
            <a:spAutoFit/>
          </a:bodyPr>
          <a:lstStyle/>
          <a:p>
            <a:pPr>
              <a:lnSpc>
                <a:spcPct val="120000"/>
              </a:lnSpc>
            </a:pPr>
            <a:r>
              <a:rPr sz="767">
                <a:solidFill>
                  <a:srgbClr val="8C8078"/>
                </a:solidFill>
                <a:latin typeface="Pretendard Medium"/>
                <a:ea typeface="Pretendard Medium"/>
                <a:cs typeface="Pretendard Medium"/>
              </a:rPr>
              <a:t>BreadVision · 6조</a:t>
            </a:r>
          </a:p>
        </p:txBody>
      </p:sp>
      <p:sp>
        <p:nvSpPr>
          <p:cNvPr id="453" name="TextBox 452">
            <a:extLst>
              <a:ext uri="{FF2B5EF4-FFF2-40B4-BE49-F238E27FC236}">
                <a16:creationId xmlns:a16="http://schemas.microsoft.com/office/drawing/2014/main" id="{0189A6E6-40B8-FB34-7D39-380E86F0CCE0}"/>
              </a:ext>
            </a:extLst>
          </p:cNvPr>
          <p:cNvSpPr txBox="1"/>
          <p:nvPr/>
        </p:nvSpPr>
        <p:spPr>
          <a:xfrm>
            <a:off x="9144000" y="6473952"/>
            <a:ext cx="2438400" cy="130100"/>
          </a:xfrm>
          <a:prstGeom prst="rect">
            <a:avLst/>
          </a:prstGeom>
          <a:noFill/>
        </p:spPr>
        <p:txBody>
          <a:bodyPr wrap="square" lIns="0" tIns="0" rIns="0" bIns="0" anchor="t">
            <a:spAutoFit/>
          </a:bodyPr>
          <a:lstStyle/>
          <a:p>
            <a:pPr algn="r">
              <a:lnSpc>
                <a:spcPct val="120000"/>
              </a:lnSpc>
            </a:pPr>
            <a:r>
              <a:rPr lang="en-US" sz="767" dirty="0">
                <a:solidFill>
                  <a:srgbClr val="8C8078"/>
                </a:solidFill>
                <a:latin typeface="Pretendard Medium"/>
                <a:ea typeface="Pretendard Medium"/>
                <a:cs typeface="Pretendard Medium"/>
              </a:rPr>
              <a:t>02</a:t>
            </a:r>
            <a:r>
              <a:rPr sz="767" dirty="0">
                <a:solidFill>
                  <a:srgbClr val="8C8078"/>
                </a:solidFill>
                <a:latin typeface="Pretendard Medium"/>
                <a:ea typeface="Pretendard Medium"/>
                <a:cs typeface="Pretendard Medium"/>
              </a:rPr>
              <a:t> / </a:t>
            </a:r>
            <a:r>
              <a:rPr lang="en-US" altLang="ko-KR" sz="767" dirty="0">
                <a:solidFill>
                  <a:srgbClr val="8C8078"/>
                </a:solidFill>
                <a:latin typeface="Pretendard Medium"/>
                <a:ea typeface="Pretendard Medium"/>
                <a:cs typeface="Pretendard Medium"/>
              </a:rPr>
              <a:t>34</a:t>
            </a:r>
            <a:endParaRPr sz="767" dirty="0">
              <a:solidFill>
                <a:srgbClr val="8C8078"/>
              </a:solidFill>
              <a:latin typeface="Pretendard Medium"/>
              <a:ea typeface="Pretendard Medium"/>
              <a:cs typeface="Pretendard Medium"/>
            </a:endParaRPr>
          </a:p>
        </p:txBody>
      </p:sp>
    </p:spTree>
    <p:extLst>
      <p:ext uri="{BB962C8B-B14F-4D97-AF65-F5344CB8AC3E}">
        <p14:creationId xmlns:p14="http://schemas.microsoft.com/office/powerpoint/2010/main" val="71911672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1463040"/>
            <a:ext cx="3657600" cy="984885"/>
          </a:xfrm>
          <a:prstGeom prst="rect">
            <a:avLst/>
          </a:prstGeom>
          <a:noFill/>
        </p:spPr>
        <p:txBody>
          <a:bodyPr wrap="square" lIns="0" tIns="0" rIns="0" bIns="0" anchor="t">
            <a:spAutoFit/>
          </a:bodyPr>
          <a:lstStyle/>
          <a:p>
            <a:r>
              <a:rPr sz="6400" spc="-133">
                <a:solidFill>
                  <a:srgbClr val="C8641E"/>
                </a:solidFill>
                <a:latin typeface="Pretendard ExtraBold"/>
                <a:ea typeface="Pretendard ExtraBold"/>
                <a:cs typeface="Pretendard ExtraBold"/>
              </a:rPr>
              <a:t>02</a:t>
            </a:r>
          </a:p>
        </p:txBody>
      </p:sp>
      <p:sp>
        <p:nvSpPr>
          <p:cNvPr id="3" name="TextBox 2"/>
          <p:cNvSpPr txBox="1"/>
          <p:nvPr/>
        </p:nvSpPr>
        <p:spPr>
          <a:xfrm>
            <a:off x="609600" y="2560320"/>
            <a:ext cx="7315200" cy="553998"/>
          </a:xfrm>
          <a:prstGeom prst="rect">
            <a:avLst/>
          </a:prstGeom>
          <a:noFill/>
        </p:spPr>
        <p:txBody>
          <a:bodyPr wrap="square" lIns="0" tIns="0" rIns="0" bIns="0" anchor="t">
            <a:spAutoFit/>
          </a:bodyPr>
          <a:lstStyle/>
          <a:p>
            <a:r>
              <a:rPr sz="3600" b="1" spc="-67" dirty="0">
                <a:solidFill>
                  <a:srgbClr val="633D1B"/>
                </a:solidFill>
                <a:latin typeface="Pretendard"/>
                <a:ea typeface="Pretendard"/>
                <a:cs typeface="Pretendard"/>
              </a:rPr>
              <a:t>개발 목표 및 개발 결과</a:t>
            </a:r>
            <a:endParaRPr lang="ko-KR" altLang="en-US" sz="3600" b="1" spc="-67" dirty="0">
              <a:solidFill>
                <a:srgbClr val="633D1B"/>
              </a:solidFill>
              <a:latin typeface="Pretendard"/>
              <a:ea typeface="Pretendard"/>
              <a:cs typeface="Pretendard"/>
            </a:endParaRPr>
          </a:p>
        </p:txBody>
      </p:sp>
      <p:sp>
        <p:nvSpPr>
          <p:cNvPr id="4" name="TextBox 3"/>
          <p:cNvSpPr txBox="1"/>
          <p:nvPr/>
        </p:nvSpPr>
        <p:spPr>
          <a:xfrm>
            <a:off x="609600" y="3474720"/>
            <a:ext cx="7315200" cy="1180323"/>
          </a:xfrm>
          <a:prstGeom prst="rect">
            <a:avLst/>
          </a:prstGeom>
          <a:noFill/>
        </p:spPr>
        <p:txBody>
          <a:bodyPr wrap="square" lIns="0" tIns="0" rIns="0" bIns="0" anchor="t">
            <a:spAutoFit/>
          </a:bodyPr>
          <a:lstStyle/>
          <a:p>
            <a:pPr>
              <a:lnSpc>
                <a:spcPct val="135000"/>
              </a:lnSpc>
              <a:spcAft>
                <a:spcPts val="400"/>
              </a:spcAft>
            </a:pPr>
            <a:r>
              <a:rPr sz="1267" dirty="0" err="1">
                <a:solidFill>
                  <a:srgbClr val="B9ACA0"/>
                </a:solidFill>
                <a:latin typeface="Pretendard Medium"/>
                <a:ea typeface="Pretendard Medium"/>
                <a:cs typeface="Pretendard Medium"/>
              </a:rPr>
              <a:t>목표</a:t>
            </a:r>
            <a:r>
              <a:rPr sz="1267" dirty="0">
                <a:solidFill>
                  <a:srgbClr val="B9ACA0"/>
                </a:solidFill>
                <a:latin typeface="Pretendard Medium"/>
                <a:ea typeface="Pretendard Medium"/>
                <a:cs typeface="Pretendard Medium"/>
              </a:rPr>
              <a:t> </a:t>
            </a:r>
            <a:r>
              <a:rPr sz="1267" dirty="0" err="1">
                <a:solidFill>
                  <a:srgbClr val="B9ACA0"/>
                </a:solidFill>
                <a:latin typeface="Pretendard Medium"/>
                <a:ea typeface="Pretendard Medium"/>
                <a:cs typeface="Pretendard Medium"/>
              </a:rPr>
              <a:t>대비</a:t>
            </a:r>
            <a:r>
              <a:rPr sz="1267" dirty="0">
                <a:solidFill>
                  <a:srgbClr val="B9ACA0"/>
                </a:solidFill>
                <a:latin typeface="Pretendard Medium"/>
                <a:ea typeface="Pretendard Medium"/>
                <a:cs typeface="Pretendard Medium"/>
              </a:rPr>
              <a:t> </a:t>
            </a:r>
            <a:r>
              <a:rPr sz="1267" dirty="0" err="1">
                <a:solidFill>
                  <a:srgbClr val="B9ACA0"/>
                </a:solidFill>
                <a:latin typeface="Pretendard Medium"/>
                <a:ea typeface="Pretendard Medium"/>
                <a:cs typeface="Pretendard Medium"/>
              </a:rPr>
              <a:t>결과</a:t>
            </a:r>
            <a:endParaRPr sz="1267" dirty="0">
              <a:solidFill>
                <a:srgbClr val="B9ACA0"/>
              </a:solidFill>
              <a:latin typeface="Pretendard Medium"/>
              <a:ea typeface="Pretendard Medium"/>
              <a:cs typeface="Pretendard Medium"/>
            </a:endParaRPr>
          </a:p>
          <a:p>
            <a:pPr>
              <a:lnSpc>
                <a:spcPct val="135000"/>
              </a:lnSpc>
              <a:spcAft>
                <a:spcPts val="400"/>
              </a:spcAft>
            </a:pPr>
            <a:r>
              <a:rPr sz="1267" dirty="0" err="1">
                <a:solidFill>
                  <a:srgbClr val="B9ACA0"/>
                </a:solidFill>
                <a:latin typeface="Pretendard Medium"/>
                <a:ea typeface="Pretendard Medium"/>
                <a:cs typeface="Pretendard Medium"/>
              </a:rPr>
              <a:t>시스템</a:t>
            </a:r>
            <a:r>
              <a:rPr sz="1267" dirty="0">
                <a:solidFill>
                  <a:srgbClr val="B9ACA0"/>
                </a:solidFill>
                <a:latin typeface="Pretendard Medium"/>
                <a:ea typeface="Pretendard Medium"/>
                <a:cs typeface="Pretendard Medium"/>
              </a:rPr>
              <a:t> </a:t>
            </a:r>
            <a:r>
              <a:rPr sz="1267" dirty="0" err="1">
                <a:solidFill>
                  <a:srgbClr val="B9ACA0"/>
                </a:solidFill>
                <a:latin typeface="Pretendard Medium"/>
                <a:ea typeface="Pretendard Medium"/>
                <a:cs typeface="Pretendard Medium"/>
              </a:rPr>
              <a:t>구성도</a:t>
            </a:r>
            <a:endParaRPr sz="1267" dirty="0">
              <a:solidFill>
                <a:srgbClr val="B9ACA0"/>
              </a:solidFill>
              <a:latin typeface="Pretendard Medium"/>
              <a:ea typeface="Pretendard Medium"/>
              <a:cs typeface="Pretendard Medium"/>
            </a:endParaRPr>
          </a:p>
          <a:p>
            <a:pPr>
              <a:lnSpc>
                <a:spcPct val="135000"/>
              </a:lnSpc>
              <a:spcAft>
                <a:spcPts val="400"/>
              </a:spcAft>
            </a:pPr>
            <a:r>
              <a:rPr sz="1267" dirty="0">
                <a:solidFill>
                  <a:srgbClr val="B9ACA0"/>
                </a:solidFill>
                <a:latin typeface="Pretendard Medium"/>
                <a:ea typeface="Pretendard Medium"/>
                <a:cs typeface="Pretendard Medium"/>
              </a:rPr>
              <a:t>POS </a:t>
            </a:r>
            <a:r>
              <a:rPr sz="1267" dirty="0" err="1">
                <a:solidFill>
                  <a:srgbClr val="B9ACA0"/>
                </a:solidFill>
                <a:latin typeface="Pretendard Medium"/>
                <a:ea typeface="Pretendard Medium"/>
                <a:cs typeface="Pretendard Medium"/>
              </a:rPr>
              <a:t>화면</a:t>
            </a:r>
            <a:r>
              <a:rPr sz="1267" dirty="0">
                <a:solidFill>
                  <a:srgbClr val="B9ACA0"/>
                </a:solidFill>
                <a:latin typeface="Pretendard Medium"/>
                <a:ea typeface="Pretendard Medium"/>
                <a:cs typeface="Pretendard Medium"/>
              </a:rPr>
              <a:t> · </a:t>
            </a:r>
            <a:r>
              <a:rPr sz="1267" dirty="0" err="1">
                <a:solidFill>
                  <a:srgbClr val="B9ACA0"/>
                </a:solidFill>
                <a:latin typeface="Pretendard Medium"/>
                <a:ea typeface="Pretendard Medium"/>
                <a:cs typeface="Pretendard Medium"/>
              </a:rPr>
              <a:t>회원</a:t>
            </a:r>
            <a:r>
              <a:rPr sz="1267" dirty="0">
                <a:solidFill>
                  <a:srgbClr val="B9ACA0"/>
                </a:solidFill>
                <a:latin typeface="Pretendard Medium"/>
                <a:ea typeface="Pretendard Medium"/>
                <a:cs typeface="Pretendard Medium"/>
              </a:rPr>
              <a:t> 앱</a:t>
            </a:r>
          </a:p>
          <a:p>
            <a:pPr>
              <a:lnSpc>
                <a:spcPct val="135000"/>
              </a:lnSpc>
              <a:spcAft>
                <a:spcPts val="400"/>
              </a:spcAft>
            </a:pPr>
            <a:r>
              <a:rPr sz="1267" dirty="0" err="1">
                <a:solidFill>
                  <a:srgbClr val="B9ACA0"/>
                </a:solidFill>
                <a:latin typeface="Pretendard Medium"/>
                <a:ea typeface="Pretendard Medium"/>
                <a:cs typeface="Pretendard Medium"/>
              </a:rPr>
              <a:t>시연</a:t>
            </a:r>
            <a:r>
              <a:rPr sz="1267" dirty="0">
                <a:solidFill>
                  <a:srgbClr val="B9ACA0"/>
                </a:solidFill>
                <a:latin typeface="Pretendard Medium"/>
                <a:ea typeface="Pretendard Medium"/>
                <a:cs typeface="Pretendard Medium"/>
              </a:rPr>
              <a:t> </a:t>
            </a:r>
            <a:r>
              <a:rPr sz="1267" dirty="0" err="1">
                <a:solidFill>
                  <a:srgbClr val="B9ACA0"/>
                </a:solidFill>
                <a:latin typeface="Pretendard Medium"/>
                <a:ea typeface="Pretendard Medium"/>
                <a:cs typeface="Pretendard Medium"/>
              </a:rPr>
              <a:t>영상</a:t>
            </a:r>
            <a:endParaRPr sz="1267" dirty="0">
              <a:solidFill>
                <a:srgbClr val="B9ACA0"/>
              </a:solidFill>
              <a:latin typeface="Pretendard Medium"/>
              <a:ea typeface="Pretendard Medium"/>
              <a:cs typeface="Pretendard Medium"/>
            </a:endParaRPr>
          </a:p>
        </p:txBody>
      </p:sp>
      <p:sp>
        <p:nvSpPr>
          <p:cNvPr id="5" name="TextBox 4"/>
          <p:cNvSpPr txBox="1"/>
          <p:nvPr/>
        </p:nvSpPr>
        <p:spPr>
          <a:xfrm>
            <a:off x="609600" y="6473952"/>
            <a:ext cx="3657600" cy="130100"/>
          </a:xfrm>
          <a:prstGeom prst="rect">
            <a:avLst/>
          </a:prstGeom>
          <a:noFill/>
        </p:spPr>
        <p:txBody>
          <a:bodyPr wrap="square" lIns="0" tIns="0" rIns="0" bIns="0" anchor="t">
            <a:spAutoFit/>
          </a:bodyPr>
          <a:lstStyle/>
          <a:p>
            <a:pPr>
              <a:lnSpc>
                <a:spcPct val="120000"/>
              </a:lnSpc>
            </a:pPr>
            <a:r>
              <a:rPr sz="767">
                <a:solidFill>
                  <a:srgbClr val="B9ACA0"/>
                </a:solidFill>
                <a:latin typeface="Pretendard Medium"/>
                <a:ea typeface="Pretendard Medium"/>
                <a:cs typeface="Pretendard Medium"/>
              </a:rPr>
              <a:t>BreadVision · 6조</a:t>
            </a:r>
          </a:p>
        </p:txBody>
      </p:sp>
      <p:sp>
        <p:nvSpPr>
          <p:cNvPr id="6" name="TextBox 5"/>
          <p:cNvSpPr txBox="1"/>
          <p:nvPr/>
        </p:nvSpPr>
        <p:spPr>
          <a:xfrm>
            <a:off x="9144000" y="6473952"/>
            <a:ext cx="2438400" cy="141642"/>
          </a:xfrm>
          <a:prstGeom prst="rect">
            <a:avLst/>
          </a:prstGeom>
          <a:noFill/>
        </p:spPr>
        <p:txBody>
          <a:bodyPr wrap="square" lIns="0" tIns="0" rIns="0" bIns="0" anchor="t">
            <a:spAutoFit/>
          </a:bodyPr>
          <a:lstStyle/>
          <a:p>
            <a:pPr algn="r">
              <a:lnSpc>
                <a:spcPct val="120000"/>
              </a:lnSpc>
            </a:pPr>
            <a:r>
              <a:rPr sz="767" dirty="0">
                <a:solidFill>
                  <a:srgbClr val="B9ACA0"/>
                </a:solidFill>
                <a:latin typeface="Pretendard Medium"/>
                <a:ea typeface="Pretendard Medium"/>
                <a:cs typeface="Pretendard Medium"/>
              </a:rPr>
              <a:t>03 / </a:t>
            </a:r>
            <a:r>
              <a:rPr lang="en-US" altLang="ko-KR" sz="767" dirty="0" smtClean="0">
                <a:solidFill>
                  <a:srgbClr val="B9ACA0"/>
                </a:solidFill>
                <a:latin typeface="Pretendard Medium"/>
                <a:ea typeface="Pretendard Medium"/>
                <a:cs typeface="Pretendard Medium"/>
              </a:rPr>
              <a:t>36</a:t>
            </a:r>
            <a:endParaRPr sz="767" dirty="0">
              <a:solidFill>
                <a:srgbClr val="B9ACA0"/>
              </a:solidFill>
              <a:latin typeface="Pretendard Medium"/>
              <a:ea typeface="Pretendard Medium"/>
              <a:cs typeface="Pretendard Medium"/>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438912"/>
            <a:ext cx="10972800" cy="147028"/>
          </a:xfrm>
          <a:prstGeom prst="rect">
            <a:avLst/>
          </a:prstGeom>
          <a:noFill/>
        </p:spPr>
        <p:txBody>
          <a:bodyPr wrap="square" lIns="0" tIns="0" rIns="0" bIns="0" anchor="t">
            <a:spAutoFit/>
          </a:bodyPr>
          <a:lstStyle/>
          <a:p>
            <a:pPr>
              <a:lnSpc>
                <a:spcPct val="120000"/>
              </a:lnSpc>
            </a:pPr>
            <a:r>
              <a:rPr sz="867" spc="33" dirty="0">
                <a:solidFill>
                  <a:srgbClr val="C8641E"/>
                </a:solidFill>
                <a:latin typeface="Pretendard SemiBold"/>
                <a:ea typeface="Pretendard SemiBold"/>
                <a:cs typeface="Pretendard SemiBold"/>
              </a:rPr>
              <a:t>02  </a:t>
            </a:r>
            <a:r>
              <a:rPr sz="867" spc="33" dirty="0" err="1">
                <a:solidFill>
                  <a:srgbClr val="C8641E"/>
                </a:solidFill>
                <a:latin typeface="Pretendard SemiBold"/>
                <a:ea typeface="Pretendard SemiBold"/>
                <a:cs typeface="Pretendard SemiBold"/>
              </a:rPr>
              <a:t>개발</a:t>
            </a:r>
            <a:r>
              <a:rPr sz="867" spc="33" dirty="0">
                <a:solidFill>
                  <a:srgbClr val="C8641E"/>
                </a:solidFill>
                <a:latin typeface="Pretendard SemiBold"/>
                <a:ea typeface="Pretendard SemiBold"/>
                <a:cs typeface="Pretendard SemiBold"/>
              </a:rPr>
              <a:t> </a:t>
            </a:r>
            <a:r>
              <a:rPr sz="867" spc="33" dirty="0" err="1">
                <a:solidFill>
                  <a:srgbClr val="C8641E"/>
                </a:solidFill>
                <a:latin typeface="Pretendard SemiBold"/>
                <a:ea typeface="Pretendard SemiBold"/>
                <a:cs typeface="Pretendard SemiBold"/>
              </a:rPr>
              <a:t>목표</a:t>
            </a:r>
            <a:r>
              <a:rPr sz="867" spc="33" dirty="0">
                <a:solidFill>
                  <a:srgbClr val="C8641E"/>
                </a:solidFill>
                <a:latin typeface="Pretendard SemiBold"/>
                <a:ea typeface="Pretendard SemiBold"/>
                <a:cs typeface="Pretendard SemiBold"/>
              </a:rPr>
              <a:t> 및 </a:t>
            </a:r>
            <a:r>
              <a:rPr sz="867" spc="33" dirty="0" err="1">
                <a:solidFill>
                  <a:srgbClr val="C8641E"/>
                </a:solidFill>
                <a:latin typeface="Pretendard SemiBold"/>
                <a:ea typeface="Pretendard SemiBold"/>
                <a:cs typeface="Pretendard SemiBold"/>
              </a:rPr>
              <a:t>개발</a:t>
            </a:r>
            <a:r>
              <a:rPr sz="867" spc="33" dirty="0">
                <a:solidFill>
                  <a:srgbClr val="C8641E"/>
                </a:solidFill>
                <a:latin typeface="Pretendard SemiBold"/>
                <a:ea typeface="Pretendard SemiBold"/>
                <a:cs typeface="Pretendard SemiBold"/>
              </a:rPr>
              <a:t> </a:t>
            </a:r>
            <a:r>
              <a:rPr sz="867" spc="33" dirty="0" err="1">
                <a:solidFill>
                  <a:srgbClr val="C8641E"/>
                </a:solidFill>
                <a:latin typeface="Pretendard SemiBold"/>
                <a:ea typeface="Pretendard SemiBold"/>
                <a:cs typeface="Pretendard SemiBold"/>
              </a:rPr>
              <a:t>결과</a:t>
            </a:r>
            <a:endParaRPr sz="867" spc="33" dirty="0">
              <a:solidFill>
                <a:srgbClr val="C8641E"/>
              </a:solidFill>
              <a:latin typeface="Pretendard SemiBold"/>
              <a:ea typeface="Pretendard SemiBold"/>
              <a:cs typeface="Pretendard SemiBold"/>
            </a:endParaRPr>
          </a:p>
        </p:txBody>
      </p:sp>
      <p:sp>
        <p:nvSpPr>
          <p:cNvPr id="3" name="TextBox 2"/>
          <p:cNvSpPr txBox="1"/>
          <p:nvPr/>
        </p:nvSpPr>
        <p:spPr>
          <a:xfrm>
            <a:off x="609600" y="621792"/>
            <a:ext cx="10972800" cy="389787"/>
          </a:xfrm>
          <a:prstGeom prst="rect">
            <a:avLst/>
          </a:prstGeom>
          <a:noFill/>
        </p:spPr>
        <p:txBody>
          <a:bodyPr wrap="square" lIns="0" tIns="0" rIns="0" bIns="0" anchor="t">
            <a:spAutoFit/>
          </a:bodyPr>
          <a:lstStyle/>
          <a:p>
            <a:r>
              <a:rPr sz="2533" b="1" spc="-40" dirty="0" err="1">
                <a:solidFill>
                  <a:srgbClr val="2A1F17"/>
                </a:solidFill>
                <a:latin typeface="Pretendard"/>
                <a:ea typeface="Pretendard"/>
                <a:cs typeface="Pretendard"/>
              </a:rPr>
              <a:t>개발</a:t>
            </a:r>
            <a:r>
              <a:rPr sz="2533" b="1" spc="-40" dirty="0">
                <a:solidFill>
                  <a:srgbClr val="2A1F17"/>
                </a:solidFill>
                <a:latin typeface="Pretendard"/>
                <a:ea typeface="Pretendard"/>
                <a:cs typeface="Pretendard"/>
              </a:rPr>
              <a:t> </a:t>
            </a:r>
            <a:r>
              <a:rPr sz="2533" b="1" spc="-40" dirty="0" err="1">
                <a:solidFill>
                  <a:srgbClr val="2A1F17"/>
                </a:solidFill>
                <a:latin typeface="Pretendard"/>
                <a:ea typeface="Pretendard"/>
                <a:cs typeface="Pretendard"/>
              </a:rPr>
              <a:t>목표</a:t>
            </a:r>
            <a:r>
              <a:rPr sz="2533" b="1" spc="-40" dirty="0">
                <a:solidFill>
                  <a:srgbClr val="2A1F17"/>
                </a:solidFill>
                <a:latin typeface="Pretendard"/>
                <a:ea typeface="Pretendard"/>
                <a:cs typeface="Pretendard"/>
              </a:rPr>
              <a:t> </a:t>
            </a:r>
            <a:r>
              <a:rPr sz="2533" b="1" spc="-40" dirty="0" err="1">
                <a:solidFill>
                  <a:srgbClr val="2A1F17"/>
                </a:solidFill>
                <a:latin typeface="Pretendard"/>
                <a:ea typeface="Pretendard"/>
                <a:cs typeface="Pretendard"/>
              </a:rPr>
              <a:t>대비</a:t>
            </a:r>
            <a:r>
              <a:rPr sz="2533" b="1" spc="-40" dirty="0">
                <a:solidFill>
                  <a:srgbClr val="2A1F17"/>
                </a:solidFill>
                <a:latin typeface="Pretendard"/>
                <a:ea typeface="Pretendard"/>
                <a:cs typeface="Pretendard"/>
              </a:rPr>
              <a:t> </a:t>
            </a:r>
            <a:r>
              <a:rPr sz="2533" b="1" spc="-40" dirty="0" err="1">
                <a:solidFill>
                  <a:srgbClr val="2A1F17"/>
                </a:solidFill>
                <a:latin typeface="Pretendard"/>
                <a:ea typeface="Pretendard"/>
                <a:cs typeface="Pretendard"/>
              </a:rPr>
              <a:t>결과</a:t>
            </a:r>
            <a:endParaRPr sz="2533" b="1" spc="-40" dirty="0">
              <a:solidFill>
                <a:srgbClr val="2A1F17"/>
              </a:solidFill>
              <a:latin typeface="Pretendard"/>
              <a:ea typeface="Pretendard"/>
              <a:cs typeface="Pretendard"/>
            </a:endParaRPr>
          </a:p>
        </p:txBody>
      </p:sp>
      <p:sp>
        <p:nvSpPr>
          <p:cNvPr id="4" name="TextBox 3"/>
          <p:cNvSpPr txBox="1"/>
          <p:nvPr/>
        </p:nvSpPr>
        <p:spPr>
          <a:xfrm>
            <a:off x="609600" y="1158240"/>
            <a:ext cx="10972800" cy="184666"/>
          </a:xfrm>
          <a:prstGeom prst="rect">
            <a:avLst/>
          </a:prstGeom>
          <a:noFill/>
        </p:spPr>
        <p:txBody>
          <a:bodyPr wrap="square" lIns="0" tIns="0" rIns="0" bIns="0" anchor="t">
            <a:spAutoFit/>
          </a:bodyPr>
          <a:lstStyle/>
          <a:p>
            <a:r>
              <a:rPr sz="1200" dirty="0" err="1">
                <a:solidFill>
                  <a:srgbClr val="8C8078"/>
                </a:solidFill>
                <a:latin typeface="Pretendard Medium"/>
                <a:ea typeface="Pretendard Medium"/>
                <a:cs typeface="Pretendard Medium"/>
              </a:rPr>
              <a:t>기획</a:t>
            </a:r>
            <a:r>
              <a:rPr sz="1200" dirty="0">
                <a:solidFill>
                  <a:srgbClr val="8C8078"/>
                </a:solidFill>
                <a:latin typeface="Pretendard Medium"/>
                <a:ea typeface="Pretendard Medium"/>
                <a:cs typeface="Pretendard Medium"/>
              </a:rPr>
              <a:t> </a:t>
            </a:r>
            <a:r>
              <a:rPr sz="1200" dirty="0" err="1">
                <a:solidFill>
                  <a:srgbClr val="8C8078"/>
                </a:solidFill>
                <a:latin typeface="Pretendard Medium"/>
                <a:ea typeface="Pretendard Medium"/>
                <a:cs typeface="Pretendard Medium"/>
              </a:rPr>
              <a:t>단계</a:t>
            </a:r>
            <a:r>
              <a:rPr sz="1200" dirty="0">
                <a:solidFill>
                  <a:srgbClr val="8C8078"/>
                </a:solidFill>
                <a:latin typeface="Pretendard Medium"/>
                <a:ea typeface="Pretendard Medium"/>
                <a:cs typeface="Pretendard Medium"/>
              </a:rPr>
              <a:t> </a:t>
            </a:r>
            <a:r>
              <a:rPr sz="1200" dirty="0" err="1">
                <a:solidFill>
                  <a:srgbClr val="8C8078"/>
                </a:solidFill>
                <a:latin typeface="Pretendard Medium"/>
                <a:ea typeface="Pretendard Medium"/>
                <a:cs typeface="Pretendard Medium"/>
              </a:rPr>
              <a:t>목표</a:t>
            </a:r>
            <a:r>
              <a:rPr sz="1200" dirty="0">
                <a:solidFill>
                  <a:srgbClr val="8C8078"/>
                </a:solidFill>
                <a:latin typeface="Pretendard Medium"/>
                <a:ea typeface="Pretendard Medium"/>
                <a:cs typeface="Pretendard Medium"/>
              </a:rPr>
              <a:t> 6가지 </a:t>
            </a:r>
            <a:r>
              <a:rPr sz="1200" dirty="0" err="1">
                <a:solidFill>
                  <a:srgbClr val="8C8078"/>
                </a:solidFill>
                <a:latin typeface="Pretendard Medium"/>
                <a:ea typeface="Pretendard Medium"/>
                <a:cs typeface="Pretendard Medium"/>
              </a:rPr>
              <a:t>기준</a:t>
            </a:r>
            <a:r>
              <a:rPr sz="1200" dirty="0">
                <a:solidFill>
                  <a:srgbClr val="8C8078"/>
                </a:solidFill>
                <a:latin typeface="Pretendard Medium"/>
                <a:ea typeface="Pretendard Medium"/>
                <a:cs typeface="Pretendard Medium"/>
              </a:rPr>
              <a:t> </a:t>
            </a:r>
            <a:r>
              <a:rPr sz="1200" dirty="0" err="1">
                <a:solidFill>
                  <a:srgbClr val="8C8078"/>
                </a:solidFill>
                <a:latin typeface="Pretendard Medium"/>
                <a:ea typeface="Pretendard Medium"/>
                <a:cs typeface="Pretendard Medium"/>
              </a:rPr>
              <a:t>구현</a:t>
            </a:r>
            <a:r>
              <a:rPr sz="1200" dirty="0">
                <a:solidFill>
                  <a:srgbClr val="8C8078"/>
                </a:solidFill>
                <a:latin typeface="Pretendard Medium"/>
                <a:ea typeface="Pretendard Medium"/>
                <a:cs typeface="Pretendard Medium"/>
              </a:rPr>
              <a:t> </a:t>
            </a:r>
            <a:r>
              <a:rPr sz="1200" dirty="0" err="1">
                <a:solidFill>
                  <a:srgbClr val="8C8078"/>
                </a:solidFill>
                <a:latin typeface="Pretendard Medium"/>
                <a:ea typeface="Pretendard Medium"/>
                <a:cs typeface="Pretendard Medium"/>
              </a:rPr>
              <a:t>결과</a:t>
            </a:r>
            <a:endParaRPr sz="1200" dirty="0">
              <a:solidFill>
                <a:srgbClr val="8C8078"/>
              </a:solidFill>
              <a:latin typeface="Pretendard Medium"/>
              <a:ea typeface="Pretendard Medium"/>
              <a:cs typeface="Pretendard Medium"/>
            </a:endParaRPr>
          </a:p>
        </p:txBody>
      </p:sp>
      <p:graphicFrame>
        <p:nvGraphicFramePr>
          <p:cNvPr id="5" name="Table 4"/>
          <p:cNvGraphicFramePr>
            <a:graphicFrameLocks noGrp="1"/>
          </p:cNvGraphicFramePr>
          <p:nvPr>
            <p:extLst>
              <p:ext uri="{D42A27DB-BD31-4B8C-83A1-F6EECF244321}">
                <p14:modId xmlns:p14="http://schemas.microsoft.com/office/powerpoint/2010/main" val="2422540996"/>
              </p:ext>
            </p:extLst>
          </p:nvPr>
        </p:nvGraphicFramePr>
        <p:xfrm>
          <a:off x="609600" y="1706880"/>
          <a:ext cx="10972800" cy="4328160"/>
        </p:xfrm>
        <a:graphic>
          <a:graphicData uri="http://schemas.openxmlformats.org/drawingml/2006/table">
            <a:tbl>
              <a:tblPr>
                <a:tableStyleId>{2D5ABB26-0587-4C30-8999-92F81FD0307C}</a:tableStyleId>
              </a:tblPr>
              <a:tblGrid>
                <a:gridCol w="2621280">
                  <a:extLst>
                    <a:ext uri="{9D8B030D-6E8A-4147-A177-3AD203B41FA5}">
                      <a16:colId xmlns:a16="http://schemas.microsoft.com/office/drawing/2014/main" val="20000"/>
                    </a:ext>
                  </a:extLst>
                </a:gridCol>
                <a:gridCol w="7376160">
                  <a:extLst>
                    <a:ext uri="{9D8B030D-6E8A-4147-A177-3AD203B41FA5}">
                      <a16:colId xmlns:a16="http://schemas.microsoft.com/office/drawing/2014/main" val="20001"/>
                    </a:ext>
                  </a:extLst>
                </a:gridCol>
                <a:gridCol w="975360">
                  <a:extLst>
                    <a:ext uri="{9D8B030D-6E8A-4147-A177-3AD203B41FA5}">
                      <a16:colId xmlns:a16="http://schemas.microsoft.com/office/drawing/2014/main" val="20002"/>
                    </a:ext>
                  </a:extLst>
                </a:gridCol>
              </a:tblGrid>
              <a:tr h="304800">
                <a:tc>
                  <a:txBody>
                    <a:bodyPr/>
                    <a:lstStyle/>
                    <a:p>
                      <a:pPr algn="l">
                        <a:lnSpc>
                          <a:spcPct val="115000"/>
                        </a:lnSpc>
                      </a:pPr>
                      <a:r>
                        <a:rPr sz="900" b="0" dirty="0" err="1">
                          <a:solidFill>
                            <a:srgbClr val="8C8078"/>
                          </a:solidFill>
                          <a:latin typeface="Pretendard SemiBold"/>
                          <a:ea typeface="Pretendard SemiBold"/>
                          <a:cs typeface="Pretendard SemiBold"/>
                        </a:rPr>
                        <a:t>목표</a:t>
                      </a:r>
                      <a:endParaRPr sz="900" b="0" dirty="0">
                        <a:solidFill>
                          <a:srgbClr val="8C8078"/>
                        </a:solidFill>
                        <a:latin typeface="Pretendard SemiBold"/>
                        <a:ea typeface="Pretendard SemiBold"/>
                        <a:cs typeface="Pretendard SemiBold"/>
                      </a:endParaRPr>
                    </a:p>
                  </a:txBody>
                  <a:tcPr marL="97536" marR="97536" marT="30480" marB="30480" anchor="ctr">
                    <a:lnL w="12700">
                      <a:noFill/>
                    </a:lnL>
                    <a:lnR w="12700">
                      <a:noFill/>
                    </a:lnR>
                    <a:lnT w="12700">
                      <a:noFill/>
                    </a:lnT>
                    <a:lnB w="12700">
                      <a:solidFill>
                        <a:srgbClr val="E9E1D6"/>
                      </a:solidFill>
                    </a:lnB>
                    <a:solidFill>
                      <a:srgbClr val="F4EEE6"/>
                    </a:solidFill>
                  </a:tcPr>
                </a:tc>
                <a:tc>
                  <a:txBody>
                    <a:bodyPr/>
                    <a:lstStyle/>
                    <a:p>
                      <a:pPr algn="l">
                        <a:lnSpc>
                          <a:spcPct val="115000"/>
                        </a:lnSpc>
                      </a:pPr>
                      <a:r>
                        <a:rPr sz="900" b="0">
                          <a:solidFill>
                            <a:srgbClr val="8C8078"/>
                          </a:solidFill>
                          <a:latin typeface="Pretendard SemiBold"/>
                          <a:ea typeface="Pretendard SemiBold"/>
                          <a:cs typeface="Pretendard SemiBold"/>
                        </a:rPr>
                        <a:t>구현 결과</a:t>
                      </a:r>
                    </a:p>
                  </a:txBody>
                  <a:tcPr marL="97536" marR="97536" marT="30480" marB="30480" anchor="ctr">
                    <a:lnL w="12700">
                      <a:noFill/>
                    </a:lnL>
                    <a:lnR w="12700">
                      <a:noFill/>
                    </a:lnR>
                    <a:lnT w="12700">
                      <a:noFill/>
                    </a:lnT>
                    <a:lnB w="12700">
                      <a:solidFill>
                        <a:srgbClr val="E9E1D6"/>
                      </a:solidFill>
                    </a:lnB>
                    <a:solidFill>
                      <a:srgbClr val="F4EEE6"/>
                    </a:solidFill>
                  </a:tcPr>
                </a:tc>
                <a:tc>
                  <a:txBody>
                    <a:bodyPr/>
                    <a:lstStyle/>
                    <a:p>
                      <a:pPr algn="ctr">
                        <a:lnSpc>
                          <a:spcPct val="115000"/>
                        </a:lnSpc>
                      </a:pPr>
                      <a:r>
                        <a:rPr sz="900" b="0">
                          <a:solidFill>
                            <a:srgbClr val="8C8078"/>
                          </a:solidFill>
                          <a:latin typeface="Pretendard SemiBold"/>
                          <a:ea typeface="Pretendard SemiBold"/>
                          <a:cs typeface="Pretendard SemiBold"/>
                        </a:rPr>
                        <a:t>판정</a:t>
                      </a:r>
                    </a:p>
                  </a:txBody>
                  <a:tcPr marL="97536" marR="97536" marT="30480" marB="30480" anchor="ctr">
                    <a:lnL w="12700">
                      <a:noFill/>
                    </a:lnL>
                    <a:lnR w="12700">
                      <a:noFill/>
                    </a:lnR>
                    <a:lnT w="12700">
                      <a:noFill/>
                    </a:lnT>
                    <a:lnB w="12700">
                      <a:solidFill>
                        <a:srgbClr val="E9E1D6"/>
                      </a:solidFill>
                    </a:lnB>
                    <a:solidFill>
                      <a:srgbClr val="F4EEE6"/>
                    </a:solidFill>
                  </a:tcPr>
                </a:tc>
                <a:extLst>
                  <a:ext uri="{0D108BD9-81ED-4DB2-BD59-A6C34878D82A}">
                    <a16:rowId xmlns:a16="http://schemas.microsoft.com/office/drawing/2014/main" val="10000"/>
                  </a:ext>
                </a:extLst>
              </a:tr>
              <a:tr h="670560">
                <a:tc>
                  <a:txBody>
                    <a:bodyPr/>
                    <a:lstStyle/>
                    <a:p>
                      <a:pPr algn="l">
                        <a:lnSpc>
                          <a:spcPct val="115000"/>
                        </a:lnSpc>
                      </a:pPr>
                      <a:r>
                        <a:rPr sz="1300" b="1" dirty="0">
                          <a:solidFill>
                            <a:srgbClr val="2A1F17"/>
                          </a:solidFill>
                          <a:latin typeface="Pretendard"/>
                          <a:ea typeface="Pretendard"/>
                          <a:cs typeface="Pretendard"/>
                        </a:rPr>
                        <a:t>빵 </a:t>
                      </a:r>
                      <a:r>
                        <a:rPr sz="1300" b="1" dirty="0" err="1">
                          <a:solidFill>
                            <a:srgbClr val="2A1F17"/>
                          </a:solidFill>
                          <a:latin typeface="Pretendard"/>
                          <a:ea typeface="Pretendard"/>
                          <a:cs typeface="Pretendard"/>
                        </a:rPr>
                        <a:t>종류·개수</a:t>
                      </a:r>
                      <a:r>
                        <a:rPr sz="1300" b="1" dirty="0">
                          <a:solidFill>
                            <a:srgbClr val="2A1F17"/>
                          </a:solidFill>
                          <a:latin typeface="Pretendard"/>
                          <a:ea typeface="Pretendard"/>
                          <a:cs typeface="Pretendard"/>
                        </a:rPr>
                        <a:t> </a:t>
                      </a:r>
                      <a:r>
                        <a:rPr sz="1300" b="1" dirty="0" err="1">
                          <a:solidFill>
                            <a:srgbClr val="2A1F17"/>
                          </a:solidFill>
                          <a:latin typeface="Pretendard"/>
                          <a:ea typeface="Pretendard"/>
                          <a:cs typeface="Pretendard"/>
                        </a:rPr>
                        <a:t>자동</a:t>
                      </a:r>
                      <a:r>
                        <a:rPr sz="1300" b="1" dirty="0">
                          <a:solidFill>
                            <a:srgbClr val="2A1F17"/>
                          </a:solidFill>
                          <a:latin typeface="Pretendard"/>
                          <a:ea typeface="Pretendard"/>
                          <a:cs typeface="Pretendard"/>
                        </a:rPr>
                        <a:t> </a:t>
                      </a:r>
                      <a:r>
                        <a:rPr sz="1300" b="1" dirty="0" err="1">
                          <a:solidFill>
                            <a:srgbClr val="2A1F17"/>
                          </a:solidFill>
                          <a:latin typeface="Pretendard"/>
                          <a:ea typeface="Pretendard"/>
                          <a:cs typeface="Pretendard"/>
                        </a:rPr>
                        <a:t>인식</a:t>
                      </a:r>
                      <a:endParaRPr sz="1300" b="1" dirty="0">
                        <a:solidFill>
                          <a:srgbClr val="2A1F17"/>
                        </a:solidFill>
                        <a:latin typeface="Pretendard"/>
                        <a:ea typeface="Pretendard"/>
                        <a:cs typeface="Pretendard"/>
                      </a:endParaRP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FFFFFF"/>
                    </a:solidFill>
                  </a:tcPr>
                </a:tc>
                <a:tc>
                  <a:txBody>
                    <a:bodyPr/>
                    <a:lstStyle/>
                    <a:p>
                      <a:pPr algn="l">
                        <a:lnSpc>
                          <a:spcPct val="115000"/>
                        </a:lnSpc>
                      </a:pPr>
                      <a:r>
                        <a:rPr sz="1100" b="0" dirty="0">
                          <a:solidFill>
                            <a:srgbClr val="5B4E44"/>
                          </a:solidFill>
                          <a:latin typeface="Pretendard"/>
                          <a:ea typeface="Pretendard"/>
                          <a:cs typeface="Pretendard"/>
                        </a:rPr>
                        <a:t>12종 </a:t>
                      </a:r>
                      <a:r>
                        <a:rPr sz="1100" b="0" dirty="0" err="1">
                          <a:solidFill>
                            <a:srgbClr val="5B4E44"/>
                          </a:solidFill>
                          <a:latin typeface="Pretendard"/>
                          <a:ea typeface="Pretendard"/>
                          <a:cs typeface="Pretendard"/>
                        </a:rPr>
                        <a:t>인식</a:t>
                      </a:r>
                      <a:r>
                        <a:rPr sz="1100" b="0" dirty="0">
                          <a:solidFill>
                            <a:srgbClr val="5B4E44"/>
                          </a:solidFill>
                          <a:latin typeface="Pretendard"/>
                          <a:ea typeface="Pretendard"/>
                          <a:cs typeface="Pretendard"/>
                        </a:rPr>
                        <a:t> · 한 장 </a:t>
                      </a:r>
                      <a:r>
                        <a:rPr sz="1100" b="0" dirty="0" err="1">
                          <a:solidFill>
                            <a:srgbClr val="5B4E44"/>
                          </a:solidFill>
                          <a:latin typeface="Pretendard"/>
                          <a:ea typeface="Pretendard"/>
                          <a:cs typeface="Pretendard"/>
                        </a:rPr>
                        <a:t>최대</a:t>
                      </a:r>
                      <a:r>
                        <a:rPr sz="1100" b="0" dirty="0">
                          <a:solidFill>
                            <a:srgbClr val="5B4E44"/>
                          </a:solidFill>
                          <a:latin typeface="Pretendard"/>
                          <a:ea typeface="Pretendard"/>
                          <a:cs typeface="Pretendard"/>
                        </a:rPr>
                        <a:t> 8개 </a:t>
                      </a:r>
                      <a:r>
                        <a:rPr sz="1100" b="0" dirty="0" err="1">
                          <a:solidFill>
                            <a:srgbClr val="5B4E44"/>
                          </a:solidFill>
                          <a:latin typeface="Pretendard"/>
                          <a:ea typeface="Pretendard"/>
                          <a:cs typeface="Pretendard"/>
                        </a:rPr>
                        <a:t>테스트</a:t>
                      </a:r>
                      <a:r>
                        <a:rPr sz="1100" b="0" dirty="0">
                          <a:solidFill>
                            <a:srgbClr val="5B4E44"/>
                          </a:solidFill>
                          <a:latin typeface="Pretendard"/>
                          <a:ea typeface="Pretendard"/>
                          <a:cs typeface="Pretendard"/>
                        </a:rPr>
                        <a:t> · </a:t>
                      </a:r>
                      <a:r>
                        <a:rPr sz="1100" b="0" dirty="0" err="1">
                          <a:solidFill>
                            <a:srgbClr val="5B4E44"/>
                          </a:solidFill>
                          <a:latin typeface="Pretendard"/>
                          <a:ea typeface="Pretendard"/>
                          <a:cs typeface="Pretendard"/>
                        </a:rPr>
                        <a:t>실시간</a:t>
                      </a:r>
                      <a:r>
                        <a:rPr sz="1100" b="0" dirty="0">
                          <a:solidFill>
                            <a:srgbClr val="5B4E44"/>
                          </a:solidFill>
                          <a:latin typeface="Pretendard"/>
                          <a:ea typeface="Pretendard"/>
                          <a:cs typeface="Pretendard"/>
                        </a:rPr>
                        <a:t> </a:t>
                      </a:r>
                      <a:r>
                        <a:rPr sz="1100" b="0" dirty="0" err="1">
                          <a:solidFill>
                            <a:srgbClr val="5B4E44"/>
                          </a:solidFill>
                          <a:latin typeface="Pretendard"/>
                          <a:ea typeface="Pretendard"/>
                          <a:cs typeface="Pretendard"/>
                        </a:rPr>
                        <a:t>박스</a:t>
                      </a:r>
                      <a:r>
                        <a:rPr sz="1100" b="0" dirty="0">
                          <a:solidFill>
                            <a:srgbClr val="5B4E44"/>
                          </a:solidFill>
                          <a:latin typeface="Pretendard"/>
                          <a:ea typeface="Pretendard"/>
                          <a:cs typeface="Pretendard"/>
                        </a:rPr>
                        <a:t> </a:t>
                      </a:r>
                      <a:r>
                        <a:rPr sz="1100" b="0" dirty="0" err="1">
                          <a:solidFill>
                            <a:srgbClr val="5B4E44"/>
                          </a:solidFill>
                          <a:latin typeface="Pretendard"/>
                          <a:ea typeface="Pretendard"/>
                          <a:cs typeface="Pretendard"/>
                        </a:rPr>
                        <a:t>표시</a:t>
                      </a:r>
                      <a:r>
                        <a:rPr sz="1100" b="0" dirty="0">
                          <a:solidFill>
                            <a:srgbClr val="5B4E44"/>
                          </a:solidFill>
                          <a:latin typeface="Pretendard"/>
                          <a:ea typeface="Pretendard"/>
                          <a:cs typeface="Pretendard"/>
                        </a:rPr>
                        <a:t> · 「</a:t>
                      </a:r>
                      <a:r>
                        <a:rPr sz="1100" b="0" dirty="0" err="1">
                          <a:solidFill>
                            <a:srgbClr val="5B4E44"/>
                          </a:solidFill>
                          <a:latin typeface="Pretendard"/>
                          <a:ea typeface="Pretendard"/>
                          <a:cs typeface="Pretendard"/>
                        </a:rPr>
                        <a:t>상품</a:t>
                      </a:r>
                      <a:r>
                        <a:rPr sz="1100" b="0" dirty="0">
                          <a:solidFill>
                            <a:srgbClr val="5B4E44"/>
                          </a:solidFill>
                          <a:latin typeface="Pretendard"/>
                          <a:ea typeface="Pretendard"/>
                          <a:cs typeface="Pretendard"/>
                        </a:rPr>
                        <a:t> </a:t>
                      </a:r>
                      <a:r>
                        <a:rPr sz="1100" b="0" dirty="0" err="1">
                          <a:solidFill>
                            <a:srgbClr val="5B4E44"/>
                          </a:solidFill>
                          <a:latin typeface="Pretendard"/>
                          <a:ea typeface="Pretendard"/>
                          <a:cs typeface="Pretendard"/>
                        </a:rPr>
                        <a:t>인식</a:t>
                      </a:r>
                      <a:r>
                        <a:rPr sz="1100" b="0" dirty="0">
                          <a:solidFill>
                            <a:srgbClr val="5B4E44"/>
                          </a:solidFill>
                          <a:latin typeface="Pretendard"/>
                          <a:ea typeface="Pretendard"/>
                          <a:cs typeface="Pretendard"/>
                        </a:rPr>
                        <a:t> </a:t>
                      </a:r>
                      <a:r>
                        <a:rPr sz="1100" b="0" dirty="0" err="1">
                          <a:solidFill>
                            <a:srgbClr val="5B4E44"/>
                          </a:solidFill>
                          <a:latin typeface="Pretendard"/>
                          <a:ea typeface="Pretendard"/>
                          <a:cs typeface="Pretendard"/>
                        </a:rPr>
                        <a:t>실행</a:t>
                      </a:r>
                      <a:r>
                        <a:rPr sz="1100" b="0" dirty="0">
                          <a:solidFill>
                            <a:srgbClr val="5B4E44"/>
                          </a:solidFill>
                          <a:latin typeface="Pretendard"/>
                          <a:ea typeface="Pretendard"/>
                          <a:cs typeface="Pretendard"/>
                        </a:rPr>
                        <a:t>」 시 </a:t>
                      </a:r>
                      <a:r>
                        <a:rPr sz="1100" b="0" dirty="0" err="1">
                          <a:solidFill>
                            <a:srgbClr val="5B4E44"/>
                          </a:solidFill>
                          <a:latin typeface="Pretendard"/>
                          <a:ea typeface="Pretendard"/>
                          <a:cs typeface="Pretendard"/>
                        </a:rPr>
                        <a:t>주문표</a:t>
                      </a:r>
                      <a:r>
                        <a:rPr sz="1100" b="0" dirty="0">
                          <a:solidFill>
                            <a:srgbClr val="5B4E44"/>
                          </a:solidFill>
                          <a:latin typeface="Pretendard"/>
                          <a:ea typeface="Pretendard"/>
                          <a:cs typeface="Pretendard"/>
                        </a:rPr>
                        <a:t> </a:t>
                      </a:r>
                      <a:r>
                        <a:rPr sz="1100" b="0" dirty="0" err="1">
                          <a:solidFill>
                            <a:srgbClr val="5B4E44"/>
                          </a:solidFill>
                          <a:latin typeface="Pretendard"/>
                          <a:ea typeface="Pretendard"/>
                          <a:cs typeface="Pretendard"/>
                        </a:rPr>
                        <a:t>자동</a:t>
                      </a:r>
                      <a:r>
                        <a:rPr sz="1100" b="0" dirty="0">
                          <a:solidFill>
                            <a:srgbClr val="5B4E44"/>
                          </a:solidFill>
                          <a:latin typeface="Pretendard"/>
                          <a:ea typeface="Pretendard"/>
                          <a:cs typeface="Pretendard"/>
                        </a:rPr>
                        <a:t> </a:t>
                      </a:r>
                      <a:r>
                        <a:rPr sz="1100" b="0" dirty="0" err="1">
                          <a:solidFill>
                            <a:srgbClr val="5B4E44"/>
                          </a:solidFill>
                          <a:latin typeface="Pretendard"/>
                          <a:ea typeface="Pretendard"/>
                          <a:cs typeface="Pretendard"/>
                        </a:rPr>
                        <a:t>입력</a:t>
                      </a:r>
                      <a:endParaRPr sz="1100" b="0" dirty="0">
                        <a:solidFill>
                          <a:srgbClr val="5B4E44"/>
                        </a:solidFill>
                        <a:latin typeface="Pretendard"/>
                        <a:ea typeface="Pretendard"/>
                        <a:cs typeface="Pretendard"/>
                      </a:endParaRP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FFFFFF"/>
                    </a:solidFill>
                  </a:tcPr>
                </a:tc>
                <a:tc>
                  <a:txBody>
                    <a:bodyPr/>
                    <a:lstStyle/>
                    <a:p>
                      <a:pPr algn="ctr">
                        <a:lnSpc>
                          <a:spcPct val="115000"/>
                        </a:lnSpc>
                      </a:pPr>
                      <a:r>
                        <a:rPr sz="1000" b="1">
                          <a:solidFill>
                            <a:srgbClr val="2F8A57"/>
                          </a:solidFill>
                          <a:latin typeface="Pretendard"/>
                          <a:ea typeface="Pretendard"/>
                          <a:cs typeface="Pretendard"/>
                        </a:rPr>
                        <a:t>달성</a:t>
                      </a: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E3F2E8"/>
                    </a:solidFill>
                  </a:tcPr>
                </a:tc>
                <a:extLst>
                  <a:ext uri="{0D108BD9-81ED-4DB2-BD59-A6C34878D82A}">
                    <a16:rowId xmlns:a16="http://schemas.microsoft.com/office/drawing/2014/main" val="10001"/>
                  </a:ext>
                </a:extLst>
              </a:tr>
              <a:tr h="670560">
                <a:tc>
                  <a:txBody>
                    <a:bodyPr/>
                    <a:lstStyle/>
                    <a:p>
                      <a:pPr algn="l">
                        <a:lnSpc>
                          <a:spcPct val="115000"/>
                        </a:lnSpc>
                      </a:pPr>
                      <a:r>
                        <a:rPr sz="1300" b="1" dirty="0">
                          <a:solidFill>
                            <a:srgbClr val="2A1F17"/>
                          </a:solidFill>
                          <a:latin typeface="Pretendard"/>
                          <a:ea typeface="Pretendard"/>
                          <a:cs typeface="Pretendard"/>
                        </a:rPr>
                        <a:t>Jetson </a:t>
                      </a:r>
                      <a:r>
                        <a:rPr sz="1300" b="1" dirty="0" err="1">
                          <a:solidFill>
                            <a:srgbClr val="2A1F17"/>
                          </a:solidFill>
                          <a:latin typeface="Pretendard"/>
                          <a:ea typeface="Pretendard"/>
                          <a:cs typeface="Pretendard"/>
                        </a:rPr>
                        <a:t>단독</a:t>
                      </a:r>
                      <a:r>
                        <a:rPr sz="1300" b="1" dirty="0">
                          <a:solidFill>
                            <a:srgbClr val="2A1F17"/>
                          </a:solidFill>
                          <a:latin typeface="Pretendard"/>
                          <a:ea typeface="Pretendard"/>
                          <a:cs typeface="Pretendard"/>
                        </a:rPr>
                        <a:t> </a:t>
                      </a:r>
                      <a:r>
                        <a:rPr sz="1300" b="1" dirty="0" err="1">
                          <a:solidFill>
                            <a:srgbClr val="2A1F17"/>
                          </a:solidFill>
                          <a:latin typeface="Pretendard"/>
                          <a:ea typeface="Pretendard"/>
                          <a:cs typeface="Pretendard"/>
                        </a:rPr>
                        <a:t>실시간</a:t>
                      </a:r>
                      <a:r>
                        <a:rPr sz="1300" b="1" dirty="0">
                          <a:solidFill>
                            <a:srgbClr val="2A1F17"/>
                          </a:solidFill>
                          <a:latin typeface="Pretendard"/>
                          <a:ea typeface="Pretendard"/>
                          <a:cs typeface="Pretendard"/>
                        </a:rPr>
                        <a:t> </a:t>
                      </a:r>
                      <a:r>
                        <a:rPr sz="1300" b="1" dirty="0" err="1">
                          <a:solidFill>
                            <a:srgbClr val="2A1F17"/>
                          </a:solidFill>
                          <a:latin typeface="Pretendard"/>
                          <a:ea typeface="Pretendard"/>
                          <a:cs typeface="Pretendard"/>
                        </a:rPr>
                        <a:t>추론</a:t>
                      </a:r>
                      <a:endParaRPr sz="1300" b="1" dirty="0">
                        <a:solidFill>
                          <a:srgbClr val="2A1F17"/>
                        </a:solidFill>
                        <a:latin typeface="Pretendard"/>
                        <a:ea typeface="Pretendard"/>
                        <a:cs typeface="Pretendard"/>
                      </a:endParaRP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FFFFFF"/>
                    </a:solidFill>
                  </a:tcPr>
                </a:tc>
                <a:tc>
                  <a:txBody>
                    <a:bodyPr/>
                    <a:lstStyle/>
                    <a:p>
                      <a:pPr algn="l">
                        <a:lnSpc>
                          <a:spcPct val="115000"/>
                        </a:lnSpc>
                      </a:pPr>
                      <a:r>
                        <a:rPr sz="1100" b="0" dirty="0" err="1">
                          <a:solidFill>
                            <a:srgbClr val="5B4E44"/>
                          </a:solidFill>
                          <a:latin typeface="Pretendard"/>
                          <a:ea typeface="Pretendard"/>
                          <a:cs typeface="Pretendard"/>
                        </a:rPr>
                        <a:t>pt</a:t>
                      </a:r>
                      <a:r>
                        <a:rPr sz="1100" b="0" dirty="0">
                          <a:solidFill>
                            <a:srgbClr val="5B4E44"/>
                          </a:solidFill>
                          <a:latin typeface="Pretendard"/>
                          <a:ea typeface="Pretendard"/>
                          <a:cs typeface="Pretendard"/>
                        </a:rPr>
                        <a:t> → ONNX → </a:t>
                      </a:r>
                      <a:r>
                        <a:rPr sz="1100" b="0" dirty="0" err="1">
                          <a:solidFill>
                            <a:srgbClr val="5B4E44"/>
                          </a:solidFill>
                          <a:latin typeface="Pretendard"/>
                          <a:ea typeface="Pretendard"/>
                          <a:cs typeface="Pretendard"/>
                        </a:rPr>
                        <a:t>TensorRT</a:t>
                      </a:r>
                      <a:r>
                        <a:rPr sz="1100" b="0" dirty="0">
                          <a:solidFill>
                            <a:srgbClr val="5B4E44"/>
                          </a:solidFill>
                          <a:latin typeface="Pretendard"/>
                          <a:ea typeface="Pretendard"/>
                          <a:cs typeface="Pretendard"/>
                        </a:rPr>
                        <a:t>(FP16) </a:t>
                      </a:r>
                      <a:r>
                        <a:rPr sz="1100" b="0" dirty="0" err="1">
                          <a:solidFill>
                            <a:srgbClr val="5B4E44"/>
                          </a:solidFill>
                          <a:latin typeface="Pretendard"/>
                          <a:ea typeface="Pretendard"/>
                          <a:cs typeface="Pretendard"/>
                        </a:rPr>
                        <a:t>변환</a:t>
                      </a:r>
                      <a:r>
                        <a:rPr sz="1100" b="0" dirty="0">
                          <a:solidFill>
                            <a:srgbClr val="5B4E44"/>
                          </a:solidFill>
                          <a:latin typeface="Pretendard"/>
                          <a:ea typeface="Pretendard"/>
                          <a:cs typeface="Pretendard"/>
                        </a:rPr>
                        <a:t> · </a:t>
                      </a:r>
                      <a:r>
                        <a:rPr sz="1100" b="0" dirty="0" err="1">
                          <a:solidFill>
                            <a:srgbClr val="5B4E44"/>
                          </a:solidFill>
                          <a:latin typeface="Pretendard"/>
                          <a:ea typeface="Pretendard"/>
                          <a:cs typeface="Pretendard"/>
                        </a:rPr>
                        <a:t>카메라</a:t>
                      </a:r>
                      <a:r>
                        <a:rPr sz="1100" b="0" dirty="0">
                          <a:solidFill>
                            <a:srgbClr val="5B4E44"/>
                          </a:solidFill>
                          <a:latin typeface="Pretendard"/>
                          <a:ea typeface="Pretendard"/>
                          <a:cs typeface="Pretendard"/>
                        </a:rPr>
                        <a:t> </a:t>
                      </a:r>
                      <a:r>
                        <a:rPr sz="1100" b="0" dirty="0" err="1">
                          <a:solidFill>
                            <a:srgbClr val="5B4E44"/>
                          </a:solidFill>
                          <a:latin typeface="Pretendard"/>
                          <a:ea typeface="Pretendard"/>
                          <a:cs typeface="Pretendard"/>
                        </a:rPr>
                        <a:t>서버</a:t>
                      </a:r>
                      <a:r>
                        <a:rPr sz="1100" b="0" dirty="0">
                          <a:solidFill>
                            <a:srgbClr val="5B4E44"/>
                          </a:solidFill>
                          <a:latin typeface="Pretendard"/>
                          <a:ea typeface="Pretendard"/>
                          <a:cs typeface="Pretendard"/>
                        </a:rPr>
                        <a:t> / </a:t>
                      </a:r>
                      <a:r>
                        <a:rPr sz="1100" b="0" dirty="0" err="1">
                          <a:solidFill>
                            <a:srgbClr val="5B4E44"/>
                          </a:solidFill>
                          <a:latin typeface="Pretendard"/>
                          <a:ea typeface="Pretendard"/>
                          <a:cs typeface="Pretendard"/>
                        </a:rPr>
                        <a:t>추론</a:t>
                      </a:r>
                      <a:r>
                        <a:rPr sz="1100" b="0" dirty="0">
                          <a:solidFill>
                            <a:srgbClr val="5B4E44"/>
                          </a:solidFill>
                          <a:latin typeface="Pretendard"/>
                          <a:ea typeface="Pretendard"/>
                          <a:cs typeface="Pretendard"/>
                        </a:rPr>
                        <a:t> </a:t>
                      </a:r>
                      <a:r>
                        <a:rPr sz="1100" b="0" dirty="0" err="1">
                          <a:solidFill>
                            <a:srgbClr val="5B4E44"/>
                          </a:solidFill>
                          <a:latin typeface="Pretendard"/>
                          <a:ea typeface="Pretendard"/>
                          <a:cs typeface="Pretendard"/>
                        </a:rPr>
                        <a:t>서버</a:t>
                      </a:r>
                      <a:r>
                        <a:rPr sz="1100" b="0" dirty="0">
                          <a:solidFill>
                            <a:srgbClr val="5B4E44"/>
                          </a:solidFill>
                          <a:latin typeface="Pretendard"/>
                          <a:ea typeface="Pretendard"/>
                          <a:cs typeface="Pretendard"/>
                        </a:rPr>
                        <a:t> </a:t>
                      </a:r>
                      <a:r>
                        <a:rPr sz="1100" b="0" dirty="0" err="1">
                          <a:solidFill>
                            <a:srgbClr val="5B4E44"/>
                          </a:solidFill>
                          <a:latin typeface="Pretendard"/>
                          <a:ea typeface="Pretendard"/>
                          <a:cs typeface="Pretendard"/>
                        </a:rPr>
                        <a:t>분리</a:t>
                      </a:r>
                      <a:r>
                        <a:rPr sz="1100" b="0" dirty="0">
                          <a:solidFill>
                            <a:srgbClr val="5B4E44"/>
                          </a:solidFill>
                          <a:latin typeface="Pretendard"/>
                          <a:ea typeface="Pretendard"/>
                          <a:cs typeface="Pretendard"/>
                        </a:rPr>
                        <a:t> · </a:t>
                      </a:r>
                      <a:r>
                        <a:rPr sz="1100" b="0" dirty="0" err="1">
                          <a:solidFill>
                            <a:srgbClr val="5B4E44"/>
                          </a:solidFill>
                          <a:latin typeface="Pretendard"/>
                          <a:ea typeface="Pretendard"/>
                          <a:cs typeface="Pretendard"/>
                        </a:rPr>
                        <a:t>부팅</a:t>
                      </a:r>
                      <a:r>
                        <a:rPr sz="1100" b="0" dirty="0">
                          <a:solidFill>
                            <a:srgbClr val="5B4E44"/>
                          </a:solidFill>
                          <a:latin typeface="Pretendard"/>
                          <a:ea typeface="Pretendard"/>
                          <a:cs typeface="Pretendard"/>
                        </a:rPr>
                        <a:t> 시 </a:t>
                      </a:r>
                      <a:r>
                        <a:rPr sz="1100" b="0" dirty="0" err="1">
                          <a:solidFill>
                            <a:srgbClr val="5B4E44"/>
                          </a:solidFill>
                          <a:latin typeface="Pretendard"/>
                          <a:ea typeface="Pretendard"/>
                          <a:cs typeface="Pretendard"/>
                        </a:rPr>
                        <a:t>자동</a:t>
                      </a:r>
                      <a:r>
                        <a:rPr sz="1100" b="0" dirty="0">
                          <a:solidFill>
                            <a:srgbClr val="5B4E44"/>
                          </a:solidFill>
                          <a:latin typeface="Pretendard"/>
                          <a:ea typeface="Pretendard"/>
                          <a:cs typeface="Pretendard"/>
                        </a:rPr>
                        <a:t> </a:t>
                      </a:r>
                      <a:r>
                        <a:rPr sz="1100" b="0" dirty="0" err="1">
                          <a:solidFill>
                            <a:srgbClr val="5B4E44"/>
                          </a:solidFill>
                          <a:latin typeface="Pretendard"/>
                          <a:ea typeface="Pretendard"/>
                          <a:cs typeface="Pretendard"/>
                        </a:rPr>
                        <a:t>실행</a:t>
                      </a:r>
                      <a:endParaRPr sz="1100" b="0" dirty="0">
                        <a:solidFill>
                          <a:srgbClr val="5B4E44"/>
                        </a:solidFill>
                        <a:latin typeface="Pretendard"/>
                        <a:ea typeface="Pretendard"/>
                        <a:cs typeface="Pretendard"/>
                      </a:endParaRP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FFFFFF"/>
                    </a:solidFill>
                  </a:tcPr>
                </a:tc>
                <a:tc>
                  <a:txBody>
                    <a:bodyPr/>
                    <a:lstStyle/>
                    <a:p>
                      <a:pPr algn="ctr">
                        <a:lnSpc>
                          <a:spcPct val="115000"/>
                        </a:lnSpc>
                      </a:pPr>
                      <a:r>
                        <a:rPr sz="1000" b="1">
                          <a:solidFill>
                            <a:srgbClr val="2F8A57"/>
                          </a:solidFill>
                          <a:latin typeface="Pretendard"/>
                          <a:ea typeface="Pretendard"/>
                          <a:cs typeface="Pretendard"/>
                        </a:rPr>
                        <a:t>달성</a:t>
                      </a: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E3F2E8"/>
                    </a:solidFill>
                  </a:tcPr>
                </a:tc>
                <a:extLst>
                  <a:ext uri="{0D108BD9-81ED-4DB2-BD59-A6C34878D82A}">
                    <a16:rowId xmlns:a16="http://schemas.microsoft.com/office/drawing/2014/main" val="10002"/>
                  </a:ext>
                </a:extLst>
              </a:tr>
              <a:tr h="670560">
                <a:tc>
                  <a:txBody>
                    <a:bodyPr/>
                    <a:lstStyle/>
                    <a:p>
                      <a:pPr algn="l">
                        <a:lnSpc>
                          <a:spcPct val="115000"/>
                        </a:lnSpc>
                      </a:pPr>
                      <a:r>
                        <a:rPr sz="1300" b="1" dirty="0">
                          <a:solidFill>
                            <a:srgbClr val="2A1F17"/>
                          </a:solidFill>
                          <a:latin typeface="Pretendard"/>
                          <a:ea typeface="Pretendard"/>
                          <a:cs typeface="Pretendard"/>
                        </a:rPr>
                        <a:t>새 빵 </a:t>
                      </a:r>
                      <a:r>
                        <a:rPr sz="1300" b="1" dirty="0" err="1">
                          <a:solidFill>
                            <a:srgbClr val="2A1F17"/>
                          </a:solidFill>
                          <a:latin typeface="Pretendard"/>
                          <a:ea typeface="Pretendard"/>
                          <a:cs typeface="Pretendard"/>
                        </a:rPr>
                        <a:t>데이터</a:t>
                      </a:r>
                      <a:r>
                        <a:rPr sz="1300" b="1" dirty="0">
                          <a:solidFill>
                            <a:srgbClr val="2A1F17"/>
                          </a:solidFill>
                          <a:latin typeface="Pretendard"/>
                          <a:ea typeface="Pretendard"/>
                          <a:cs typeface="Pretendard"/>
                        </a:rPr>
                        <a:t> </a:t>
                      </a:r>
                      <a:r>
                        <a:rPr sz="1300" b="1" dirty="0" err="1">
                          <a:solidFill>
                            <a:srgbClr val="2A1F17"/>
                          </a:solidFill>
                          <a:latin typeface="Pretendard"/>
                          <a:ea typeface="Pretendard"/>
                          <a:cs typeface="Pretendard"/>
                        </a:rPr>
                        <a:t>수집</a:t>
                      </a:r>
                      <a:r>
                        <a:rPr sz="1300" b="1" dirty="0">
                          <a:solidFill>
                            <a:srgbClr val="2A1F17"/>
                          </a:solidFill>
                          <a:latin typeface="Pretendard"/>
                          <a:ea typeface="Pretendard"/>
                          <a:cs typeface="Pretendard"/>
                        </a:rPr>
                        <a:t> </a:t>
                      </a:r>
                      <a:r>
                        <a:rPr sz="1300" b="1" dirty="0" err="1">
                          <a:solidFill>
                            <a:srgbClr val="2A1F17"/>
                          </a:solidFill>
                          <a:latin typeface="Pretendard"/>
                          <a:ea typeface="Pretendard"/>
                          <a:cs typeface="Pretendard"/>
                        </a:rPr>
                        <a:t>자동화</a:t>
                      </a:r>
                      <a:endParaRPr sz="1300" b="1" dirty="0">
                        <a:solidFill>
                          <a:srgbClr val="2A1F17"/>
                        </a:solidFill>
                        <a:latin typeface="Pretendard"/>
                        <a:ea typeface="Pretendard"/>
                        <a:cs typeface="Pretendard"/>
                      </a:endParaRP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FFFFFF"/>
                    </a:solidFill>
                  </a:tcPr>
                </a:tc>
                <a:tc>
                  <a:txBody>
                    <a:bodyPr/>
                    <a:lstStyle/>
                    <a:p>
                      <a:pPr algn="l">
                        <a:lnSpc>
                          <a:spcPct val="115000"/>
                        </a:lnSpc>
                      </a:pPr>
                      <a:r>
                        <a:rPr sz="1100" b="0" dirty="0" err="1">
                          <a:solidFill>
                            <a:srgbClr val="5B4E44"/>
                          </a:solidFill>
                          <a:latin typeface="Pretendard"/>
                          <a:ea typeface="Pretendard"/>
                          <a:cs typeface="Pretendard"/>
                        </a:rPr>
                        <a:t>랙·피니언</a:t>
                      </a:r>
                      <a:r>
                        <a:rPr sz="1100" b="0" dirty="0">
                          <a:solidFill>
                            <a:srgbClr val="5B4E44"/>
                          </a:solidFill>
                          <a:latin typeface="Pretendard"/>
                          <a:ea typeface="Pretendard"/>
                          <a:cs typeface="Pretendard"/>
                        </a:rPr>
                        <a:t> </a:t>
                      </a:r>
                      <a:r>
                        <a:rPr sz="1100" b="0" dirty="0" err="1">
                          <a:solidFill>
                            <a:srgbClr val="5B4E44"/>
                          </a:solidFill>
                          <a:latin typeface="Pretendard"/>
                          <a:ea typeface="Pretendard"/>
                          <a:cs typeface="Pretendard"/>
                        </a:rPr>
                        <a:t>이동</a:t>
                      </a:r>
                      <a:r>
                        <a:rPr sz="1100" b="0" dirty="0">
                          <a:solidFill>
                            <a:srgbClr val="5B4E44"/>
                          </a:solidFill>
                          <a:latin typeface="Pretendard"/>
                          <a:ea typeface="Pretendard"/>
                          <a:cs typeface="Pretendard"/>
                        </a:rPr>
                        <a:t> </a:t>
                      </a:r>
                      <a:r>
                        <a:rPr sz="1100" b="0" dirty="0" err="1">
                          <a:solidFill>
                            <a:srgbClr val="5B4E44"/>
                          </a:solidFill>
                          <a:latin typeface="Pretendard"/>
                          <a:ea typeface="Pretendard"/>
                          <a:cs typeface="Pretendard"/>
                        </a:rPr>
                        <a:t>기구</a:t>
                      </a:r>
                      <a:r>
                        <a:rPr sz="1100" b="0" dirty="0">
                          <a:solidFill>
                            <a:srgbClr val="5B4E44"/>
                          </a:solidFill>
                          <a:latin typeface="Pretendard"/>
                          <a:ea typeface="Pretendard"/>
                          <a:cs typeface="Pretendard"/>
                        </a:rPr>
                        <a:t> + </a:t>
                      </a:r>
                      <a:r>
                        <a:rPr sz="1100" b="0" dirty="0" err="1">
                          <a:solidFill>
                            <a:srgbClr val="5B4E44"/>
                          </a:solidFill>
                          <a:latin typeface="Pretendard"/>
                          <a:ea typeface="Pretendard"/>
                          <a:cs typeface="Pretendard"/>
                        </a:rPr>
                        <a:t>스텝</a:t>
                      </a:r>
                      <a:r>
                        <a:rPr sz="1100" b="0" dirty="0">
                          <a:solidFill>
                            <a:srgbClr val="5B4E44"/>
                          </a:solidFill>
                          <a:latin typeface="Pretendard"/>
                          <a:ea typeface="Pretendard"/>
                          <a:cs typeface="Pretendard"/>
                        </a:rPr>
                        <a:t> </a:t>
                      </a:r>
                      <a:r>
                        <a:rPr sz="1100" b="0" dirty="0" err="1">
                          <a:solidFill>
                            <a:srgbClr val="5B4E44"/>
                          </a:solidFill>
                          <a:latin typeface="Pretendard"/>
                          <a:ea typeface="Pretendard"/>
                          <a:cs typeface="Pretendard"/>
                        </a:rPr>
                        <a:t>모터</a:t>
                      </a:r>
                      <a:r>
                        <a:rPr sz="1100" b="0" dirty="0">
                          <a:solidFill>
                            <a:srgbClr val="5B4E44"/>
                          </a:solidFill>
                          <a:latin typeface="Pretendard"/>
                          <a:ea typeface="Pretendard"/>
                          <a:cs typeface="Pretendard"/>
                        </a:rPr>
                        <a:t> </a:t>
                      </a:r>
                      <a:r>
                        <a:rPr sz="1100" b="0" dirty="0" err="1">
                          <a:solidFill>
                            <a:srgbClr val="5B4E44"/>
                          </a:solidFill>
                          <a:latin typeface="Pretendard"/>
                          <a:ea typeface="Pretendard"/>
                          <a:cs typeface="Pretendard"/>
                        </a:rPr>
                        <a:t>제작</a:t>
                      </a:r>
                      <a:r>
                        <a:rPr sz="1100" b="0" dirty="0">
                          <a:solidFill>
                            <a:srgbClr val="5B4E44"/>
                          </a:solidFill>
                          <a:latin typeface="Pretendard"/>
                          <a:ea typeface="Pretendard"/>
                          <a:cs typeface="Pretendard"/>
                        </a:rPr>
                        <a:t> · </a:t>
                      </a:r>
                      <a:r>
                        <a:rPr sz="1100" b="0" dirty="0" err="1">
                          <a:solidFill>
                            <a:srgbClr val="5B4E44"/>
                          </a:solidFill>
                          <a:latin typeface="Pretendard"/>
                          <a:ea typeface="Pretendard"/>
                          <a:cs typeface="Pretendard"/>
                        </a:rPr>
                        <a:t>수집</a:t>
                      </a:r>
                      <a:r>
                        <a:rPr sz="1100" b="0" dirty="0">
                          <a:solidFill>
                            <a:srgbClr val="5B4E44"/>
                          </a:solidFill>
                          <a:latin typeface="Pretendard"/>
                          <a:ea typeface="Pretendard"/>
                          <a:cs typeface="Pretendard"/>
                        </a:rPr>
                        <a:t> 중 </a:t>
                      </a:r>
                      <a:r>
                        <a:rPr sz="1100" b="0" dirty="0" err="1">
                          <a:solidFill>
                            <a:srgbClr val="5B4E44"/>
                          </a:solidFill>
                          <a:latin typeface="Pretendard"/>
                          <a:ea typeface="Pretendard"/>
                          <a:cs typeface="Pretendard"/>
                        </a:rPr>
                        <a:t>젯슨이</a:t>
                      </a:r>
                      <a:r>
                        <a:rPr sz="1100" b="0" dirty="0">
                          <a:solidFill>
                            <a:srgbClr val="5B4E44"/>
                          </a:solidFill>
                          <a:latin typeface="Pretendard"/>
                          <a:ea typeface="Pretendard"/>
                          <a:cs typeface="Pretendard"/>
                        </a:rPr>
                        <a:t> </a:t>
                      </a:r>
                      <a:r>
                        <a:rPr sz="1100" b="0" dirty="0" err="1">
                          <a:solidFill>
                            <a:srgbClr val="5B4E44"/>
                          </a:solidFill>
                          <a:latin typeface="Pretendard"/>
                          <a:ea typeface="Pretendard"/>
                          <a:cs typeface="Pretendard"/>
                        </a:rPr>
                        <a:t>USB로</a:t>
                      </a:r>
                      <a:r>
                        <a:rPr sz="1100" b="0" dirty="0">
                          <a:solidFill>
                            <a:srgbClr val="5B4E44"/>
                          </a:solidFill>
                          <a:latin typeface="Pretendard"/>
                          <a:ea typeface="Pretendard"/>
                          <a:cs typeface="Pretendard"/>
                        </a:rPr>
                        <a:t> </a:t>
                      </a:r>
                      <a:r>
                        <a:rPr sz="1100" b="0" dirty="0" err="1">
                          <a:solidFill>
                            <a:srgbClr val="5B4E44"/>
                          </a:solidFill>
                          <a:latin typeface="Pretendard"/>
                          <a:ea typeface="Pretendard"/>
                          <a:cs typeface="Pretendard"/>
                        </a:rPr>
                        <a:t>회전</a:t>
                      </a:r>
                      <a:r>
                        <a:rPr sz="1100" b="0" dirty="0">
                          <a:solidFill>
                            <a:srgbClr val="5B4E44"/>
                          </a:solidFill>
                          <a:latin typeface="Pretendard"/>
                          <a:ea typeface="Pretendard"/>
                          <a:cs typeface="Pretendard"/>
                        </a:rPr>
                        <a:t> </a:t>
                      </a:r>
                      <a:r>
                        <a:rPr sz="1100" b="0" dirty="0" err="1">
                          <a:solidFill>
                            <a:srgbClr val="5B4E44"/>
                          </a:solidFill>
                          <a:latin typeface="Pretendard"/>
                          <a:ea typeface="Pretendard"/>
                          <a:cs typeface="Pretendard"/>
                        </a:rPr>
                        <a:t>명령</a:t>
                      </a:r>
                      <a:r>
                        <a:rPr sz="1100" b="0" dirty="0">
                          <a:solidFill>
                            <a:srgbClr val="5B4E44"/>
                          </a:solidFill>
                          <a:latin typeface="Pretendard"/>
                          <a:ea typeface="Pretendard"/>
                          <a:cs typeface="Pretendard"/>
                        </a:rPr>
                        <a:t> → </a:t>
                      </a:r>
                      <a:r>
                        <a:rPr sz="1100" b="0" dirty="0" err="1">
                          <a:solidFill>
                            <a:srgbClr val="5B4E44"/>
                          </a:solidFill>
                          <a:latin typeface="Pretendard"/>
                          <a:ea typeface="Pretendard"/>
                          <a:cs typeface="Pretendard"/>
                        </a:rPr>
                        <a:t>여러</a:t>
                      </a:r>
                      <a:r>
                        <a:rPr sz="1100" b="0" dirty="0">
                          <a:solidFill>
                            <a:srgbClr val="5B4E44"/>
                          </a:solidFill>
                          <a:latin typeface="Pretendard"/>
                          <a:ea typeface="Pretendard"/>
                          <a:cs typeface="Pretendard"/>
                        </a:rPr>
                        <a:t> </a:t>
                      </a:r>
                      <a:r>
                        <a:rPr sz="1100" b="0" dirty="0" err="1">
                          <a:solidFill>
                            <a:srgbClr val="5B4E44"/>
                          </a:solidFill>
                          <a:latin typeface="Pretendard"/>
                          <a:ea typeface="Pretendard"/>
                          <a:cs typeface="Pretendard"/>
                        </a:rPr>
                        <a:t>각도</a:t>
                      </a:r>
                      <a:r>
                        <a:rPr sz="1100" b="0" dirty="0">
                          <a:solidFill>
                            <a:srgbClr val="5B4E44"/>
                          </a:solidFill>
                          <a:latin typeface="Pretendard"/>
                          <a:ea typeface="Pretendard"/>
                          <a:cs typeface="Pretendard"/>
                        </a:rPr>
                        <a:t> </a:t>
                      </a:r>
                      <a:r>
                        <a:rPr sz="1100" b="0" dirty="0" err="1">
                          <a:solidFill>
                            <a:srgbClr val="5B4E44"/>
                          </a:solidFill>
                          <a:latin typeface="Pretendard"/>
                          <a:ea typeface="Pretendard"/>
                          <a:cs typeface="Pretendard"/>
                        </a:rPr>
                        <a:t>자동</a:t>
                      </a:r>
                      <a:r>
                        <a:rPr sz="1100" b="0" dirty="0">
                          <a:solidFill>
                            <a:srgbClr val="5B4E44"/>
                          </a:solidFill>
                          <a:latin typeface="Pretendard"/>
                          <a:ea typeface="Pretendard"/>
                          <a:cs typeface="Pretendard"/>
                        </a:rPr>
                        <a:t> </a:t>
                      </a:r>
                      <a:r>
                        <a:rPr sz="1100" b="0" dirty="0" err="1">
                          <a:solidFill>
                            <a:srgbClr val="5B4E44"/>
                          </a:solidFill>
                          <a:latin typeface="Pretendard"/>
                          <a:ea typeface="Pretendard"/>
                          <a:cs typeface="Pretendard"/>
                        </a:rPr>
                        <a:t>촬영</a:t>
                      </a:r>
                      <a:r>
                        <a:rPr sz="1100" b="0" dirty="0">
                          <a:solidFill>
                            <a:srgbClr val="5B4E44"/>
                          </a:solidFill>
                          <a:latin typeface="Pretendard"/>
                          <a:ea typeface="Pretendard"/>
                          <a:cs typeface="Pretendard"/>
                        </a:rPr>
                        <a:t> · </a:t>
                      </a:r>
                      <a:r>
                        <a:rPr sz="1100" b="0" dirty="0" err="1">
                          <a:solidFill>
                            <a:srgbClr val="5B4E44"/>
                          </a:solidFill>
                          <a:latin typeface="Pretendard"/>
                          <a:ea typeface="Pretendard"/>
                          <a:cs typeface="Pretendard"/>
                        </a:rPr>
                        <a:t>박스</a:t>
                      </a:r>
                      <a:r>
                        <a:rPr sz="1100" b="0" dirty="0">
                          <a:solidFill>
                            <a:srgbClr val="5B4E44"/>
                          </a:solidFill>
                          <a:latin typeface="Pretendard"/>
                          <a:ea typeface="Pretendard"/>
                          <a:cs typeface="Pretendard"/>
                        </a:rPr>
                        <a:t> </a:t>
                      </a:r>
                      <a:r>
                        <a:rPr sz="1100" b="0" dirty="0" err="1">
                          <a:solidFill>
                            <a:srgbClr val="5B4E44"/>
                          </a:solidFill>
                          <a:latin typeface="Pretendard"/>
                          <a:ea typeface="Pretendard"/>
                          <a:cs typeface="Pretendard"/>
                        </a:rPr>
                        <a:t>자동</a:t>
                      </a:r>
                      <a:r>
                        <a:rPr sz="1100" b="0" dirty="0">
                          <a:solidFill>
                            <a:srgbClr val="5B4E44"/>
                          </a:solidFill>
                          <a:latin typeface="Pretendard"/>
                          <a:ea typeface="Pretendard"/>
                          <a:cs typeface="Pretendard"/>
                        </a:rPr>
                        <a:t> </a:t>
                      </a:r>
                      <a:r>
                        <a:rPr sz="1100" b="0" dirty="0" err="1">
                          <a:solidFill>
                            <a:srgbClr val="5B4E44"/>
                          </a:solidFill>
                          <a:latin typeface="Pretendard"/>
                          <a:ea typeface="Pretendard"/>
                          <a:cs typeface="Pretendard"/>
                        </a:rPr>
                        <a:t>지정</a:t>
                      </a:r>
                      <a:endParaRPr sz="1100" b="0" dirty="0">
                        <a:solidFill>
                          <a:srgbClr val="5B4E44"/>
                        </a:solidFill>
                        <a:latin typeface="Pretendard"/>
                        <a:ea typeface="Pretendard"/>
                        <a:cs typeface="Pretendard"/>
                      </a:endParaRP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FFFFFF"/>
                    </a:solidFill>
                  </a:tcPr>
                </a:tc>
                <a:tc>
                  <a:txBody>
                    <a:bodyPr/>
                    <a:lstStyle/>
                    <a:p>
                      <a:pPr algn="ctr">
                        <a:lnSpc>
                          <a:spcPct val="115000"/>
                        </a:lnSpc>
                      </a:pPr>
                      <a:r>
                        <a:rPr sz="1000" b="1">
                          <a:solidFill>
                            <a:srgbClr val="2F8A57"/>
                          </a:solidFill>
                          <a:latin typeface="Pretendard"/>
                          <a:ea typeface="Pretendard"/>
                          <a:cs typeface="Pretendard"/>
                        </a:rPr>
                        <a:t>달성</a:t>
                      </a: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E3F2E8"/>
                    </a:solidFill>
                  </a:tcPr>
                </a:tc>
                <a:extLst>
                  <a:ext uri="{0D108BD9-81ED-4DB2-BD59-A6C34878D82A}">
                    <a16:rowId xmlns:a16="http://schemas.microsoft.com/office/drawing/2014/main" val="10003"/>
                  </a:ext>
                </a:extLst>
              </a:tr>
              <a:tr h="670560">
                <a:tc>
                  <a:txBody>
                    <a:bodyPr/>
                    <a:lstStyle/>
                    <a:p>
                      <a:pPr algn="l">
                        <a:lnSpc>
                          <a:spcPct val="115000"/>
                        </a:lnSpc>
                      </a:pPr>
                      <a:r>
                        <a:rPr sz="1300" b="1" dirty="0" err="1">
                          <a:solidFill>
                            <a:srgbClr val="2A1F17"/>
                          </a:solidFill>
                          <a:latin typeface="Pretendard"/>
                          <a:ea typeface="Pretendard"/>
                          <a:cs typeface="Pretendard"/>
                        </a:rPr>
                        <a:t>POS에서</a:t>
                      </a:r>
                      <a:r>
                        <a:rPr sz="1300" b="1" dirty="0">
                          <a:solidFill>
                            <a:srgbClr val="2A1F17"/>
                          </a:solidFill>
                          <a:latin typeface="Pretendard"/>
                          <a:ea typeface="Pretendard"/>
                          <a:cs typeface="Pretendard"/>
                        </a:rPr>
                        <a:t> </a:t>
                      </a:r>
                      <a:r>
                        <a:rPr sz="1300" b="1" dirty="0" err="1">
                          <a:solidFill>
                            <a:srgbClr val="2A1F17"/>
                          </a:solidFill>
                          <a:latin typeface="Pretendard"/>
                          <a:ea typeface="Pretendard"/>
                          <a:cs typeface="Pretendard"/>
                        </a:rPr>
                        <a:t>추가</a:t>
                      </a:r>
                      <a:r>
                        <a:rPr sz="1300" b="1" dirty="0">
                          <a:solidFill>
                            <a:srgbClr val="2A1F17"/>
                          </a:solidFill>
                          <a:latin typeface="Pretendard"/>
                          <a:ea typeface="Pretendard"/>
                          <a:cs typeface="Pretendard"/>
                        </a:rPr>
                        <a:t> </a:t>
                      </a:r>
                      <a:r>
                        <a:rPr sz="1300" b="1" dirty="0" err="1">
                          <a:solidFill>
                            <a:srgbClr val="2A1F17"/>
                          </a:solidFill>
                          <a:latin typeface="Pretendard"/>
                          <a:ea typeface="Pretendard"/>
                          <a:cs typeface="Pretendard"/>
                        </a:rPr>
                        <a:t>학습·배포</a:t>
                      </a:r>
                      <a:endParaRPr sz="1300" b="1" dirty="0">
                        <a:solidFill>
                          <a:srgbClr val="2A1F17"/>
                        </a:solidFill>
                        <a:latin typeface="Pretendard"/>
                        <a:ea typeface="Pretendard"/>
                        <a:cs typeface="Pretendard"/>
                      </a:endParaRP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FFFFFF"/>
                    </a:solidFill>
                  </a:tcPr>
                </a:tc>
                <a:tc>
                  <a:txBody>
                    <a:bodyPr/>
                    <a:lstStyle/>
                    <a:p>
                      <a:pPr algn="l">
                        <a:lnSpc>
                          <a:spcPct val="115000"/>
                        </a:lnSpc>
                      </a:pPr>
                      <a:r>
                        <a:rPr sz="1100" b="0" dirty="0" err="1">
                          <a:solidFill>
                            <a:srgbClr val="5B4E44"/>
                          </a:solidFill>
                          <a:latin typeface="Pretendard"/>
                          <a:ea typeface="Pretendard"/>
                          <a:cs typeface="Pretendard"/>
                        </a:rPr>
                        <a:t>자동</a:t>
                      </a:r>
                      <a:r>
                        <a:rPr sz="1100" b="0" dirty="0">
                          <a:solidFill>
                            <a:srgbClr val="5B4E44"/>
                          </a:solidFill>
                          <a:latin typeface="Pretendard"/>
                          <a:ea typeface="Pretendard"/>
                          <a:cs typeface="Pretendard"/>
                        </a:rPr>
                        <a:t> </a:t>
                      </a:r>
                      <a:r>
                        <a:rPr sz="1100" b="0" dirty="0" err="1">
                          <a:solidFill>
                            <a:srgbClr val="5B4E44"/>
                          </a:solidFill>
                          <a:latin typeface="Pretendard"/>
                          <a:ea typeface="Pretendard"/>
                          <a:cs typeface="Pretendard"/>
                        </a:rPr>
                        <a:t>라벨링</a:t>
                      </a:r>
                      <a:r>
                        <a:rPr sz="1100" b="0" dirty="0">
                          <a:solidFill>
                            <a:srgbClr val="5B4E44"/>
                          </a:solidFill>
                          <a:latin typeface="Pretendard"/>
                          <a:ea typeface="Pretendard"/>
                          <a:cs typeface="Pretendard"/>
                        </a:rPr>
                        <a:t> → </a:t>
                      </a:r>
                      <a:r>
                        <a:rPr sz="1100" b="0" dirty="0" err="1">
                          <a:solidFill>
                            <a:srgbClr val="5B4E44"/>
                          </a:solidFill>
                          <a:latin typeface="Pretendard"/>
                          <a:ea typeface="Pretendard"/>
                          <a:cs typeface="Pretendard"/>
                        </a:rPr>
                        <a:t>기존</a:t>
                      </a:r>
                      <a:r>
                        <a:rPr sz="1100" b="0" dirty="0">
                          <a:solidFill>
                            <a:srgbClr val="5B4E44"/>
                          </a:solidFill>
                          <a:latin typeface="Pretendard"/>
                          <a:ea typeface="Pretendard"/>
                          <a:cs typeface="Pretendard"/>
                        </a:rPr>
                        <a:t> 12종 </a:t>
                      </a:r>
                      <a:r>
                        <a:rPr sz="1100" b="0" dirty="0" err="1">
                          <a:solidFill>
                            <a:srgbClr val="5B4E44"/>
                          </a:solidFill>
                          <a:latin typeface="Pretendard"/>
                          <a:ea typeface="Pretendard"/>
                          <a:cs typeface="Pretendard"/>
                        </a:rPr>
                        <a:t>데이터와</a:t>
                      </a:r>
                      <a:r>
                        <a:rPr sz="1100" b="0" dirty="0">
                          <a:solidFill>
                            <a:srgbClr val="5B4E44"/>
                          </a:solidFill>
                          <a:latin typeface="Pretendard"/>
                          <a:ea typeface="Pretendard"/>
                          <a:cs typeface="Pretendard"/>
                        </a:rPr>
                        <a:t> </a:t>
                      </a:r>
                      <a:r>
                        <a:rPr sz="1100" b="0" dirty="0" err="1">
                          <a:solidFill>
                            <a:srgbClr val="5B4E44"/>
                          </a:solidFill>
                          <a:latin typeface="Pretendard"/>
                          <a:ea typeface="Pretendard"/>
                          <a:cs typeface="Pretendard"/>
                        </a:rPr>
                        <a:t>병합</a:t>
                      </a:r>
                      <a:r>
                        <a:rPr sz="1100" b="0" dirty="0">
                          <a:solidFill>
                            <a:srgbClr val="5B4E44"/>
                          </a:solidFill>
                          <a:latin typeface="Pretendard"/>
                          <a:ea typeface="Pretendard"/>
                          <a:cs typeface="Pretendard"/>
                        </a:rPr>
                        <a:t> → </a:t>
                      </a:r>
                      <a:r>
                        <a:rPr sz="1100" b="0" dirty="0" err="1">
                          <a:solidFill>
                            <a:srgbClr val="5B4E44"/>
                          </a:solidFill>
                          <a:latin typeface="Pretendard"/>
                          <a:ea typeface="Pretendard"/>
                          <a:cs typeface="Pretendard"/>
                        </a:rPr>
                        <a:t>젯슨</a:t>
                      </a:r>
                      <a:r>
                        <a:rPr sz="1100" b="0" dirty="0">
                          <a:solidFill>
                            <a:srgbClr val="5B4E44"/>
                          </a:solidFill>
                          <a:latin typeface="Pretendard"/>
                          <a:ea typeface="Pretendard"/>
                          <a:cs typeface="Pretendard"/>
                        </a:rPr>
                        <a:t> Docker </a:t>
                      </a:r>
                      <a:r>
                        <a:rPr sz="1100" b="0" dirty="0" err="1">
                          <a:solidFill>
                            <a:srgbClr val="5B4E44"/>
                          </a:solidFill>
                          <a:latin typeface="Pretendard"/>
                          <a:ea typeface="Pretendard"/>
                          <a:cs typeface="Pretendard"/>
                        </a:rPr>
                        <a:t>전이학습</a:t>
                      </a:r>
                      <a:r>
                        <a:rPr sz="1100" b="0" dirty="0">
                          <a:solidFill>
                            <a:srgbClr val="5B4E44"/>
                          </a:solidFill>
                          <a:latin typeface="Pretendard"/>
                          <a:ea typeface="Pretendard"/>
                          <a:cs typeface="Pretendard"/>
                        </a:rPr>
                        <a:t> → </a:t>
                      </a:r>
                      <a:r>
                        <a:rPr sz="1100" b="0" dirty="0" err="1">
                          <a:solidFill>
                            <a:srgbClr val="5B4E44"/>
                          </a:solidFill>
                          <a:latin typeface="Pretendard"/>
                          <a:ea typeface="Pretendard"/>
                          <a:cs typeface="Pretendard"/>
                        </a:rPr>
                        <a:t>엔진</a:t>
                      </a:r>
                      <a:r>
                        <a:rPr sz="1100" b="0" dirty="0">
                          <a:solidFill>
                            <a:srgbClr val="5B4E44"/>
                          </a:solidFill>
                          <a:latin typeface="Pretendard"/>
                          <a:ea typeface="Pretendard"/>
                          <a:cs typeface="Pretendard"/>
                        </a:rPr>
                        <a:t> </a:t>
                      </a:r>
                      <a:r>
                        <a:rPr sz="1100" b="0" dirty="0" err="1">
                          <a:solidFill>
                            <a:srgbClr val="5B4E44"/>
                          </a:solidFill>
                          <a:latin typeface="Pretendard"/>
                          <a:ea typeface="Pretendard"/>
                          <a:cs typeface="Pretendard"/>
                        </a:rPr>
                        <a:t>변환·적용</a:t>
                      </a:r>
                      <a:endParaRPr sz="1100" b="0" dirty="0">
                        <a:solidFill>
                          <a:srgbClr val="5B4E44"/>
                        </a:solidFill>
                        <a:latin typeface="Pretendard"/>
                        <a:ea typeface="Pretendard"/>
                        <a:cs typeface="Pretendard"/>
                      </a:endParaRP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FFFFFF"/>
                    </a:solidFill>
                  </a:tcPr>
                </a:tc>
                <a:tc>
                  <a:txBody>
                    <a:bodyPr/>
                    <a:lstStyle/>
                    <a:p>
                      <a:pPr algn="ctr">
                        <a:lnSpc>
                          <a:spcPct val="115000"/>
                        </a:lnSpc>
                      </a:pPr>
                      <a:r>
                        <a:rPr sz="1000" b="1" dirty="0" err="1">
                          <a:solidFill>
                            <a:srgbClr val="2F8A57"/>
                          </a:solidFill>
                          <a:latin typeface="Pretendard"/>
                          <a:ea typeface="Pretendard"/>
                          <a:cs typeface="Pretendard"/>
                        </a:rPr>
                        <a:t>달성</a:t>
                      </a:r>
                      <a:endParaRPr sz="1000" b="1" dirty="0">
                        <a:solidFill>
                          <a:srgbClr val="2F8A57"/>
                        </a:solidFill>
                        <a:latin typeface="Pretendard"/>
                        <a:ea typeface="Pretendard"/>
                        <a:cs typeface="Pretendard"/>
                      </a:endParaRP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E3F2E8"/>
                    </a:solidFill>
                  </a:tcPr>
                </a:tc>
                <a:extLst>
                  <a:ext uri="{0D108BD9-81ED-4DB2-BD59-A6C34878D82A}">
                    <a16:rowId xmlns:a16="http://schemas.microsoft.com/office/drawing/2014/main" val="10004"/>
                  </a:ext>
                </a:extLst>
              </a:tr>
              <a:tr h="670560">
                <a:tc>
                  <a:txBody>
                    <a:bodyPr/>
                    <a:lstStyle/>
                    <a:p>
                      <a:pPr algn="l">
                        <a:lnSpc>
                          <a:spcPct val="115000"/>
                        </a:lnSpc>
                      </a:pPr>
                      <a:r>
                        <a:rPr sz="1300" b="1" dirty="0" err="1">
                          <a:solidFill>
                            <a:srgbClr val="2A1F17"/>
                          </a:solidFill>
                          <a:latin typeface="Pretendard"/>
                          <a:ea typeface="Pretendard"/>
                          <a:cs typeface="Pretendard"/>
                        </a:rPr>
                        <a:t>유사</a:t>
                      </a:r>
                      <a:r>
                        <a:rPr sz="1300" b="1" dirty="0">
                          <a:solidFill>
                            <a:srgbClr val="2A1F17"/>
                          </a:solidFill>
                          <a:latin typeface="Pretendard"/>
                          <a:ea typeface="Pretendard"/>
                          <a:cs typeface="Pretendard"/>
                        </a:rPr>
                        <a:t> 빵 </a:t>
                      </a:r>
                      <a:r>
                        <a:rPr sz="1300" b="1" dirty="0" err="1">
                          <a:solidFill>
                            <a:srgbClr val="2A1F17"/>
                          </a:solidFill>
                          <a:latin typeface="Pretendard"/>
                          <a:ea typeface="Pretendard"/>
                          <a:cs typeface="Pretendard"/>
                        </a:rPr>
                        <a:t>구분</a:t>
                      </a:r>
                      <a:r>
                        <a:rPr sz="1300" b="1" dirty="0">
                          <a:solidFill>
                            <a:srgbClr val="2A1F17"/>
                          </a:solidFill>
                          <a:latin typeface="Pretendard"/>
                          <a:ea typeface="Pretendard"/>
                          <a:cs typeface="Pretendard"/>
                        </a:rPr>
                        <a:t> (</a:t>
                      </a:r>
                      <a:r>
                        <a:rPr sz="1300" b="1" dirty="0" err="1">
                          <a:solidFill>
                            <a:srgbClr val="2A1F17"/>
                          </a:solidFill>
                          <a:latin typeface="Pretendard"/>
                          <a:ea typeface="Pretendard"/>
                          <a:cs typeface="Pretendard"/>
                        </a:rPr>
                        <a:t>휘낭시에·와플</a:t>
                      </a:r>
                      <a:r>
                        <a:rPr sz="1300" b="1" dirty="0">
                          <a:solidFill>
                            <a:srgbClr val="2A1F17"/>
                          </a:solidFill>
                          <a:latin typeface="Pretendard"/>
                          <a:ea typeface="Pretendard"/>
                          <a:cs typeface="Pretendard"/>
                        </a:rPr>
                        <a:t>)</a:t>
                      </a: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FFFFFF"/>
                    </a:solidFill>
                  </a:tcPr>
                </a:tc>
                <a:tc>
                  <a:txBody>
                    <a:bodyPr/>
                    <a:lstStyle/>
                    <a:p>
                      <a:pPr algn="l">
                        <a:lnSpc>
                          <a:spcPct val="115000"/>
                        </a:lnSpc>
                      </a:pPr>
                      <a:r>
                        <a:rPr sz="1100" b="0" dirty="0" err="1" smtClean="0">
                          <a:solidFill>
                            <a:srgbClr val="5B4E44"/>
                          </a:solidFill>
                          <a:latin typeface="Pretendard"/>
                          <a:ea typeface="Pretendard"/>
                          <a:cs typeface="Pretendard"/>
                        </a:rPr>
                        <a:t>로투스</a:t>
                      </a:r>
                      <a:r>
                        <a:rPr lang="en-US" sz="1100" b="0" dirty="0" smtClean="0">
                          <a:solidFill>
                            <a:srgbClr val="5B4E44"/>
                          </a:solidFill>
                          <a:latin typeface="Pretendard"/>
                          <a:ea typeface="Pretendard"/>
                          <a:cs typeface="Pretendard"/>
                        </a:rPr>
                        <a:t> </a:t>
                      </a:r>
                      <a:r>
                        <a:rPr sz="1100" b="0" dirty="0" smtClean="0">
                          <a:solidFill>
                            <a:srgbClr val="5B4E44"/>
                          </a:solidFill>
                          <a:latin typeface="Pretendard"/>
                          <a:ea typeface="Pretendard"/>
                          <a:cs typeface="Pretendard"/>
                        </a:rPr>
                        <a:t>↔</a:t>
                      </a:r>
                      <a:r>
                        <a:rPr lang="en-US" sz="1100" b="0" dirty="0" smtClean="0">
                          <a:solidFill>
                            <a:srgbClr val="5B4E44"/>
                          </a:solidFill>
                          <a:latin typeface="Pretendard"/>
                          <a:ea typeface="Pretendard"/>
                          <a:cs typeface="Pretendard"/>
                        </a:rPr>
                        <a:t> </a:t>
                      </a:r>
                      <a:r>
                        <a:rPr sz="1100" b="0" dirty="0" err="1" smtClean="0">
                          <a:solidFill>
                            <a:srgbClr val="5B4E44"/>
                          </a:solidFill>
                          <a:latin typeface="Pretendard"/>
                          <a:ea typeface="Pretendard"/>
                          <a:cs typeface="Pretendard"/>
                        </a:rPr>
                        <a:t>플레인</a:t>
                      </a:r>
                      <a:r>
                        <a:rPr sz="1100" b="0" dirty="0" smtClean="0">
                          <a:solidFill>
                            <a:srgbClr val="5B4E44"/>
                          </a:solidFill>
                          <a:latin typeface="Pretendard"/>
                          <a:ea typeface="Pretendard"/>
                          <a:cs typeface="Pretendard"/>
                        </a:rPr>
                        <a:t> </a:t>
                      </a:r>
                      <a:r>
                        <a:rPr sz="1100" b="0" dirty="0" err="1">
                          <a:solidFill>
                            <a:srgbClr val="5B4E44"/>
                          </a:solidFill>
                          <a:latin typeface="Pretendard"/>
                          <a:ea typeface="Pretendard"/>
                          <a:cs typeface="Pretendard"/>
                        </a:rPr>
                        <a:t>오인식</a:t>
                      </a:r>
                      <a:r>
                        <a:rPr sz="1100" b="0" dirty="0">
                          <a:solidFill>
                            <a:srgbClr val="5B4E44"/>
                          </a:solidFill>
                          <a:latin typeface="Pretendard"/>
                          <a:ea typeface="Pretendard"/>
                          <a:cs typeface="Pretendard"/>
                        </a:rPr>
                        <a:t> → </a:t>
                      </a:r>
                      <a:r>
                        <a:rPr sz="1100" b="0" dirty="0" err="1">
                          <a:solidFill>
                            <a:srgbClr val="5B4E44"/>
                          </a:solidFill>
                          <a:latin typeface="Pretendard"/>
                          <a:ea typeface="Pretendard"/>
                          <a:cs typeface="Pretendard"/>
                        </a:rPr>
                        <a:t>포장</a:t>
                      </a:r>
                      <a:r>
                        <a:rPr sz="1100" b="0" dirty="0">
                          <a:solidFill>
                            <a:srgbClr val="5B4E44"/>
                          </a:solidFill>
                          <a:latin typeface="Pretendard"/>
                          <a:ea typeface="Pretendard"/>
                          <a:cs typeface="Pretendard"/>
                        </a:rPr>
                        <a:t> </a:t>
                      </a:r>
                      <a:r>
                        <a:rPr sz="1100" b="0" dirty="0" err="1">
                          <a:solidFill>
                            <a:srgbClr val="5B4E44"/>
                          </a:solidFill>
                          <a:latin typeface="Pretendard"/>
                          <a:ea typeface="Pretendard"/>
                          <a:cs typeface="Pretendard"/>
                        </a:rPr>
                        <a:t>이미지</a:t>
                      </a:r>
                      <a:r>
                        <a:rPr sz="1100" b="0" dirty="0">
                          <a:solidFill>
                            <a:srgbClr val="5B4E44"/>
                          </a:solidFill>
                          <a:latin typeface="Pretendard"/>
                          <a:ea typeface="Pretendard"/>
                          <a:cs typeface="Pretendard"/>
                        </a:rPr>
                        <a:t> 110장 </a:t>
                      </a:r>
                      <a:r>
                        <a:rPr sz="1100" b="0" dirty="0" err="1">
                          <a:solidFill>
                            <a:srgbClr val="5B4E44"/>
                          </a:solidFill>
                          <a:latin typeface="Pretendard"/>
                          <a:ea typeface="Pretendard"/>
                          <a:cs typeface="Pretendard"/>
                        </a:rPr>
                        <a:t>추가</a:t>
                      </a:r>
                      <a:r>
                        <a:rPr sz="1100" b="0" dirty="0">
                          <a:solidFill>
                            <a:srgbClr val="5B4E44"/>
                          </a:solidFill>
                          <a:latin typeface="Pretendard"/>
                          <a:ea typeface="Pretendard"/>
                          <a:cs typeface="Pretendard"/>
                        </a:rPr>
                        <a:t> · </a:t>
                      </a:r>
                      <a:r>
                        <a:rPr sz="1100" b="0" dirty="0" err="1">
                          <a:solidFill>
                            <a:srgbClr val="5B4E44"/>
                          </a:solidFill>
                          <a:latin typeface="Pretendard"/>
                          <a:ea typeface="Pretendard"/>
                          <a:cs typeface="Pretendard"/>
                        </a:rPr>
                        <a:t>라벨</a:t>
                      </a:r>
                      <a:r>
                        <a:rPr sz="1100" b="0" dirty="0">
                          <a:solidFill>
                            <a:srgbClr val="5B4E44"/>
                          </a:solidFill>
                          <a:latin typeface="Pretendard"/>
                          <a:ea typeface="Pretendard"/>
                          <a:cs typeface="Pretendard"/>
                        </a:rPr>
                        <a:t> 20장 </a:t>
                      </a:r>
                      <a:r>
                        <a:rPr sz="1100" b="0" dirty="0" err="1">
                          <a:solidFill>
                            <a:srgbClr val="5B4E44"/>
                          </a:solidFill>
                          <a:latin typeface="Pretendard"/>
                          <a:ea typeface="Pretendard"/>
                          <a:cs typeface="Pretendard"/>
                        </a:rPr>
                        <a:t>수정</a:t>
                      </a:r>
                      <a:r>
                        <a:rPr sz="1100" b="0" dirty="0">
                          <a:solidFill>
                            <a:srgbClr val="5B4E44"/>
                          </a:solidFill>
                          <a:latin typeface="Pretendard"/>
                          <a:ea typeface="Pretendard"/>
                          <a:cs typeface="Pretendard"/>
                        </a:rPr>
                        <a:t> · </a:t>
                      </a:r>
                      <a:r>
                        <a:rPr sz="1100" b="0" dirty="0" err="1">
                          <a:solidFill>
                            <a:srgbClr val="5B4E44"/>
                          </a:solidFill>
                          <a:latin typeface="Pretendard"/>
                          <a:ea typeface="Pretendard"/>
                          <a:cs typeface="Pretendard"/>
                        </a:rPr>
                        <a:t>앙상블</a:t>
                      </a:r>
                      <a:r>
                        <a:rPr sz="1100" b="0" dirty="0">
                          <a:solidFill>
                            <a:srgbClr val="5B4E44"/>
                          </a:solidFill>
                          <a:latin typeface="Pretendard"/>
                          <a:ea typeface="Pretendard"/>
                          <a:cs typeface="Pretendard"/>
                        </a:rPr>
                        <a:t> → </a:t>
                      </a:r>
                      <a:r>
                        <a:rPr sz="1100" b="0" dirty="0" err="1" smtClean="0">
                          <a:solidFill>
                            <a:srgbClr val="5B4E44"/>
                          </a:solidFill>
                          <a:latin typeface="Pretendard"/>
                          <a:ea typeface="Pretendard"/>
                          <a:cs typeface="Pretendard"/>
                        </a:rPr>
                        <a:t>테스트</a:t>
                      </a:r>
                      <a:r>
                        <a:rPr sz="1100" b="0" dirty="0" smtClean="0">
                          <a:solidFill>
                            <a:srgbClr val="5B4E44"/>
                          </a:solidFill>
                          <a:latin typeface="Pretendard"/>
                          <a:ea typeface="Pretendard"/>
                          <a:cs typeface="Pretendard"/>
                        </a:rPr>
                        <a:t> </a:t>
                      </a:r>
                      <a:r>
                        <a:rPr sz="1100" b="0" dirty="0" err="1">
                          <a:solidFill>
                            <a:srgbClr val="5B4E44"/>
                          </a:solidFill>
                          <a:latin typeface="Pretendard"/>
                          <a:ea typeface="Pretendard"/>
                          <a:cs typeface="Pretendard"/>
                        </a:rPr>
                        <a:t>오류</a:t>
                      </a:r>
                      <a:r>
                        <a:rPr sz="1100" b="0" dirty="0">
                          <a:solidFill>
                            <a:srgbClr val="5B4E44"/>
                          </a:solidFill>
                          <a:latin typeface="Pretendard"/>
                          <a:ea typeface="Pretendard"/>
                          <a:cs typeface="Pretendard"/>
                        </a:rPr>
                        <a:t> 38 → 20건</a:t>
                      </a: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FFFFFF"/>
                    </a:solidFill>
                  </a:tcPr>
                </a:tc>
                <a:tc>
                  <a:txBody>
                    <a:bodyPr/>
                    <a:lstStyle/>
                    <a:p>
                      <a:pPr algn="ctr">
                        <a:lnSpc>
                          <a:spcPct val="115000"/>
                        </a:lnSpc>
                      </a:pPr>
                      <a:r>
                        <a:rPr sz="1000" b="1" dirty="0" err="1">
                          <a:solidFill>
                            <a:srgbClr val="C8641E"/>
                          </a:solidFill>
                          <a:latin typeface="Pretendard"/>
                          <a:ea typeface="Pretendard"/>
                          <a:cs typeface="Pretendard"/>
                        </a:rPr>
                        <a:t>개선</a:t>
                      </a:r>
                      <a:endParaRPr sz="1000" b="1" dirty="0">
                        <a:solidFill>
                          <a:srgbClr val="C8641E"/>
                        </a:solidFill>
                        <a:latin typeface="Pretendard"/>
                        <a:ea typeface="Pretendard"/>
                        <a:cs typeface="Pretendard"/>
                      </a:endParaRP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F8E7D6"/>
                    </a:solidFill>
                  </a:tcPr>
                </a:tc>
                <a:extLst>
                  <a:ext uri="{0D108BD9-81ED-4DB2-BD59-A6C34878D82A}">
                    <a16:rowId xmlns:a16="http://schemas.microsoft.com/office/drawing/2014/main" val="10005"/>
                  </a:ext>
                </a:extLst>
              </a:tr>
              <a:tr h="670560">
                <a:tc>
                  <a:txBody>
                    <a:bodyPr/>
                    <a:lstStyle/>
                    <a:p>
                      <a:pPr algn="l">
                        <a:lnSpc>
                          <a:spcPct val="115000"/>
                        </a:lnSpc>
                      </a:pPr>
                      <a:r>
                        <a:rPr sz="1300" b="1" dirty="0" err="1">
                          <a:solidFill>
                            <a:srgbClr val="2A1F17"/>
                          </a:solidFill>
                          <a:latin typeface="Pretendard"/>
                          <a:ea typeface="Pretendard"/>
                          <a:cs typeface="Pretendard"/>
                        </a:rPr>
                        <a:t>회원</a:t>
                      </a:r>
                      <a:r>
                        <a:rPr sz="1300" b="1" dirty="0">
                          <a:solidFill>
                            <a:srgbClr val="2A1F17"/>
                          </a:solidFill>
                          <a:latin typeface="Pretendard"/>
                          <a:ea typeface="Pretendard"/>
                          <a:cs typeface="Pretendard"/>
                        </a:rPr>
                        <a:t> QR </a:t>
                      </a:r>
                      <a:r>
                        <a:rPr sz="1300" b="1" dirty="0" err="1">
                          <a:solidFill>
                            <a:srgbClr val="2A1F17"/>
                          </a:solidFill>
                          <a:latin typeface="Pretendard"/>
                          <a:ea typeface="Pretendard"/>
                          <a:cs typeface="Pretendard"/>
                        </a:rPr>
                        <a:t>포인트</a:t>
                      </a:r>
                      <a:r>
                        <a:rPr sz="1300" b="1" dirty="0">
                          <a:solidFill>
                            <a:srgbClr val="2A1F17"/>
                          </a:solidFill>
                          <a:latin typeface="Pretendard"/>
                          <a:ea typeface="Pretendard"/>
                          <a:cs typeface="Pretendard"/>
                        </a:rPr>
                        <a:t> </a:t>
                      </a:r>
                      <a:r>
                        <a:rPr sz="1300" b="1" dirty="0" err="1">
                          <a:solidFill>
                            <a:srgbClr val="2A1F17"/>
                          </a:solidFill>
                          <a:latin typeface="Pretendard"/>
                          <a:ea typeface="Pretendard"/>
                          <a:cs typeface="Pretendard"/>
                        </a:rPr>
                        <a:t>적립</a:t>
                      </a:r>
                      <a:endParaRPr sz="1300" b="1" dirty="0">
                        <a:solidFill>
                          <a:srgbClr val="2A1F17"/>
                        </a:solidFill>
                        <a:latin typeface="Pretendard"/>
                        <a:ea typeface="Pretendard"/>
                        <a:cs typeface="Pretendard"/>
                      </a:endParaRP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FFFFFF"/>
                    </a:solidFill>
                  </a:tcPr>
                </a:tc>
                <a:tc>
                  <a:txBody>
                    <a:bodyPr/>
                    <a:lstStyle/>
                    <a:p>
                      <a:pPr algn="l">
                        <a:lnSpc>
                          <a:spcPct val="115000"/>
                        </a:lnSpc>
                      </a:pPr>
                      <a:r>
                        <a:rPr sz="1100" b="0" dirty="0">
                          <a:solidFill>
                            <a:srgbClr val="5B4E44"/>
                          </a:solidFill>
                          <a:latin typeface="Pretendard"/>
                          <a:ea typeface="Pretendard"/>
                          <a:cs typeface="Pretendard"/>
                        </a:rPr>
                        <a:t>Android 앱(</a:t>
                      </a:r>
                      <a:r>
                        <a:rPr sz="1100" b="0" dirty="0" err="1">
                          <a:solidFill>
                            <a:srgbClr val="5B4E44"/>
                          </a:solidFill>
                          <a:latin typeface="Pretendard"/>
                          <a:ea typeface="Pretendard"/>
                          <a:cs typeface="Pretendard"/>
                        </a:rPr>
                        <a:t>로그인</a:t>
                      </a:r>
                      <a:r>
                        <a:rPr sz="1100" b="0" dirty="0">
                          <a:solidFill>
                            <a:srgbClr val="5B4E44"/>
                          </a:solidFill>
                          <a:latin typeface="Pretendard"/>
                          <a:ea typeface="Pretendard"/>
                          <a:cs typeface="Pretendard"/>
                        </a:rPr>
                        <a:t> · QR · </a:t>
                      </a:r>
                      <a:r>
                        <a:rPr sz="1100" b="0" dirty="0" err="1">
                          <a:solidFill>
                            <a:srgbClr val="5B4E44"/>
                          </a:solidFill>
                          <a:latin typeface="Pretendard"/>
                          <a:ea typeface="Pretendard"/>
                          <a:cs typeface="Pretendard"/>
                        </a:rPr>
                        <a:t>포인트</a:t>
                      </a:r>
                      <a:r>
                        <a:rPr sz="1100" b="0" dirty="0">
                          <a:solidFill>
                            <a:srgbClr val="5B4E44"/>
                          </a:solidFill>
                          <a:latin typeface="Pretendard"/>
                          <a:ea typeface="Pretendard"/>
                          <a:cs typeface="Pretendard"/>
                        </a:rPr>
                        <a:t> · AI </a:t>
                      </a:r>
                      <a:r>
                        <a:rPr sz="1100" b="0" dirty="0" err="1">
                          <a:solidFill>
                            <a:srgbClr val="5B4E44"/>
                          </a:solidFill>
                          <a:latin typeface="Pretendard"/>
                          <a:ea typeface="Pretendard"/>
                          <a:cs typeface="Pretendard"/>
                        </a:rPr>
                        <a:t>추천</a:t>
                      </a:r>
                      <a:r>
                        <a:rPr sz="1100" b="0" dirty="0">
                          <a:solidFill>
                            <a:srgbClr val="5B4E44"/>
                          </a:solidFill>
                          <a:latin typeface="Pretendard"/>
                          <a:ea typeface="Pretendard"/>
                          <a:cs typeface="Pretendard"/>
                        </a:rPr>
                        <a:t>) + </a:t>
                      </a:r>
                      <a:r>
                        <a:rPr sz="1100" b="0" dirty="0" err="1">
                          <a:solidFill>
                            <a:srgbClr val="5B4E44"/>
                          </a:solidFill>
                          <a:latin typeface="Pretendard"/>
                          <a:ea typeface="Pretendard"/>
                          <a:cs typeface="Pretendard"/>
                        </a:rPr>
                        <a:t>Supabase</a:t>
                      </a:r>
                      <a:r>
                        <a:rPr sz="1100" b="0" dirty="0">
                          <a:solidFill>
                            <a:srgbClr val="5B4E44"/>
                          </a:solidFill>
                          <a:latin typeface="Pretendard"/>
                          <a:ea typeface="Pretendard"/>
                          <a:cs typeface="Pretendard"/>
                        </a:rPr>
                        <a:t> · </a:t>
                      </a:r>
                      <a:r>
                        <a:rPr sz="1100" b="0" dirty="0" err="1">
                          <a:solidFill>
                            <a:srgbClr val="5B4E44"/>
                          </a:solidFill>
                          <a:latin typeface="Pretendard"/>
                          <a:ea typeface="Pretendard"/>
                          <a:cs typeface="Pretendard"/>
                        </a:rPr>
                        <a:t>결제</a:t>
                      </a:r>
                      <a:r>
                        <a:rPr sz="1100" b="0" dirty="0">
                          <a:solidFill>
                            <a:srgbClr val="5B4E44"/>
                          </a:solidFill>
                          <a:latin typeface="Pretendard"/>
                          <a:ea typeface="Pretendard"/>
                          <a:cs typeface="Pretendard"/>
                        </a:rPr>
                        <a:t> </a:t>
                      </a:r>
                      <a:r>
                        <a:rPr sz="1100" b="0" dirty="0" err="1">
                          <a:solidFill>
                            <a:srgbClr val="5B4E44"/>
                          </a:solidFill>
                          <a:latin typeface="Pretendard"/>
                          <a:ea typeface="Pretendard"/>
                          <a:cs typeface="Pretendard"/>
                        </a:rPr>
                        <a:t>금액</a:t>
                      </a:r>
                      <a:r>
                        <a:rPr sz="1100" b="0" dirty="0">
                          <a:solidFill>
                            <a:srgbClr val="5B4E44"/>
                          </a:solidFill>
                          <a:latin typeface="Pretendard"/>
                          <a:ea typeface="Pretendard"/>
                          <a:cs typeface="Pretendard"/>
                        </a:rPr>
                        <a:t> 3% </a:t>
                      </a:r>
                      <a:r>
                        <a:rPr sz="1100" b="0" dirty="0" err="1">
                          <a:solidFill>
                            <a:srgbClr val="5B4E44"/>
                          </a:solidFill>
                          <a:latin typeface="Pretendard"/>
                          <a:ea typeface="Pretendard"/>
                          <a:cs typeface="Pretendard"/>
                        </a:rPr>
                        <a:t>적립</a:t>
                      </a:r>
                      <a:endParaRPr sz="1100" b="0" dirty="0">
                        <a:solidFill>
                          <a:srgbClr val="5B4E44"/>
                        </a:solidFill>
                        <a:latin typeface="Pretendard"/>
                        <a:ea typeface="Pretendard"/>
                        <a:cs typeface="Pretendard"/>
                      </a:endParaRP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FFFFFF"/>
                    </a:solidFill>
                  </a:tcPr>
                </a:tc>
                <a:tc>
                  <a:txBody>
                    <a:bodyPr/>
                    <a:lstStyle/>
                    <a:p>
                      <a:pPr algn="ctr">
                        <a:lnSpc>
                          <a:spcPct val="115000"/>
                        </a:lnSpc>
                      </a:pPr>
                      <a:r>
                        <a:rPr sz="1000" b="1" dirty="0" err="1">
                          <a:solidFill>
                            <a:srgbClr val="2F8A57"/>
                          </a:solidFill>
                          <a:latin typeface="Pretendard"/>
                          <a:ea typeface="Pretendard"/>
                          <a:cs typeface="Pretendard"/>
                        </a:rPr>
                        <a:t>달성</a:t>
                      </a:r>
                      <a:endParaRPr sz="1000" b="1" dirty="0">
                        <a:solidFill>
                          <a:srgbClr val="2F8A57"/>
                        </a:solidFill>
                        <a:latin typeface="Pretendard"/>
                        <a:ea typeface="Pretendard"/>
                        <a:cs typeface="Pretendard"/>
                      </a:endParaRP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E3F2E8"/>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609600" y="6473952"/>
            <a:ext cx="3657600" cy="130100"/>
          </a:xfrm>
          <a:prstGeom prst="rect">
            <a:avLst/>
          </a:prstGeom>
          <a:noFill/>
        </p:spPr>
        <p:txBody>
          <a:bodyPr wrap="square" lIns="0" tIns="0" rIns="0" bIns="0" anchor="t">
            <a:spAutoFit/>
          </a:bodyPr>
          <a:lstStyle/>
          <a:p>
            <a:pPr>
              <a:lnSpc>
                <a:spcPct val="120000"/>
              </a:lnSpc>
            </a:pPr>
            <a:r>
              <a:rPr sz="767">
                <a:solidFill>
                  <a:srgbClr val="8C8078"/>
                </a:solidFill>
                <a:latin typeface="Pretendard Medium"/>
                <a:ea typeface="Pretendard Medium"/>
                <a:cs typeface="Pretendard Medium"/>
              </a:rPr>
              <a:t>BreadVision · 6조</a:t>
            </a:r>
          </a:p>
        </p:txBody>
      </p:sp>
      <p:sp>
        <p:nvSpPr>
          <p:cNvPr id="7" name="TextBox 6"/>
          <p:cNvSpPr txBox="1"/>
          <p:nvPr/>
        </p:nvSpPr>
        <p:spPr>
          <a:xfrm>
            <a:off x="9144000" y="6473952"/>
            <a:ext cx="2438400" cy="141642"/>
          </a:xfrm>
          <a:prstGeom prst="rect">
            <a:avLst/>
          </a:prstGeom>
          <a:noFill/>
        </p:spPr>
        <p:txBody>
          <a:bodyPr wrap="square" lIns="0" tIns="0" rIns="0" bIns="0" anchor="t">
            <a:spAutoFit/>
          </a:bodyPr>
          <a:lstStyle/>
          <a:p>
            <a:pPr algn="r">
              <a:lnSpc>
                <a:spcPct val="120000"/>
              </a:lnSpc>
            </a:pPr>
            <a:r>
              <a:rPr sz="767" dirty="0">
                <a:solidFill>
                  <a:srgbClr val="8C8078"/>
                </a:solidFill>
                <a:latin typeface="Pretendard Medium"/>
                <a:ea typeface="Pretendard Medium"/>
                <a:cs typeface="Pretendard Medium"/>
              </a:rPr>
              <a:t>04 / </a:t>
            </a:r>
            <a:r>
              <a:rPr lang="en-US" altLang="ko-KR" sz="767" dirty="0" smtClean="0">
                <a:solidFill>
                  <a:srgbClr val="8C8078"/>
                </a:solidFill>
                <a:latin typeface="Pretendard Medium"/>
                <a:ea typeface="Pretendard Medium"/>
                <a:cs typeface="Pretendard Medium"/>
              </a:rPr>
              <a:t>36</a:t>
            </a:r>
            <a:endParaRPr sz="767" dirty="0">
              <a:solidFill>
                <a:srgbClr val="8C8078"/>
              </a:solidFill>
              <a:latin typeface="Pretendard Medium"/>
              <a:ea typeface="Pretendard Medium"/>
              <a:cs typeface="Pretendard Medium"/>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438912"/>
            <a:ext cx="10972800" cy="147028"/>
          </a:xfrm>
          <a:prstGeom prst="rect">
            <a:avLst/>
          </a:prstGeom>
          <a:noFill/>
        </p:spPr>
        <p:txBody>
          <a:bodyPr wrap="square" lIns="0" tIns="0" rIns="0" bIns="0" anchor="t">
            <a:spAutoFit/>
          </a:bodyPr>
          <a:lstStyle/>
          <a:p>
            <a:pPr>
              <a:lnSpc>
                <a:spcPct val="120000"/>
              </a:lnSpc>
            </a:pPr>
            <a:r>
              <a:rPr sz="867" spc="33">
                <a:solidFill>
                  <a:srgbClr val="C8641E"/>
                </a:solidFill>
                <a:latin typeface="Pretendard SemiBold"/>
                <a:ea typeface="Pretendard SemiBold"/>
                <a:cs typeface="Pretendard SemiBold"/>
              </a:rPr>
              <a:t>02  개발 목표 및 개발 결과</a:t>
            </a:r>
          </a:p>
        </p:txBody>
      </p:sp>
      <p:sp>
        <p:nvSpPr>
          <p:cNvPr id="3" name="TextBox 2"/>
          <p:cNvSpPr txBox="1"/>
          <p:nvPr/>
        </p:nvSpPr>
        <p:spPr>
          <a:xfrm>
            <a:off x="609600" y="621792"/>
            <a:ext cx="10972800" cy="389787"/>
          </a:xfrm>
          <a:prstGeom prst="rect">
            <a:avLst/>
          </a:prstGeom>
          <a:noFill/>
        </p:spPr>
        <p:txBody>
          <a:bodyPr wrap="square" lIns="0" tIns="0" rIns="0" bIns="0" anchor="t">
            <a:spAutoFit/>
          </a:bodyPr>
          <a:lstStyle/>
          <a:p>
            <a:r>
              <a:rPr sz="2533" b="1" spc="-40">
                <a:solidFill>
                  <a:srgbClr val="2A1F17"/>
                </a:solidFill>
                <a:latin typeface="Pretendard"/>
                <a:ea typeface="Pretendard"/>
                <a:cs typeface="Pretendard"/>
              </a:rPr>
              <a:t>시스템 구성도</a:t>
            </a:r>
          </a:p>
        </p:txBody>
      </p:sp>
      <p:sp>
        <p:nvSpPr>
          <p:cNvPr id="4" name="TextBox 3"/>
          <p:cNvSpPr txBox="1"/>
          <p:nvPr/>
        </p:nvSpPr>
        <p:spPr>
          <a:xfrm>
            <a:off x="609600" y="1158240"/>
            <a:ext cx="10972800" cy="184666"/>
          </a:xfrm>
          <a:prstGeom prst="rect">
            <a:avLst/>
          </a:prstGeom>
          <a:noFill/>
        </p:spPr>
        <p:txBody>
          <a:bodyPr wrap="square" lIns="0" tIns="0" rIns="0" bIns="0" anchor="t">
            <a:spAutoFit/>
          </a:bodyPr>
          <a:lstStyle/>
          <a:p>
            <a:r>
              <a:rPr sz="1200" dirty="0">
                <a:solidFill>
                  <a:srgbClr val="8C8078"/>
                </a:solidFill>
                <a:latin typeface="Pretendard Medium"/>
                <a:ea typeface="Pretendard Medium"/>
                <a:cs typeface="Pretendard Medium"/>
              </a:rPr>
              <a:t>Jetson: </a:t>
            </a:r>
            <a:r>
              <a:rPr sz="1200" dirty="0" err="1">
                <a:solidFill>
                  <a:srgbClr val="8C8078"/>
                </a:solidFill>
                <a:latin typeface="Pretendard Medium"/>
                <a:ea typeface="Pretendard Medium"/>
                <a:cs typeface="Pretendard Medium"/>
              </a:rPr>
              <a:t>카메라</a:t>
            </a:r>
            <a:r>
              <a:rPr sz="1200" dirty="0">
                <a:solidFill>
                  <a:srgbClr val="8C8078"/>
                </a:solidFill>
                <a:latin typeface="Pretendard Medium"/>
                <a:ea typeface="Pretendard Medium"/>
                <a:cs typeface="Pretendard Medium"/>
              </a:rPr>
              <a:t> </a:t>
            </a:r>
            <a:r>
              <a:rPr sz="1200" dirty="0" err="1">
                <a:solidFill>
                  <a:srgbClr val="8C8078"/>
                </a:solidFill>
                <a:latin typeface="Pretendard Medium"/>
                <a:ea typeface="Pretendard Medium"/>
                <a:cs typeface="Pretendard Medium"/>
              </a:rPr>
              <a:t>영상</a:t>
            </a:r>
            <a:r>
              <a:rPr sz="1200" dirty="0">
                <a:solidFill>
                  <a:srgbClr val="8C8078"/>
                </a:solidFill>
                <a:latin typeface="Pretendard Medium"/>
                <a:ea typeface="Pretendard Medium"/>
                <a:cs typeface="Pretendard Medium"/>
              </a:rPr>
              <a:t> · AI </a:t>
            </a:r>
            <a:r>
              <a:rPr sz="1200" dirty="0" err="1">
                <a:solidFill>
                  <a:srgbClr val="8C8078"/>
                </a:solidFill>
                <a:latin typeface="Pretendard Medium"/>
                <a:ea typeface="Pretendard Medium"/>
                <a:cs typeface="Pretendard Medium"/>
              </a:rPr>
              <a:t>추론</a:t>
            </a:r>
            <a:r>
              <a:rPr sz="1200" dirty="0">
                <a:solidFill>
                  <a:srgbClr val="8C8078"/>
                </a:solidFill>
                <a:latin typeface="Pretendard Medium"/>
                <a:ea typeface="Pretendard Medium"/>
                <a:cs typeface="Pretendard Medium"/>
              </a:rPr>
              <a:t> · </a:t>
            </a:r>
            <a:r>
              <a:rPr sz="1200" dirty="0" err="1">
                <a:solidFill>
                  <a:srgbClr val="8C8078"/>
                </a:solidFill>
                <a:latin typeface="Pretendard Medium"/>
                <a:ea typeface="Pretendard Medium"/>
                <a:cs typeface="Pretendard Medium"/>
              </a:rPr>
              <a:t>학습</a:t>
            </a:r>
            <a:r>
              <a:rPr sz="1200" dirty="0">
                <a:solidFill>
                  <a:srgbClr val="8C8078"/>
                </a:solidFill>
                <a:latin typeface="Pretendard Medium"/>
                <a:ea typeface="Pretendard Medium"/>
                <a:cs typeface="Pretendard Medium"/>
              </a:rPr>
              <a:t>  /  PC: POS · </a:t>
            </a:r>
            <a:r>
              <a:rPr sz="1200" dirty="0" err="1">
                <a:solidFill>
                  <a:srgbClr val="8C8078"/>
                </a:solidFill>
                <a:latin typeface="Pretendard Medium"/>
                <a:ea typeface="Pretendard Medium"/>
                <a:cs typeface="Pretendard Medium"/>
              </a:rPr>
              <a:t>라벨링</a:t>
            </a:r>
            <a:r>
              <a:rPr sz="1200" dirty="0">
                <a:solidFill>
                  <a:srgbClr val="8C8078"/>
                </a:solidFill>
                <a:latin typeface="Pretendard Medium"/>
                <a:ea typeface="Pretendard Medium"/>
                <a:cs typeface="Pretendard Medium"/>
              </a:rPr>
              <a:t>  /  </a:t>
            </a:r>
            <a:r>
              <a:rPr sz="1200" dirty="0" err="1">
                <a:solidFill>
                  <a:srgbClr val="8C8078"/>
                </a:solidFill>
                <a:latin typeface="Pretendard Medium"/>
                <a:ea typeface="Pretendard Medium"/>
                <a:cs typeface="Pretendard Medium"/>
              </a:rPr>
              <a:t>Supabase</a:t>
            </a:r>
            <a:r>
              <a:rPr sz="1200" dirty="0">
                <a:solidFill>
                  <a:srgbClr val="8C8078"/>
                </a:solidFill>
                <a:latin typeface="Pretendard Medium"/>
                <a:ea typeface="Pretendard Medium"/>
                <a:cs typeface="Pretendard Medium"/>
              </a:rPr>
              <a:t>: </a:t>
            </a:r>
            <a:r>
              <a:rPr sz="1200" dirty="0" err="1">
                <a:solidFill>
                  <a:srgbClr val="8C8078"/>
                </a:solidFill>
                <a:latin typeface="Pretendard Medium"/>
                <a:ea typeface="Pretendard Medium"/>
                <a:cs typeface="Pretendard Medium"/>
              </a:rPr>
              <a:t>회원</a:t>
            </a:r>
            <a:r>
              <a:rPr sz="1200" dirty="0">
                <a:solidFill>
                  <a:srgbClr val="8C8078"/>
                </a:solidFill>
                <a:latin typeface="Pretendard Medium"/>
                <a:ea typeface="Pretendard Medium"/>
                <a:cs typeface="Pretendard Medium"/>
              </a:rPr>
              <a:t> · </a:t>
            </a:r>
            <a:r>
              <a:rPr sz="1200" dirty="0" err="1">
                <a:solidFill>
                  <a:srgbClr val="8C8078"/>
                </a:solidFill>
                <a:latin typeface="Pretendard Medium"/>
                <a:ea typeface="Pretendard Medium"/>
                <a:cs typeface="Pretendard Medium"/>
              </a:rPr>
              <a:t>포인트</a:t>
            </a:r>
            <a:endParaRPr sz="1200" dirty="0">
              <a:solidFill>
                <a:srgbClr val="8C8078"/>
              </a:solidFill>
              <a:latin typeface="Pretendard Medium"/>
              <a:ea typeface="Pretendard Medium"/>
              <a:cs typeface="Pretendard Medium"/>
            </a:endParaRPr>
          </a:p>
        </p:txBody>
      </p:sp>
      <p:sp>
        <p:nvSpPr>
          <p:cNvPr id="5" name="Rounded Rectangle 4"/>
          <p:cNvSpPr/>
          <p:nvPr/>
        </p:nvSpPr>
        <p:spPr>
          <a:xfrm>
            <a:off x="609600" y="1706880"/>
            <a:ext cx="3535680" cy="3992880"/>
          </a:xfrm>
          <a:prstGeom prst="roundRect">
            <a:avLst>
              <a:gd name="adj" fmla="val 3103"/>
            </a:avLst>
          </a:prstGeom>
          <a:solidFill>
            <a:srgbClr val="FFFFFF"/>
          </a:solidFill>
          <a:ln w="12700">
            <a:solidFill>
              <a:srgbClr val="E9E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6" name="TextBox 5"/>
          <p:cNvSpPr txBox="1"/>
          <p:nvPr/>
        </p:nvSpPr>
        <p:spPr>
          <a:xfrm>
            <a:off x="822960" y="1901952"/>
            <a:ext cx="3108960" cy="237437"/>
          </a:xfrm>
          <a:prstGeom prst="rect">
            <a:avLst/>
          </a:prstGeom>
          <a:noFill/>
        </p:spPr>
        <p:txBody>
          <a:bodyPr wrap="square" lIns="0" tIns="0" rIns="0" bIns="0" anchor="t">
            <a:spAutoFit/>
          </a:bodyPr>
          <a:lstStyle/>
          <a:p>
            <a:pPr>
              <a:lnSpc>
                <a:spcPct val="120000"/>
              </a:lnSpc>
            </a:pPr>
            <a:r>
              <a:rPr sz="1400" b="1" dirty="0">
                <a:solidFill>
                  <a:srgbClr val="2A1F17"/>
                </a:solidFill>
                <a:latin typeface="Pretendard"/>
                <a:ea typeface="Pretendard"/>
                <a:cs typeface="Pretendard"/>
              </a:rPr>
              <a:t>Jetson Orin Nano</a:t>
            </a:r>
          </a:p>
        </p:txBody>
      </p:sp>
      <p:sp>
        <p:nvSpPr>
          <p:cNvPr id="7" name="Rounded Rectangle 6"/>
          <p:cNvSpPr/>
          <p:nvPr/>
        </p:nvSpPr>
        <p:spPr>
          <a:xfrm>
            <a:off x="792480" y="2286000"/>
            <a:ext cx="3169920" cy="499872"/>
          </a:xfrm>
          <a:prstGeom prst="roundRect">
            <a:avLst>
              <a:gd name="adj" fmla="val 12195"/>
            </a:avLst>
          </a:prstGeom>
          <a:solidFill>
            <a:srgbClr val="F4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8" name="TextBox 7"/>
          <p:cNvSpPr txBox="1"/>
          <p:nvPr/>
        </p:nvSpPr>
        <p:spPr>
          <a:xfrm>
            <a:off x="914400" y="2346960"/>
            <a:ext cx="2926080" cy="347018"/>
          </a:xfrm>
          <a:prstGeom prst="rect">
            <a:avLst/>
          </a:prstGeom>
          <a:noFill/>
        </p:spPr>
        <p:txBody>
          <a:bodyPr wrap="square" lIns="0" tIns="0" rIns="0" bIns="0" anchor="t">
            <a:spAutoFit/>
          </a:bodyPr>
          <a:lstStyle/>
          <a:p>
            <a:pPr>
              <a:lnSpc>
                <a:spcPct val="110000"/>
              </a:lnSpc>
            </a:pPr>
            <a:r>
              <a:rPr sz="1050" dirty="0">
                <a:solidFill>
                  <a:srgbClr val="2A1F17"/>
                </a:solidFill>
                <a:latin typeface="Pretendard SemiBold"/>
                <a:ea typeface="Pretendard SemiBold"/>
                <a:cs typeface="Pretendard SemiBold"/>
              </a:rPr>
              <a:t>USB </a:t>
            </a:r>
            <a:r>
              <a:rPr sz="1050" dirty="0" err="1">
                <a:solidFill>
                  <a:srgbClr val="2A1F17"/>
                </a:solidFill>
                <a:latin typeface="Pretendard SemiBold"/>
                <a:ea typeface="Pretendard SemiBold"/>
                <a:cs typeface="Pretendard SemiBold"/>
              </a:rPr>
              <a:t>카메라</a:t>
            </a:r>
            <a:r>
              <a:rPr sz="1050" dirty="0">
                <a:solidFill>
                  <a:srgbClr val="2A1F17"/>
                </a:solidFill>
                <a:latin typeface="Pretendard SemiBold"/>
                <a:ea typeface="Pretendard SemiBold"/>
                <a:cs typeface="Pretendard SemiBold"/>
              </a:rPr>
              <a:t> → </a:t>
            </a:r>
            <a:r>
              <a:rPr sz="1050" dirty="0" err="1">
                <a:solidFill>
                  <a:srgbClr val="2A1F17"/>
                </a:solidFill>
                <a:latin typeface="Pretendard SemiBold"/>
                <a:ea typeface="Pretendard SemiBold"/>
                <a:cs typeface="Pretendard SemiBold"/>
              </a:rPr>
              <a:t>영상</a:t>
            </a:r>
            <a:r>
              <a:rPr sz="1050" dirty="0">
                <a:solidFill>
                  <a:srgbClr val="2A1F17"/>
                </a:solidFill>
                <a:latin typeface="Pretendard SemiBold"/>
                <a:ea typeface="Pretendard SemiBold"/>
                <a:cs typeface="Pretendard SemiBold"/>
              </a:rPr>
              <a:t> </a:t>
            </a:r>
            <a:r>
              <a:rPr sz="1050" dirty="0" err="1">
                <a:solidFill>
                  <a:srgbClr val="2A1F17"/>
                </a:solidFill>
                <a:latin typeface="Pretendard SemiBold"/>
                <a:ea typeface="Pretendard SemiBold"/>
                <a:cs typeface="Pretendard SemiBold"/>
              </a:rPr>
              <a:t>서버</a:t>
            </a:r>
            <a:r>
              <a:rPr sz="1050" dirty="0">
                <a:solidFill>
                  <a:srgbClr val="2A1F17"/>
                </a:solidFill>
                <a:latin typeface="Pretendard SemiBold"/>
                <a:ea typeface="Pretendard SemiBold"/>
                <a:cs typeface="Pretendard SemiBold"/>
              </a:rPr>
              <a:t> :8090</a:t>
            </a:r>
          </a:p>
          <a:p>
            <a:pPr>
              <a:lnSpc>
                <a:spcPct val="110000"/>
              </a:lnSpc>
            </a:pPr>
            <a:r>
              <a:rPr sz="1000" dirty="0">
                <a:solidFill>
                  <a:srgbClr val="8C8078"/>
                </a:solidFill>
                <a:latin typeface="Pretendard"/>
                <a:ea typeface="Pretendard"/>
                <a:cs typeface="Pretendard"/>
              </a:rPr>
              <a:t>HTTP </a:t>
            </a:r>
            <a:r>
              <a:rPr sz="1000" dirty="0" err="1">
                <a:solidFill>
                  <a:srgbClr val="8C8078"/>
                </a:solidFill>
                <a:latin typeface="Pretendard"/>
                <a:ea typeface="Pretendard"/>
                <a:cs typeface="Pretendard"/>
              </a:rPr>
              <a:t>스트림으로</a:t>
            </a:r>
            <a:r>
              <a:rPr sz="1000" dirty="0">
                <a:solidFill>
                  <a:srgbClr val="8C8078"/>
                </a:solidFill>
                <a:latin typeface="Pretendard"/>
                <a:ea typeface="Pretendard"/>
                <a:cs typeface="Pretendard"/>
              </a:rPr>
              <a:t> </a:t>
            </a:r>
            <a:r>
              <a:rPr sz="1000" dirty="0" err="1">
                <a:solidFill>
                  <a:srgbClr val="8C8078"/>
                </a:solidFill>
                <a:latin typeface="Pretendard"/>
                <a:ea typeface="Pretendard"/>
                <a:cs typeface="Pretendard"/>
              </a:rPr>
              <a:t>PC에</a:t>
            </a:r>
            <a:r>
              <a:rPr sz="1000" dirty="0">
                <a:solidFill>
                  <a:srgbClr val="8C8078"/>
                </a:solidFill>
                <a:latin typeface="Pretendard"/>
                <a:ea typeface="Pretendard"/>
                <a:cs typeface="Pretendard"/>
              </a:rPr>
              <a:t> </a:t>
            </a:r>
            <a:r>
              <a:rPr sz="1000" dirty="0" err="1">
                <a:solidFill>
                  <a:srgbClr val="8C8078"/>
                </a:solidFill>
                <a:latin typeface="Pretendard"/>
                <a:ea typeface="Pretendard"/>
                <a:cs typeface="Pretendard"/>
              </a:rPr>
              <a:t>영상</a:t>
            </a:r>
            <a:r>
              <a:rPr sz="1000" dirty="0">
                <a:solidFill>
                  <a:srgbClr val="8C8078"/>
                </a:solidFill>
                <a:latin typeface="Pretendard"/>
                <a:ea typeface="Pretendard"/>
                <a:cs typeface="Pretendard"/>
              </a:rPr>
              <a:t> </a:t>
            </a:r>
            <a:r>
              <a:rPr sz="1000" dirty="0" err="1">
                <a:solidFill>
                  <a:srgbClr val="8C8078"/>
                </a:solidFill>
                <a:latin typeface="Pretendard"/>
                <a:ea typeface="Pretendard"/>
                <a:cs typeface="Pretendard"/>
              </a:rPr>
              <a:t>전송</a:t>
            </a:r>
            <a:endParaRPr sz="1000" dirty="0">
              <a:solidFill>
                <a:srgbClr val="8C8078"/>
              </a:solidFill>
              <a:latin typeface="Pretendard"/>
              <a:ea typeface="Pretendard"/>
              <a:cs typeface="Pretendard"/>
            </a:endParaRPr>
          </a:p>
        </p:txBody>
      </p:sp>
      <p:sp>
        <p:nvSpPr>
          <p:cNvPr id="9" name="Rounded Rectangle 8"/>
          <p:cNvSpPr/>
          <p:nvPr/>
        </p:nvSpPr>
        <p:spPr>
          <a:xfrm>
            <a:off x="792480" y="2859024"/>
            <a:ext cx="3169920" cy="499872"/>
          </a:xfrm>
          <a:prstGeom prst="roundRect">
            <a:avLst>
              <a:gd name="adj" fmla="val 12195"/>
            </a:avLst>
          </a:prstGeom>
          <a:solidFill>
            <a:srgbClr val="F4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0" name="TextBox 9"/>
          <p:cNvSpPr txBox="1"/>
          <p:nvPr/>
        </p:nvSpPr>
        <p:spPr>
          <a:xfrm>
            <a:off x="914400" y="2919983"/>
            <a:ext cx="2926080" cy="347018"/>
          </a:xfrm>
          <a:prstGeom prst="rect">
            <a:avLst/>
          </a:prstGeom>
          <a:noFill/>
        </p:spPr>
        <p:txBody>
          <a:bodyPr wrap="square" lIns="0" tIns="0" rIns="0" bIns="0" anchor="t">
            <a:spAutoFit/>
          </a:bodyPr>
          <a:lstStyle/>
          <a:p>
            <a:pPr>
              <a:lnSpc>
                <a:spcPct val="110000"/>
              </a:lnSpc>
            </a:pPr>
            <a:r>
              <a:rPr sz="1050" dirty="0">
                <a:solidFill>
                  <a:srgbClr val="2A1F17"/>
                </a:solidFill>
                <a:latin typeface="Pretendard SemiBold"/>
                <a:ea typeface="Pretendard SemiBold"/>
                <a:cs typeface="Pretendard SemiBold"/>
              </a:rPr>
              <a:t>AI </a:t>
            </a:r>
            <a:r>
              <a:rPr sz="1050" dirty="0" err="1">
                <a:solidFill>
                  <a:srgbClr val="2A1F17"/>
                </a:solidFill>
                <a:latin typeface="Pretendard SemiBold"/>
                <a:ea typeface="Pretendard SemiBold"/>
                <a:cs typeface="Pretendard SemiBold"/>
              </a:rPr>
              <a:t>추론</a:t>
            </a:r>
            <a:r>
              <a:rPr sz="1050" dirty="0">
                <a:solidFill>
                  <a:srgbClr val="2A1F17"/>
                </a:solidFill>
                <a:latin typeface="Pretendard SemiBold"/>
                <a:ea typeface="Pretendard SemiBold"/>
                <a:cs typeface="Pretendard SemiBold"/>
              </a:rPr>
              <a:t> </a:t>
            </a:r>
            <a:r>
              <a:rPr sz="1050" dirty="0" err="1">
                <a:solidFill>
                  <a:srgbClr val="2A1F17"/>
                </a:solidFill>
                <a:latin typeface="Pretendard SemiBold"/>
                <a:ea typeface="Pretendard SemiBold"/>
                <a:cs typeface="Pretendard SemiBold"/>
              </a:rPr>
              <a:t>서버</a:t>
            </a:r>
            <a:r>
              <a:rPr sz="1050" dirty="0">
                <a:solidFill>
                  <a:srgbClr val="2A1F17"/>
                </a:solidFill>
                <a:latin typeface="Pretendard SemiBold"/>
                <a:ea typeface="Pretendard SemiBold"/>
                <a:cs typeface="Pretendard SemiBold"/>
              </a:rPr>
              <a:t> :8092</a:t>
            </a:r>
          </a:p>
          <a:p>
            <a:pPr>
              <a:lnSpc>
                <a:spcPct val="110000"/>
              </a:lnSpc>
            </a:pPr>
            <a:r>
              <a:rPr sz="1000" dirty="0" err="1">
                <a:solidFill>
                  <a:srgbClr val="8C8078"/>
                </a:solidFill>
                <a:latin typeface="Pretendard"/>
                <a:ea typeface="Pretendard"/>
                <a:cs typeface="Pretendard"/>
              </a:rPr>
              <a:t>TensorRT</a:t>
            </a:r>
            <a:r>
              <a:rPr sz="1000" dirty="0">
                <a:solidFill>
                  <a:srgbClr val="8C8078"/>
                </a:solidFill>
                <a:latin typeface="Pretendard"/>
                <a:ea typeface="Pretendard"/>
                <a:cs typeface="Pretendard"/>
              </a:rPr>
              <a:t> </a:t>
            </a:r>
            <a:r>
              <a:rPr sz="1000" dirty="0" err="1">
                <a:solidFill>
                  <a:srgbClr val="8C8078"/>
                </a:solidFill>
                <a:latin typeface="Pretendard"/>
                <a:ea typeface="Pretendard"/>
                <a:cs typeface="Pretendard"/>
              </a:rPr>
              <a:t>엔진</a:t>
            </a:r>
            <a:r>
              <a:rPr sz="1000" dirty="0">
                <a:solidFill>
                  <a:srgbClr val="8C8078"/>
                </a:solidFill>
                <a:latin typeface="Pretendard"/>
                <a:ea typeface="Pretendard"/>
                <a:cs typeface="Pretendard"/>
              </a:rPr>
              <a:t> m13_A + m13_B </a:t>
            </a:r>
            <a:r>
              <a:rPr sz="1000" dirty="0" err="1">
                <a:solidFill>
                  <a:srgbClr val="8C8078"/>
                </a:solidFill>
                <a:latin typeface="Pretendard"/>
                <a:ea typeface="Pretendard"/>
                <a:cs typeface="Pretendard"/>
              </a:rPr>
              <a:t>앙상블</a:t>
            </a:r>
            <a:endParaRPr sz="1000" dirty="0">
              <a:solidFill>
                <a:srgbClr val="8C8078"/>
              </a:solidFill>
              <a:latin typeface="Pretendard"/>
              <a:ea typeface="Pretendard"/>
              <a:cs typeface="Pretendard"/>
            </a:endParaRPr>
          </a:p>
        </p:txBody>
      </p:sp>
      <p:sp>
        <p:nvSpPr>
          <p:cNvPr id="11" name="Rounded Rectangle 10"/>
          <p:cNvSpPr/>
          <p:nvPr/>
        </p:nvSpPr>
        <p:spPr>
          <a:xfrm>
            <a:off x="792480" y="3432048"/>
            <a:ext cx="3169920" cy="499872"/>
          </a:xfrm>
          <a:prstGeom prst="roundRect">
            <a:avLst>
              <a:gd name="adj" fmla="val 12195"/>
            </a:avLst>
          </a:prstGeom>
          <a:solidFill>
            <a:srgbClr val="F4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2" name="TextBox 11"/>
          <p:cNvSpPr txBox="1"/>
          <p:nvPr/>
        </p:nvSpPr>
        <p:spPr>
          <a:xfrm>
            <a:off x="914400" y="3493008"/>
            <a:ext cx="2926080" cy="347018"/>
          </a:xfrm>
          <a:prstGeom prst="rect">
            <a:avLst/>
          </a:prstGeom>
          <a:noFill/>
        </p:spPr>
        <p:txBody>
          <a:bodyPr wrap="square" lIns="0" tIns="0" rIns="0" bIns="0" anchor="t">
            <a:spAutoFit/>
          </a:bodyPr>
          <a:lstStyle/>
          <a:p>
            <a:pPr>
              <a:lnSpc>
                <a:spcPct val="110000"/>
              </a:lnSpc>
            </a:pPr>
            <a:r>
              <a:rPr sz="1050">
                <a:solidFill>
                  <a:srgbClr val="2A1F17"/>
                </a:solidFill>
                <a:latin typeface="Pretendard SemiBold"/>
                <a:ea typeface="Pretendard SemiBold"/>
                <a:cs typeface="Pretendard SemiBold"/>
              </a:rPr>
              <a:t>학습 환경 (Docker)</a:t>
            </a:r>
          </a:p>
          <a:p>
            <a:pPr>
              <a:lnSpc>
                <a:spcPct val="110000"/>
              </a:lnSpc>
            </a:pPr>
            <a:r>
              <a:rPr sz="1000">
                <a:solidFill>
                  <a:srgbClr val="8C8078"/>
                </a:solidFill>
                <a:latin typeface="Pretendard"/>
                <a:ea typeface="Pretendard"/>
                <a:cs typeface="Pretendard"/>
              </a:rPr>
              <a:t>전이학습 → ONNX → 엔진 빌드 → 적용</a:t>
            </a:r>
          </a:p>
        </p:txBody>
      </p:sp>
      <p:sp>
        <p:nvSpPr>
          <p:cNvPr id="13" name="Rounded Rectangle 12"/>
          <p:cNvSpPr/>
          <p:nvPr/>
        </p:nvSpPr>
        <p:spPr>
          <a:xfrm>
            <a:off x="792480" y="4005072"/>
            <a:ext cx="3169920" cy="499872"/>
          </a:xfrm>
          <a:prstGeom prst="roundRect">
            <a:avLst>
              <a:gd name="adj" fmla="val 12195"/>
            </a:avLst>
          </a:prstGeom>
          <a:solidFill>
            <a:srgbClr val="F4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4" name="TextBox 13"/>
          <p:cNvSpPr txBox="1"/>
          <p:nvPr/>
        </p:nvSpPr>
        <p:spPr>
          <a:xfrm>
            <a:off x="914400" y="4066032"/>
            <a:ext cx="2926080" cy="347018"/>
          </a:xfrm>
          <a:prstGeom prst="rect">
            <a:avLst/>
          </a:prstGeom>
          <a:noFill/>
        </p:spPr>
        <p:txBody>
          <a:bodyPr wrap="square" lIns="0" tIns="0" rIns="0" bIns="0" anchor="t">
            <a:spAutoFit/>
          </a:bodyPr>
          <a:lstStyle/>
          <a:p>
            <a:pPr>
              <a:lnSpc>
                <a:spcPct val="110000"/>
              </a:lnSpc>
            </a:pPr>
            <a:r>
              <a:rPr sz="1050" dirty="0">
                <a:solidFill>
                  <a:srgbClr val="2A1F17"/>
                </a:solidFill>
                <a:latin typeface="Pretendard SemiBold"/>
                <a:ea typeface="Pretendard SemiBold"/>
                <a:cs typeface="Pretendard SemiBold"/>
              </a:rPr>
              <a:t>USB → STM</a:t>
            </a:r>
            <a:r>
              <a:rPr lang="en-US" altLang="ko-KR" sz="1050" dirty="0">
                <a:solidFill>
                  <a:srgbClr val="2A1F17"/>
                </a:solidFill>
                <a:latin typeface="Pretendard SemiBold"/>
                <a:ea typeface="Pretendard SemiBold"/>
                <a:cs typeface="Pretendard SemiBold"/>
              </a:rPr>
              <a:t>32 </a:t>
            </a:r>
            <a:r>
              <a:rPr sz="1050" dirty="0" err="1">
                <a:solidFill>
                  <a:srgbClr val="2A1F17"/>
                </a:solidFill>
                <a:latin typeface="Pretendard SemiBold"/>
                <a:ea typeface="Pretendard SemiBold"/>
                <a:cs typeface="Pretendard SemiBold"/>
              </a:rPr>
              <a:t>Nucleo</a:t>
            </a:r>
            <a:r>
              <a:rPr sz="1050" dirty="0">
                <a:solidFill>
                  <a:srgbClr val="2A1F17"/>
                </a:solidFill>
                <a:latin typeface="Pretendard SemiBold"/>
                <a:ea typeface="Pretendard SemiBold"/>
                <a:cs typeface="Pretendard SemiBold"/>
              </a:rPr>
              <a:t> → </a:t>
            </a:r>
            <a:r>
              <a:rPr sz="1050" dirty="0" err="1">
                <a:solidFill>
                  <a:srgbClr val="2A1F17"/>
                </a:solidFill>
                <a:latin typeface="Pretendard SemiBold"/>
                <a:ea typeface="Pretendard SemiBold"/>
                <a:cs typeface="Pretendard SemiBold"/>
              </a:rPr>
              <a:t>스텝</a:t>
            </a:r>
            <a:r>
              <a:rPr sz="1050" dirty="0">
                <a:solidFill>
                  <a:srgbClr val="2A1F17"/>
                </a:solidFill>
                <a:latin typeface="Pretendard SemiBold"/>
                <a:ea typeface="Pretendard SemiBold"/>
                <a:cs typeface="Pretendard SemiBold"/>
              </a:rPr>
              <a:t> </a:t>
            </a:r>
            <a:r>
              <a:rPr sz="1050" dirty="0" err="1">
                <a:solidFill>
                  <a:srgbClr val="2A1F17"/>
                </a:solidFill>
                <a:latin typeface="Pretendard SemiBold"/>
                <a:ea typeface="Pretendard SemiBold"/>
                <a:cs typeface="Pretendard SemiBold"/>
              </a:rPr>
              <a:t>모터</a:t>
            </a:r>
            <a:endParaRPr sz="1050" dirty="0">
              <a:solidFill>
                <a:srgbClr val="2A1F17"/>
              </a:solidFill>
              <a:latin typeface="Pretendard SemiBold"/>
              <a:ea typeface="Pretendard SemiBold"/>
              <a:cs typeface="Pretendard SemiBold"/>
            </a:endParaRPr>
          </a:p>
          <a:p>
            <a:pPr>
              <a:lnSpc>
                <a:spcPct val="110000"/>
              </a:lnSpc>
            </a:pPr>
            <a:r>
              <a:rPr sz="1000" dirty="0" err="1">
                <a:solidFill>
                  <a:srgbClr val="8C8078"/>
                </a:solidFill>
                <a:latin typeface="Pretendard"/>
                <a:ea typeface="Pretendard"/>
                <a:cs typeface="Pretendard"/>
              </a:rPr>
              <a:t>데이터</a:t>
            </a:r>
            <a:r>
              <a:rPr sz="1000" dirty="0">
                <a:solidFill>
                  <a:srgbClr val="8C8078"/>
                </a:solidFill>
                <a:latin typeface="Pretendard"/>
                <a:ea typeface="Pretendard"/>
                <a:cs typeface="Pretendard"/>
              </a:rPr>
              <a:t> </a:t>
            </a:r>
            <a:r>
              <a:rPr sz="1000" dirty="0" err="1">
                <a:solidFill>
                  <a:srgbClr val="8C8078"/>
                </a:solidFill>
                <a:latin typeface="Pretendard"/>
                <a:ea typeface="Pretendard"/>
                <a:cs typeface="Pretendard"/>
              </a:rPr>
              <a:t>수집</a:t>
            </a:r>
            <a:r>
              <a:rPr sz="1000" dirty="0">
                <a:solidFill>
                  <a:srgbClr val="8C8078"/>
                </a:solidFill>
                <a:latin typeface="Pretendard"/>
                <a:ea typeface="Pretendard"/>
                <a:cs typeface="Pretendard"/>
              </a:rPr>
              <a:t> 중 </a:t>
            </a:r>
            <a:r>
              <a:rPr sz="1000" dirty="0" err="1">
                <a:solidFill>
                  <a:srgbClr val="8C8078"/>
                </a:solidFill>
                <a:latin typeface="Pretendard"/>
                <a:ea typeface="Pretendard"/>
                <a:cs typeface="Pretendard"/>
              </a:rPr>
              <a:t>카메라</a:t>
            </a:r>
            <a:r>
              <a:rPr sz="1000" dirty="0">
                <a:solidFill>
                  <a:srgbClr val="8C8078"/>
                </a:solidFill>
                <a:latin typeface="Pretendard"/>
                <a:ea typeface="Pretendard"/>
                <a:cs typeface="Pretendard"/>
              </a:rPr>
              <a:t> </a:t>
            </a:r>
            <a:r>
              <a:rPr sz="1000" dirty="0" err="1">
                <a:solidFill>
                  <a:srgbClr val="8C8078"/>
                </a:solidFill>
                <a:latin typeface="Pretendard"/>
                <a:ea typeface="Pretendard"/>
                <a:cs typeface="Pretendard"/>
              </a:rPr>
              <a:t>회전</a:t>
            </a:r>
            <a:endParaRPr sz="1000" dirty="0">
              <a:solidFill>
                <a:srgbClr val="8C8078"/>
              </a:solidFill>
              <a:latin typeface="Pretendard"/>
              <a:ea typeface="Pretendard"/>
              <a:cs typeface="Pretendard"/>
            </a:endParaRPr>
          </a:p>
        </p:txBody>
      </p:sp>
      <p:sp>
        <p:nvSpPr>
          <p:cNvPr id="15" name="Rounded Rectangle 14"/>
          <p:cNvSpPr/>
          <p:nvPr/>
        </p:nvSpPr>
        <p:spPr>
          <a:xfrm>
            <a:off x="792480" y="4578096"/>
            <a:ext cx="3169920" cy="499872"/>
          </a:xfrm>
          <a:prstGeom prst="roundRect">
            <a:avLst>
              <a:gd name="adj" fmla="val 12195"/>
            </a:avLst>
          </a:prstGeom>
          <a:solidFill>
            <a:srgbClr val="F4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6" name="TextBox 15"/>
          <p:cNvSpPr txBox="1"/>
          <p:nvPr/>
        </p:nvSpPr>
        <p:spPr>
          <a:xfrm>
            <a:off x="914400" y="4639055"/>
            <a:ext cx="2926080" cy="347018"/>
          </a:xfrm>
          <a:prstGeom prst="rect">
            <a:avLst/>
          </a:prstGeom>
          <a:noFill/>
        </p:spPr>
        <p:txBody>
          <a:bodyPr wrap="square" lIns="0" tIns="0" rIns="0" bIns="0" anchor="t">
            <a:spAutoFit/>
          </a:bodyPr>
          <a:lstStyle/>
          <a:p>
            <a:pPr>
              <a:lnSpc>
                <a:spcPct val="110000"/>
              </a:lnSpc>
            </a:pPr>
            <a:r>
              <a:rPr sz="1050">
                <a:solidFill>
                  <a:srgbClr val="2A1F17"/>
                </a:solidFill>
                <a:latin typeface="Pretendard SemiBold"/>
                <a:ea typeface="Pretendard SemiBold"/>
                <a:cs typeface="Pretendard SemiBold"/>
              </a:rPr>
              <a:t>부팅 시 자동 실행</a:t>
            </a:r>
          </a:p>
          <a:p>
            <a:pPr>
              <a:lnSpc>
                <a:spcPct val="110000"/>
              </a:lnSpc>
            </a:pPr>
            <a:r>
              <a:rPr sz="1000">
                <a:solidFill>
                  <a:srgbClr val="8C8078"/>
                </a:solidFill>
                <a:latin typeface="Pretendard"/>
                <a:ea typeface="Pretendard"/>
                <a:cs typeface="Pretendard"/>
              </a:rPr>
              <a:t>설치 후 전원만 켜면 동작</a:t>
            </a:r>
          </a:p>
        </p:txBody>
      </p:sp>
      <p:sp>
        <p:nvSpPr>
          <p:cNvPr id="17" name="Rounded Rectangle 16"/>
          <p:cNvSpPr/>
          <p:nvPr/>
        </p:nvSpPr>
        <p:spPr>
          <a:xfrm>
            <a:off x="5090160" y="1706880"/>
            <a:ext cx="3230880" cy="3992880"/>
          </a:xfrm>
          <a:prstGeom prst="roundRect">
            <a:avLst>
              <a:gd name="adj" fmla="val 3396"/>
            </a:avLst>
          </a:prstGeom>
          <a:solidFill>
            <a:srgbClr val="FFFFFF"/>
          </a:solidFill>
          <a:ln w="12700">
            <a:solidFill>
              <a:srgbClr val="E9E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8" name="TextBox 17"/>
          <p:cNvSpPr txBox="1"/>
          <p:nvPr/>
        </p:nvSpPr>
        <p:spPr>
          <a:xfrm>
            <a:off x="5303519" y="1901952"/>
            <a:ext cx="2804160" cy="258532"/>
          </a:xfrm>
          <a:prstGeom prst="rect">
            <a:avLst/>
          </a:prstGeom>
          <a:noFill/>
        </p:spPr>
        <p:txBody>
          <a:bodyPr wrap="square" lIns="0" tIns="0" rIns="0" bIns="0" anchor="t">
            <a:spAutoFit/>
          </a:bodyPr>
          <a:lstStyle/>
          <a:p>
            <a:pPr>
              <a:lnSpc>
                <a:spcPct val="120000"/>
              </a:lnSpc>
            </a:pPr>
            <a:r>
              <a:rPr sz="1400" b="1">
                <a:solidFill>
                  <a:srgbClr val="2A1F17"/>
                </a:solidFill>
                <a:latin typeface="Pretendard"/>
                <a:ea typeface="Pretendard"/>
                <a:cs typeface="Pretendard"/>
              </a:rPr>
              <a:t>PC · POS 프로그램 (PyQt5)</a:t>
            </a:r>
          </a:p>
        </p:txBody>
      </p:sp>
      <p:sp>
        <p:nvSpPr>
          <p:cNvPr id="19" name="Rounded Rectangle 18"/>
          <p:cNvSpPr/>
          <p:nvPr/>
        </p:nvSpPr>
        <p:spPr>
          <a:xfrm>
            <a:off x="5273040" y="2286000"/>
            <a:ext cx="2865120" cy="499872"/>
          </a:xfrm>
          <a:prstGeom prst="roundRect">
            <a:avLst>
              <a:gd name="adj" fmla="val 12195"/>
            </a:avLst>
          </a:prstGeom>
          <a:solidFill>
            <a:srgbClr val="F4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0" name="TextBox 19"/>
          <p:cNvSpPr txBox="1"/>
          <p:nvPr/>
        </p:nvSpPr>
        <p:spPr>
          <a:xfrm>
            <a:off x="5394960" y="2346960"/>
            <a:ext cx="2621280" cy="347018"/>
          </a:xfrm>
          <a:prstGeom prst="rect">
            <a:avLst/>
          </a:prstGeom>
          <a:noFill/>
        </p:spPr>
        <p:txBody>
          <a:bodyPr wrap="square" lIns="0" tIns="0" rIns="0" bIns="0" anchor="t">
            <a:spAutoFit/>
          </a:bodyPr>
          <a:lstStyle/>
          <a:p>
            <a:pPr>
              <a:lnSpc>
                <a:spcPct val="110000"/>
              </a:lnSpc>
            </a:pPr>
            <a:r>
              <a:rPr sz="1050">
                <a:solidFill>
                  <a:srgbClr val="2A1F17"/>
                </a:solidFill>
                <a:latin typeface="Pretendard SemiBold"/>
                <a:ea typeface="Pretendard SemiBold"/>
                <a:cs typeface="Pretendard SemiBold"/>
              </a:rPr>
              <a:t>계산</a:t>
            </a:r>
          </a:p>
          <a:p>
            <a:pPr>
              <a:lnSpc>
                <a:spcPct val="110000"/>
              </a:lnSpc>
            </a:pPr>
            <a:r>
              <a:rPr sz="1000">
                <a:solidFill>
                  <a:srgbClr val="8C8078"/>
                </a:solidFill>
                <a:latin typeface="Pretendard"/>
                <a:ea typeface="Pretendard"/>
                <a:cs typeface="Pretendard"/>
              </a:rPr>
              <a:t>실시간 인식 · 주문표 · 결제</a:t>
            </a:r>
          </a:p>
        </p:txBody>
      </p:sp>
      <p:sp>
        <p:nvSpPr>
          <p:cNvPr id="21" name="Rounded Rectangle 20"/>
          <p:cNvSpPr/>
          <p:nvPr/>
        </p:nvSpPr>
        <p:spPr>
          <a:xfrm>
            <a:off x="5273040" y="2859024"/>
            <a:ext cx="2865120" cy="499872"/>
          </a:xfrm>
          <a:prstGeom prst="roundRect">
            <a:avLst>
              <a:gd name="adj" fmla="val 12195"/>
            </a:avLst>
          </a:prstGeom>
          <a:solidFill>
            <a:srgbClr val="F4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2" name="TextBox 21"/>
          <p:cNvSpPr txBox="1"/>
          <p:nvPr/>
        </p:nvSpPr>
        <p:spPr>
          <a:xfrm>
            <a:off x="5394960" y="2919983"/>
            <a:ext cx="2621280" cy="347018"/>
          </a:xfrm>
          <a:prstGeom prst="rect">
            <a:avLst/>
          </a:prstGeom>
          <a:noFill/>
        </p:spPr>
        <p:txBody>
          <a:bodyPr wrap="square" lIns="0" tIns="0" rIns="0" bIns="0" anchor="t">
            <a:spAutoFit/>
          </a:bodyPr>
          <a:lstStyle/>
          <a:p>
            <a:pPr>
              <a:lnSpc>
                <a:spcPct val="110000"/>
              </a:lnSpc>
            </a:pPr>
            <a:r>
              <a:rPr sz="1050">
                <a:solidFill>
                  <a:srgbClr val="2A1F17"/>
                </a:solidFill>
                <a:latin typeface="Pretendard SemiBold"/>
                <a:ea typeface="Pretendard SemiBold"/>
                <a:cs typeface="Pretendard SemiBold"/>
              </a:rPr>
              <a:t>상품 관리</a:t>
            </a:r>
          </a:p>
          <a:p>
            <a:pPr>
              <a:lnSpc>
                <a:spcPct val="110000"/>
              </a:lnSpc>
            </a:pPr>
            <a:r>
              <a:rPr sz="1000">
                <a:solidFill>
                  <a:srgbClr val="8C8078"/>
                </a:solidFill>
                <a:latin typeface="Pretendard"/>
                <a:ea typeface="Pretendard"/>
                <a:cs typeface="Pretendard"/>
              </a:rPr>
              <a:t>YOLO 클래스 ↔ 상품명 · 가격</a:t>
            </a:r>
          </a:p>
        </p:txBody>
      </p:sp>
      <p:sp>
        <p:nvSpPr>
          <p:cNvPr id="23" name="Rounded Rectangle 22"/>
          <p:cNvSpPr/>
          <p:nvPr/>
        </p:nvSpPr>
        <p:spPr>
          <a:xfrm>
            <a:off x="5273040" y="3432048"/>
            <a:ext cx="2865120" cy="499872"/>
          </a:xfrm>
          <a:prstGeom prst="roundRect">
            <a:avLst>
              <a:gd name="adj" fmla="val 12195"/>
            </a:avLst>
          </a:prstGeom>
          <a:solidFill>
            <a:srgbClr val="F4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4" name="TextBox 23"/>
          <p:cNvSpPr txBox="1"/>
          <p:nvPr/>
        </p:nvSpPr>
        <p:spPr>
          <a:xfrm>
            <a:off x="5394960" y="3493008"/>
            <a:ext cx="2621280" cy="347018"/>
          </a:xfrm>
          <a:prstGeom prst="rect">
            <a:avLst/>
          </a:prstGeom>
          <a:noFill/>
        </p:spPr>
        <p:txBody>
          <a:bodyPr wrap="square" lIns="0" tIns="0" rIns="0" bIns="0" anchor="t">
            <a:spAutoFit/>
          </a:bodyPr>
          <a:lstStyle/>
          <a:p>
            <a:pPr>
              <a:lnSpc>
                <a:spcPct val="110000"/>
              </a:lnSpc>
            </a:pPr>
            <a:r>
              <a:rPr sz="1050">
                <a:solidFill>
                  <a:srgbClr val="2A1F17"/>
                </a:solidFill>
                <a:latin typeface="Pretendard SemiBold"/>
                <a:ea typeface="Pretendard SemiBold"/>
                <a:cs typeface="Pretendard SemiBold"/>
              </a:rPr>
              <a:t>데이터 수집</a:t>
            </a:r>
          </a:p>
          <a:p>
            <a:pPr>
              <a:lnSpc>
                <a:spcPct val="110000"/>
              </a:lnSpc>
            </a:pPr>
            <a:r>
              <a:rPr sz="1000">
                <a:solidFill>
                  <a:srgbClr val="8C8078"/>
                </a:solidFill>
                <a:latin typeface="Pretendard"/>
                <a:ea typeface="Pretendard"/>
                <a:cs typeface="Pretendard"/>
              </a:rPr>
              <a:t>박스 자동 지정 · 회전 촬영</a:t>
            </a:r>
          </a:p>
        </p:txBody>
      </p:sp>
      <p:sp>
        <p:nvSpPr>
          <p:cNvPr id="25" name="Rounded Rectangle 24"/>
          <p:cNvSpPr/>
          <p:nvPr/>
        </p:nvSpPr>
        <p:spPr>
          <a:xfrm>
            <a:off x="5273040" y="4005072"/>
            <a:ext cx="2865120" cy="499872"/>
          </a:xfrm>
          <a:prstGeom prst="roundRect">
            <a:avLst>
              <a:gd name="adj" fmla="val 12195"/>
            </a:avLst>
          </a:prstGeom>
          <a:solidFill>
            <a:srgbClr val="F4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6" name="TextBox 25"/>
          <p:cNvSpPr txBox="1"/>
          <p:nvPr/>
        </p:nvSpPr>
        <p:spPr>
          <a:xfrm>
            <a:off x="5394960" y="4066032"/>
            <a:ext cx="2621280" cy="347018"/>
          </a:xfrm>
          <a:prstGeom prst="rect">
            <a:avLst/>
          </a:prstGeom>
          <a:noFill/>
        </p:spPr>
        <p:txBody>
          <a:bodyPr wrap="square" lIns="0" tIns="0" rIns="0" bIns="0" anchor="t">
            <a:spAutoFit/>
          </a:bodyPr>
          <a:lstStyle/>
          <a:p>
            <a:pPr>
              <a:lnSpc>
                <a:spcPct val="110000"/>
              </a:lnSpc>
            </a:pPr>
            <a:r>
              <a:rPr sz="1050">
                <a:solidFill>
                  <a:srgbClr val="2A1F17"/>
                </a:solidFill>
                <a:latin typeface="Pretendard SemiBold"/>
                <a:ea typeface="Pretendard SemiBold"/>
                <a:cs typeface="Pretendard SemiBold"/>
              </a:rPr>
              <a:t>모델 학습 · 배포</a:t>
            </a:r>
          </a:p>
          <a:p>
            <a:pPr>
              <a:lnSpc>
                <a:spcPct val="110000"/>
              </a:lnSpc>
            </a:pPr>
            <a:r>
              <a:rPr sz="1000">
                <a:solidFill>
                  <a:srgbClr val="8C8078"/>
                </a:solidFill>
                <a:latin typeface="Pretendard"/>
                <a:ea typeface="Pretendard"/>
                <a:cs typeface="Pretendard"/>
              </a:rPr>
              <a:t>학습 요청 → 엔진 적용</a:t>
            </a:r>
          </a:p>
        </p:txBody>
      </p:sp>
      <p:sp>
        <p:nvSpPr>
          <p:cNvPr id="27" name="Rounded Rectangle 26"/>
          <p:cNvSpPr/>
          <p:nvPr/>
        </p:nvSpPr>
        <p:spPr>
          <a:xfrm>
            <a:off x="5273040" y="4578096"/>
            <a:ext cx="2865120" cy="499872"/>
          </a:xfrm>
          <a:prstGeom prst="roundRect">
            <a:avLst>
              <a:gd name="adj" fmla="val 12195"/>
            </a:avLst>
          </a:prstGeom>
          <a:solidFill>
            <a:srgbClr val="F4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8" name="TextBox 27"/>
          <p:cNvSpPr txBox="1"/>
          <p:nvPr/>
        </p:nvSpPr>
        <p:spPr>
          <a:xfrm>
            <a:off x="5394960" y="4639055"/>
            <a:ext cx="2621280" cy="347018"/>
          </a:xfrm>
          <a:prstGeom prst="rect">
            <a:avLst/>
          </a:prstGeom>
          <a:noFill/>
        </p:spPr>
        <p:txBody>
          <a:bodyPr wrap="square" lIns="0" tIns="0" rIns="0" bIns="0" anchor="t">
            <a:spAutoFit/>
          </a:bodyPr>
          <a:lstStyle/>
          <a:p>
            <a:pPr>
              <a:lnSpc>
                <a:spcPct val="110000"/>
              </a:lnSpc>
            </a:pPr>
            <a:r>
              <a:rPr sz="1050">
                <a:solidFill>
                  <a:srgbClr val="2A1F17"/>
                </a:solidFill>
                <a:latin typeface="Pretendard SemiBold"/>
                <a:ea typeface="Pretendard SemiBold"/>
                <a:cs typeface="Pretendard SemiBold"/>
              </a:rPr>
              <a:t>자동 라벨링 프로그램</a:t>
            </a:r>
          </a:p>
          <a:p>
            <a:pPr>
              <a:lnSpc>
                <a:spcPct val="110000"/>
              </a:lnSpc>
            </a:pPr>
            <a:r>
              <a:rPr sz="1000">
                <a:solidFill>
                  <a:srgbClr val="8C8078"/>
                </a:solidFill>
                <a:latin typeface="Pretendard"/>
                <a:ea typeface="Pretendard"/>
                <a:cs typeface="Pretendard"/>
              </a:rPr>
              <a:t>기존 모델로 라벨링 → 직접 검수</a:t>
            </a:r>
          </a:p>
        </p:txBody>
      </p:sp>
      <p:sp>
        <p:nvSpPr>
          <p:cNvPr id="29" name="Rounded Rectangle 28"/>
          <p:cNvSpPr/>
          <p:nvPr/>
        </p:nvSpPr>
        <p:spPr>
          <a:xfrm>
            <a:off x="9265920" y="1706880"/>
            <a:ext cx="2316480" cy="1889760"/>
          </a:xfrm>
          <a:prstGeom prst="roundRect">
            <a:avLst>
              <a:gd name="adj" fmla="val 5806"/>
            </a:avLst>
          </a:prstGeom>
          <a:solidFill>
            <a:srgbClr val="FFFFFF"/>
          </a:solidFill>
          <a:ln w="12700">
            <a:solidFill>
              <a:srgbClr val="E9E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30" name="TextBox 29"/>
          <p:cNvSpPr txBox="1"/>
          <p:nvPr/>
        </p:nvSpPr>
        <p:spPr>
          <a:xfrm>
            <a:off x="9479280" y="1901952"/>
            <a:ext cx="1889759" cy="258532"/>
          </a:xfrm>
          <a:prstGeom prst="rect">
            <a:avLst/>
          </a:prstGeom>
          <a:noFill/>
        </p:spPr>
        <p:txBody>
          <a:bodyPr wrap="square" lIns="0" tIns="0" rIns="0" bIns="0" anchor="t">
            <a:spAutoFit/>
          </a:bodyPr>
          <a:lstStyle/>
          <a:p>
            <a:pPr>
              <a:lnSpc>
                <a:spcPct val="120000"/>
              </a:lnSpc>
            </a:pPr>
            <a:r>
              <a:rPr sz="1400" b="1">
                <a:solidFill>
                  <a:srgbClr val="2A1F17"/>
                </a:solidFill>
                <a:latin typeface="Pretendard"/>
                <a:ea typeface="Pretendard"/>
                <a:cs typeface="Pretendard"/>
              </a:rPr>
              <a:t>Supabase</a:t>
            </a:r>
          </a:p>
        </p:txBody>
      </p:sp>
      <p:sp>
        <p:nvSpPr>
          <p:cNvPr id="31" name="Rounded Rectangle 30"/>
          <p:cNvSpPr/>
          <p:nvPr/>
        </p:nvSpPr>
        <p:spPr>
          <a:xfrm>
            <a:off x="9448801" y="2286000"/>
            <a:ext cx="1950719" cy="499872"/>
          </a:xfrm>
          <a:prstGeom prst="roundRect">
            <a:avLst>
              <a:gd name="adj" fmla="val 12195"/>
            </a:avLst>
          </a:prstGeom>
          <a:solidFill>
            <a:srgbClr val="F4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32" name="TextBox 31"/>
          <p:cNvSpPr txBox="1"/>
          <p:nvPr/>
        </p:nvSpPr>
        <p:spPr>
          <a:xfrm>
            <a:off x="9570720" y="2346960"/>
            <a:ext cx="1706880" cy="347018"/>
          </a:xfrm>
          <a:prstGeom prst="rect">
            <a:avLst/>
          </a:prstGeom>
          <a:noFill/>
        </p:spPr>
        <p:txBody>
          <a:bodyPr wrap="square" lIns="0" tIns="0" rIns="0" bIns="0" anchor="t">
            <a:spAutoFit/>
          </a:bodyPr>
          <a:lstStyle/>
          <a:p>
            <a:pPr>
              <a:lnSpc>
                <a:spcPct val="110000"/>
              </a:lnSpc>
            </a:pPr>
            <a:r>
              <a:rPr sz="1050">
                <a:solidFill>
                  <a:srgbClr val="2A1F17"/>
                </a:solidFill>
                <a:latin typeface="Pretendard SemiBold"/>
                <a:ea typeface="Pretendard SemiBold"/>
                <a:cs typeface="Pretendard SemiBold"/>
              </a:rPr>
              <a:t>회원 · 거래 · 포인트</a:t>
            </a:r>
          </a:p>
          <a:p>
            <a:pPr>
              <a:lnSpc>
                <a:spcPct val="110000"/>
              </a:lnSpc>
            </a:pPr>
            <a:r>
              <a:rPr sz="1000">
                <a:solidFill>
                  <a:srgbClr val="8C8078"/>
                </a:solidFill>
                <a:latin typeface="Pretendard"/>
                <a:ea typeface="Pretendard"/>
                <a:cs typeface="Pretendard"/>
              </a:rPr>
              <a:t>로그인 인증 · 적립 내역</a:t>
            </a:r>
          </a:p>
        </p:txBody>
      </p:sp>
      <p:sp>
        <p:nvSpPr>
          <p:cNvPr id="33" name="Rounded Rectangle 32"/>
          <p:cNvSpPr/>
          <p:nvPr/>
        </p:nvSpPr>
        <p:spPr>
          <a:xfrm>
            <a:off x="9265920" y="3810000"/>
            <a:ext cx="2316480" cy="1889760"/>
          </a:xfrm>
          <a:prstGeom prst="roundRect">
            <a:avLst>
              <a:gd name="adj" fmla="val 5806"/>
            </a:avLst>
          </a:prstGeom>
          <a:solidFill>
            <a:srgbClr val="FFFFFF"/>
          </a:solidFill>
          <a:ln w="12700">
            <a:solidFill>
              <a:srgbClr val="E9E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34" name="TextBox 33"/>
          <p:cNvSpPr txBox="1"/>
          <p:nvPr/>
        </p:nvSpPr>
        <p:spPr>
          <a:xfrm>
            <a:off x="9479280" y="4005072"/>
            <a:ext cx="1889759" cy="237437"/>
          </a:xfrm>
          <a:prstGeom prst="rect">
            <a:avLst/>
          </a:prstGeom>
          <a:noFill/>
        </p:spPr>
        <p:txBody>
          <a:bodyPr wrap="square" lIns="0" tIns="0" rIns="0" bIns="0" anchor="t">
            <a:spAutoFit/>
          </a:bodyPr>
          <a:lstStyle/>
          <a:p>
            <a:pPr>
              <a:lnSpc>
                <a:spcPct val="120000"/>
              </a:lnSpc>
            </a:pPr>
            <a:r>
              <a:rPr sz="1400" b="1">
                <a:solidFill>
                  <a:srgbClr val="2A1F17"/>
                </a:solidFill>
                <a:latin typeface="Pretendard"/>
                <a:ea typeface="Pretendard"/>
                <a:cs typeface="Pretendard"/>
              </a:rPr>
              <a:t>Android 회원 앱</a:t>
            </a:r>
          </a:p>
        </p:txBody>
      </p:sp>
      <p:sp>
        <p:nvSpPr>
          <p:cNvPr id="35" name="Rounded Rectangle 34"/>
          <p:cNvSpPr/>
          <p:nvPr/>
        </p:nvSpPr>
        <p:spPr>
          <a:xfrm>
            <a:off x="9448801" y="4389120"/>
            <a:ext cx="1950719" cy="499872"/>
          </a:xfrm>
          <a:prstGeom prst="roundRect">
            <a:avLst>
              <a:gd name="adj" fmla="val 12195"/>
            </a:avLst>
          </a:prstGeom>
          <a:solidFill>
            <a:srgbClr val="F4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36" name="TextBox 35"/>
          <p:cNvSpPr txBox="1"/>
          <p:nvPr/>
        </p:nvSpPr>
        <p:spPr>
          <a:xfrm>
            <a:off x="9570720" y="4450080"/>
            <a:ext cx="1706880" cy="347018"/>
          </a:xfrm>
          <a:prstGeom prst="rect">
            <a:avLst/>
          </a:prstGeom>
          <a:noFill/>
        </p:spPr>
        <p:txBody>
          <a:bodyPr wrap="square" lIns="0" tIns="0" rIns="0" bIns="0" anchor="t">
            <a:spAutoFit/>
          </a:bodyPr>
          <a:lstStyle/>
          <a:p>
            <a:pPr>
              <a:lnSpc>
                <a:spcPct val="110000"/>
              </a:lnSpc>
            </a:pPr>
            <a:r>
              <a:rPr sz="1050">
                <a:solidFill>
                  <a:srgbClr val="2A1F17"/>
                </a:solidFill>
                <a:latin typeface="Pretendard SemiBold"/>
                <a:ea typeface="Pretendard SemiBold"/>
                <a:cs typeface="Pretendard SemiBold"/>
              </a:rPr>
              <a:t>로그인 · QR · 포인트</a:t>
            </a:r>
          </a:p>
          <a:p>
            <a:pPr>
              <a:lnSpc>
                <a:spcPct val="110000"/>
              </a:lnSpc>
            </a:pPr>
            <a:r>
              <a:rPr sz="1000">
                <a:solidFill>
                  <a:srgbClr val="8C8078"/>
                </a:solidFill>
                <a:latin typeface="Pretendard"/>
                <a:ea typeface="Pretendard"/>
                <a:cs typeface="Pretendard"/>
              </a:rPr>
              <a:t>구매 내역 · AI 빵 추천</a:t>
            </a:r>
          </a:p>
        </p:txBody>
      </p:sp>
      <p:cxnSp>
        <p:nvCxnSpPr>
          <p:cNvPr id="37" name="Connector 36"/>
          <p:cNvCxnSpPr/>
          <p:nvPr/>
        </p:nvCxnSpPr>
        <p:spPr>
          <a:xfrm>
            <a:off x="4206240" y="2987040"/>
            <a:ext cx="822960" cy="0"/>
          </a:xfrm>
          <a:prstGeom prst="line">
            <a:avLst/>
          </a:prstGeom>
          <a:ln w="22225">
            <a:solidFill>
              <a:srgbClr val="C8641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4206240" y="3901440"/>
            <a:ext cx="822960" cy="0"/>
          </a:xfrm>
          <a:prstGeom prst="line">
            <a:avLst/>
          </a:prstGeom>
          <a:ln w="22225">
            <a:solidFill>
              <a:srgbClr val="C864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4145280" y="2618328"/>
            <a:ext cx="944880" cy="290849"/>
          </a:xfrm>
          <a:prstGeom prst="rect">
            <a:avLst/>
          </a:prstGeom>
          <a:noFill/>
        </p:spPr>
        <p:txBody>
          <a:bodyPr wrap="square" lIns="0" tIns="0" rIns="0" bIns="0" anchor="t">
            <a:spAutoFit/>
          </a:bodyPr>
          <a:lstStyle/>
          <a:p>
            <a:pPr algn="ctr">
              <a:lnSpc>
                <a:spcPct val="105000"/>
              </a:lnSpc>
            </a:pPr>
            <a:r>
              <a:rPr sz="900" dirty="0" err="1">
                <a:solidFill>
                  <a:srgbClr val="C8641E"/>
                </a:solidFill>
                <a:latin typeface="Pretendard SemiBold"/>
                <a:ea typeface="Pretendard SemiBold"/>
                <a:cs typeface="Pretendard SemiBold"/>
              </a:rPr>
              <a:t>영상</a:t>
            </a:r>
            <a:r>
              <a:rPr sz="900" dirty="0">
                <a:solidFill>
                  <a:srgbClr val="C8641E"/>
                </a:solidFill>
                <a:latin typeface="Pretendard SemiBold"/>
                <a:ea typeface="Pretendard SemiBold"/>
                <a:cs typeface="Pretendard SemiBold"/>
              </a:rPr>
              <a:t>
</a:t>
            </a:r>
            <a:r>
              <a:rPr sz="900" dirty="0" err="1">
                <a:solidFill>
                  <a:srgbClr val="C8641E"/>
                </a:solidFill>
                <a:latin typeface="Pretendard SemiBold"/>
                <a:ea typeface="Pretendard SemiBold"/>
                <a:cs typeface="Pretendard SemiBold"/>
              </a:rPr>
              <a:t>인식</a:t>
            </a:r>
            <a:r>
              <a:rPr sz="900" dirty="0">
                <a:solidFill>
                  <a:srgbClr val="C8641E"/>
                </a:solidFill>
                <a:latin typeface="Pretendard SemiBold"/>
                <a:ea typeface="Pretendard SemiBold"/>
                <a:cs typeface="Pretendard SemiBold"/>
              </a:rPr>
              <a:t> </a:t>
            </a:r>
            <a:r>
              <a:rPr sz="900" dirty="0" err="1">
                <a:solidFill>
                  <a:srgbClr val="C8641E"/>
                </a:solidFill>
                <a:latin typeface="Pretendard SemiBold"/>
                <a:ea typeface="Pretendard SemiBold"/>
                <a:cs typeface="Pretendard SemiBold"/>
              </a:rPr>
              <a:t>결과</a:t>
            </a:r>
            <a:endParaRPr sz="900" dirty="0">
              <a:solidFill>
                <a:srgbClr val="C8641E"/>
              </a:solidFill>
              <a:latin typeface="Pretendard SemiBold"/>
              <a:ea typeface="Pretendard SemiBold"/>
              <a:cs typeface="Pretendard SemiBold"/>
            </a:endParaRPr>
          </a:p>
        </p:txBody>
      </p:sp>
      <p:sp>
        <p:nvSpPr>
          <p:cNvPr id="40" name="TextBox 39"/>
          <p:cNvSpPr txBox="1"/>
          <p:nvPr/>
        </p:nvSpPr>
        <p:spPr>
          <a:xfrm>
            <a:off x="4145280" y="3962400"/>
            <a:ext cx="944880" cy="290849"/>
          </a:xfrm>
          <a:prstGeom prst="rect">
            <a:avLst/>
          </a:prstGeom>
          <a:noFill/>
        </p:spPr>
        <p:txBody>
          <a:bodyPr wrap="square" lIns="0" tIns="0" rIns="0" bIns="0" anchor="t">
            <a:spAutoFit/>
          </a:bodyPr>
          <a:lstStyle/>
          <a:p>
            <a:pPr algn="ctr">
              <a:lnSpc>
                <a:spcPct val="105000"/>
              </a:lnSpc>
            </a:pPr>
            <a:r>
              <a:rPr sz="900">
                <a:solidFill>
                  <a:srgbClr val="C8641E"/>
                </a:solidFill>
                <a:latin typeface="Pretendard SemiBold"/>
                <a:ea typeface="Pretendard SemiBold"/>
                <a:cs typeface="Pretendard SemiBold"/>
              </a:rPr>
              <a:t>이미지
학습 요청</a:t>
            </a:r>
          </a:p>
        </p:txBody>
      </p:sp>
      <p:cxnSp>
        <p:nvCxnSpPr>
          <p:cNvPr id="41" name="Connector 40"/>
          <p:cNvCxnSpPr/>
          <p:nvPr/>
        </p:nvCxnSpPr>
        <p:spPr>
          <a:xfrm>
            <a:off x="8382000" y="2651759"/>
            <a:ext cx="822960" cy="0"/>
          </a:xfrm>
          <a:prstGeom prst="line">
            <a:avLst/>
          </a:prstGeom>
          <a:ln w="19050">
            <a:solidFill>
              <a:srgbClr val="8C80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8321040" y="2283048"/>
            <a:ext cx="944880" cy="290849"/>
          </a:xfrm>
          <a:prstGeom prst="rect">
            <a:avLst/>
          </a:prstGeom>
          <a:noFill/>
        </p:spPr>
        <p:txBody>
          <a:bodyPr wrap="square" lIns="0" tIns="0" rIns="0" bIns="0" anchor="t">
            <a:spAutoFit/>
          </a:bodyPr>
          <a:lstStyle/>
          <a:p>
            <a:pPr algn="ctr">
              <a:lnSpc>
                <a:spcPct val="105000"/>
              </a:lnSpc>
            </a:pPr>
            <a:r>
              <a:rPr sz="900">
                <a:solidFill>
                  <a:srgbClr val="8C8078"/>
                </a:solidFill>
                <a:latin typeface="Pretendard SemiBold"/>
                <a:ea typeface="Pretendard SemiBold"/>
                <a:cs typeface="Pretendard SemiBold"/>
              </a:rPr>
              <a:t>회원 조회
포인트 적립</a:t>
            </a:r>
          </a:p>
        </p:txBody>
      </p:sp>
      <p:cxnSp>
        <p:nvCxnSpPr>
          <p:cNvPr id="43" name="Connector 42"/>
          <p:cNvCxnSpPr/>
          <p:nvPr/>
        </p:nvCxnSpPr>
        <p:spPr>
          <a:xfrm flipH="1">
            <a:off x="8382000" y="4754880"/>
            <a:ext cx="822960" cy="0"/>
          </a:xfrm>
          <a:prstGeom prst="line">
            <a:avLst/>
          </a:prstGeom>
          <a:ln w="19050">
            <a:solidFill>
              <a:srgbClr val="8C80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8321040" y="4815840"/>
            <a:ext cx="944880" cy="290849"/>
          </a:xfrm>
          <a:prstGeom prst="rect">
            <a:avLst/>
          </a:prstGeom>
          <a:noFill/>
        </p:spPr>
        <p:txBody>
          <a:bodyPr wrap="square" lIns="0" tIns="0" rIns="0" bIns="0" anchor="t">
            <a:spAutoFit/>
          </a:bodyPr>
          <a:lstStyle/>
          <a:p>
            <a:pPr algn="ctr">
              <a:lnSpc>
                <a:spcPct val="105000"/>
              </a:lnSpc>
            </a:pPr>
            <a:r>
              <a:rPr sz="900">
                <a:solidFill>
                  <a:srgbClr val="8C8078"/>
                </a:solidFill>
                <a:latin typeface="Pretendard SemiBold"/>
                <a:ea typeface="Pretendard SemiBold"/>
                <a:cs typeface="Pretendard SemiBold"/>
              </a:rPr>
              <a:t>QR
카메라 스캔</a:t>
            </a:r>
          </a:p>
        </p:txBody>
      </p:sp>
      <p:cxnSp>
        <p:nvCxnSpPr>
          <p:cNvPr id="45" name="Connector 44"/>
          <p:cNvCxnSpPr/>
          <p:nvPr/>
        </p:nvCxnSpPr>
        <p:spPr>
          <a:xfrm>
            <a:off x="10424160" y="3608832"/>
            <a:ext cx="0" cy="188976"/>
          </a:xfrm>
          <a:prstGeom prst="line">
            <a:avLst/>
          </a:prstGeom>
          <a:ln w="19050">
            <a:solidFill>
              <a:srgbClr val="8C8078"/>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609600" y="5913120"/>
            <a:ext cx="10972800" cy="135678"/>
          </a:xfrm>
          <a:prstGeom prst="rect">
            <a:avLst/>
          </a:prstGeom>
          <a:noFill/>
        </p:spPr>
        <p:txBody>
          <a:bodyPr wrap="square" lIns="0" tIns="0" rIns="0" bIns="0" anchor="t">
            <a:spAutoFit/>
          </a:bodyPr>
          <a:lstStyle/>
          <a:p>
            <a:pPr>
              <a:lnSpc>
                <a:spcPct val="120000"/>
              </a:lnSpc>
            </a:pPr>
            <a:r>
              <a:rPr sz="800">
                <a:solidFill>
                  <a:srgbClr val="8C8078"/>
                </a:solidFill>
                <a:latin typeface="Pretendard Medium"/>
                <a:ea typeface="Pretendard Medium"/>
                <a:cs typeface="Pretendard Medium"/>
              </a:rPr>
              <a:t>PC와 Jetson이 같은 공유기에 연결되면 PC가 Jetson 주소를 자동으로 탐색합니다.</a:t>
            </a:r>
          </a:p>
        </p:txBody>
      </p:sp>
      <p:sp>
        <p:nvSpPr>
          <p:cNvPr id="47" name="TextBox 46"/>
          <p:cNvSpPr txBox="1"/>
          <p:nvPr/>
        </p:nvSpPr>
        <p:spPr>
          <a:xfrm>
            <a:off x="609600" y="6473952"/>
            <a:ext cx="3657600" cy="130100"/>
          </a:xfrm>
          <a:prstGeom prst="rect">
            <a:avLst/>
          </a:prstGeom>
          <a:noFill/>
        </p:spPr>
        <p:txBody>
          <a:bodyPr wrap="square" lIns="0" tIns="0" rIns="0" bIns="0" anchor="t">
            <a:spAutoFit/>
          </a:bodyPr>
          <a:lstStyle/>
          <a:p>
            <a:pPr>
              <a:lnSpc>
                <a:spcPct val="120000"/>
              </a:lnSpc>
            </a:pPr>
            <a:r>
              <a:rPr sz="767">
                <a:solidFill>
                  <a:srgbClr val="8C8078"/>
                </a:solidFill>
                <a:latin typeface="Pretendard Medium"/>
                <a:ea typeface="Pretendard Medium"/>
                <a:cs typeface="Pretendard Medium"/>
              </a:rPr>
              <a:t>BreadVision · 6조</a:t>
            </a:r>
          </a:p>
        </p:txBody>
      </p:sp>
      <p:sp>
        <p:nvSpPr>
          <p:cNvPr id="48" name="TextBox 47"/>
          <p:cNvSpPr txBox="1"/>
          <p:nvPr/>
        </p:nvSpPr>
        <p:spPr>
          <a:xfrm>
            <a:off x="9144000" y="6473952"/>
            <a:ext cx="2438400" cy="141642"/>
          </a:xfrm>
          <a:prstGeom prst="rect">
            <a:avLst/>
          </a:prstGeom>
          <a:noFill/>
        </p:spPr>
        <p:txBody>
          <a:bodyPr wrap="square" lIns="0" tIns="0" rIns="0" bIns="0" anchor="t">
            <a:spAutoFit/>
          </a:bodyPr>
          <a:lstStyle/>
          <a:p>
            <a:pPr algn="r">
              <a:lnSpc>
                <a:spcPct val="120000"/>
              </a:lnSpc>
            </a:pPr>
            <a:r>
              <a:rPr sz="767" dirty="0">
                <a:solidFill>
                  <a:srgbClr val="8C8078"/>
                </a:solidFill>
                <a:latin typeface="Pretendard Medium"/>
                <a:ea typeface="Pretendard Medium"/>
                <a:cs typeface="Pretendard Medium"/>
              </a:rPr>
              <a:t>05 / </a:t>
            </a:r>
            <a:r>
              <a:rPr lang="en-US" altLang="ko-KR" sz="767" dirty="0" smtClean="0">
                <a:solidFill>
                  <a:srgbClr val="8C8078"/>
                </a:solidFill>
                <a:latin typeface="Pretendard Medium"/>
                <a:ea typeface="Pretendard Medium"/>
                <a:cs typeface="Pretendard Medium"/>
              </a:rPr>
              <a:t>36</a:t>
            </a:r>
            <a:endParaRPr sz="767" dirty="0">
              <a:solidFill>
                <a:srgbClr val="8C8078"/>
              </a:solidFill>
              <a:latin typeface="Pretendard Medium"/>
              <a:ea typeface="Pretendard Medium"/>
              <a:cs typeface="Pretendard Medium"/>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438912"/>
            <a:ext cx="10972800" cy="147028"/>
          </a:xfrm>
          <a:prstGeom prst="rect">
            <a:avLst/>
          </a:prstGeom>
          <a:noFill/>
        </p:spPr>
        <p:txBody>
          <a:bodyPr wrap="square" lIns="0" tIns="0" rIns="0" bIns="0" anchor="t">
            <a:spAutoFit/>
          </a:bodyPr>
          <a:lstStyle/>
          <a:p>
            <a:pPr>
              <a:lnSpc>
                <a:spcPct val="120000"/>
              </a:lnSpc>
            </a:pPr>
            <a:r>
              <a:rPr sz="867" spc="33">
                <a:solidFill>
                  <a:srgbClr val="C8641E"/>
                </a:solidFill>
                <a:latin typeface="Pretendard SemiBold"/>
                <a:ea typeface="Pretendard SemiBold"/>
                <a:cs typeface="Pretendard SemiBold"/>
              </a:rPr>
              <a:t>02  개발 목표 및 개발 결과</a:t>
            </a:r>
          </a:p>
        </p:txBody>
      </p:sp>
      <p:sp>
        <p:nvSpPr>
          <p:cNvPr id="3" name="TextBox 2"/>
          <p:cNvSpPr txBox="1"/>
          <p:nvPr/>
        </p:nvSpPr>
        <p:spPr>
          <a:xfrm>
            <a:off x="609600" y="621792"/>
            <a:ext cx="10972800" cy="389787"/>
          </a:xfrm>
          <a:prstGeom prst="rect">
            <a:avLst/>
          </a:prstGeom>
          <a:noFill/>
        </p:spPr>
        <p:txBody>
          <a:bodyPr wrap="square" lIns="0" tIns="0" rIns="0" bIns="0" anchor="t">
            <a:spAutoFit/>
          </a:bodyPr>
          <a:lstStyle/>
          <a:p>
            <a:r>
              <a:rPr sz="2533" b="1" spc="-40">
                <a:solidFill>
                  <a:srgbClr val="2A1F17"/>
                </a:solidFill>
                <a:latin typeface="Pretendard"/>
                <a:ea typeface="Pretendard"/>
                <a:cs typeface="Pretendard"/>
              </a:rPr>
              <a:t>POS — 계산 화면</a:t>
            </a:r>
          </a:p>
        </p:txBody>
      </p:sp>
      <p:sp>
        <p:nvSpPr>
          <p:cNvPr id="4" name="TextBox 3"/>
          <p:cNvSpPr txBox="1"/>
          <p:nvPr/>
        </p:nvSpPr>
        <p:spPr>
          <a:xfrm>
            <a:off x="609600" y="1158240"/>
            <a:ext cx="10972800" cy="184666"/>
          </a:xfrm>
          <a:prstGeom prst="rect">
            <a:avLst/>
          </a:prstGeom>
          <a:noFill/>
        </p:spPr>
        <p:txBody>
          <a:bodyPr wrap="square" lIns="0" tIns="0" rIns="0" bIns="0" anchor="t">
            <a:spAutoFit/>
          </a:bodyPr>
          <a:lstStyle/>
          <a:p>
            <a:r>
              <a:rPr sz="1200">
                <a:solidFill>
                  <a:srgbClr val="8C8078"/>
                </a:solidFill>
                <a:latin typeface="Pretendard Medium"/>
                <a:ea typeface="Pretendard Medium"/>
                <a:cs typeface="Pretendard Medium"/>
              </a:rPr>
              <a:t>실시간 인식 → 「상품 인식 실행」 → 주문표 확인 → 결제</a:t>
            </a:r>
          </a:p>
        </p:txBody>
      </p:sp>
      <p:sp>
        <p:nvSpPr>
          <p:cNvPr id="5" name="Rounded Rectangle 4"/>
          <p:cNvSpPr/>
          <p:nvPr/>
        </p:nvSpPr>
        <p:spPr>
          <a:xfrm>
            <a:off x="609600" y="1683389"/>
            <a:ext cx="6461760" cy="4450080"/>
          </a:xfrm>
          <a:prstGeom prst="roundRect">
            <a:avLst>
              <a:gd name="adj" fmla="val 2465"/>
            </a:avLst>
          </a:prstGeom>
          <a:solidFill>
            <a:srgbClr val="F4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pic>
        <p:nvPicPr>
          <p:cNvPr id="6" name="Picture 5" descr="s06_Group11_0.png"/>
          <p:cNvPicPr>
            <a:picLocks noChangeAspect="1"/>
          </p:cNvPicPr>
          <p:nvPr/>
        </p:nvPicPr>
        <p:blipFill>
          <a:blip r:embed="rId3"/>
          <a:stretch>
            <a:fillRect/>
          </a:stretch>
        </p:blipFill>
        <p:spPr>
          <a:xfrm>
            <a:off x="1640093" y="1871472"/>
            <a:ext cx="4546931" cy="4084320"/>
          </a:xfrm>
          <a:prstGeom prst="roundRect">
            <a:avLst>
              <a:gd name="adj" fmla="val 1492"/>
            </a:avLst>
          </a:prstGeom>
          <a:ln w="12700">
            <a:solidFill>
              <a:srgbClr val="E9E1D6"/>
            </a:solidFill>
          </a:ln>
        </p:spPr>
      </p:pic>
      <p:sp>
        <p:nvSpPr>
          <p:cNvPr id="7" name="Oval 6"/>
          <p:cNvSpPr/>
          <p:nvPr/>
        </p:nvSpPr>
        <p:spPr>
          <a:xfrm>
            <a:off x="7437120" y="1859280"/>
            <a:ext cx="316992" cy="316992"/>
          </a:xfrm>
          <a:prstGeom prst="ellipse">
            <a:avLst/>
          </a:prstGeom>
          <a:solidFill>
            <a:srgbClr val="F8E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8" name="TextBox 7"/>
          <p:cNvSpPr txBox="1"/>
          <p:nvPr/>
        </p:nvSpPr>
        <p:spPr>
          <a:xfrm>
            <a:off x="7437120" y="1940832"/>
            <a:ext cx="316992" cy="153888"/>
          </a:xfrm>
          <a:prstGeom prst="rect">
            <a:avLst/>
          </a:prstGeom>
          <a:noFill/>
        </p:spPr>
        <p:txBody>
          <a:bodyPr wrap="square" lIns="0" tIns="0" rIns="0" bIns="0" anchor="ctr">
            <a:spAutoFit/>
          </a:bodyPr>
          <a:lstStyle/>
          <a:p>
            <a:pPr algn="ctr"/>
            <a:r>
              <a:rPr sz="1000" b="1">
                <a:solidFill>
                  <a:srgbClr val="C8641E"/>
                </a:solidFill>
                <a:latin typeface="Pretendard"/>
                <a:ea typeface="Pretendard"/>
                <a:cs typeface="Pretendard"/>
              </a:rPr>
              <a:t>1</a:t>
            </a:r>
          </a:p>
        </p:txBody>
      </p:sp>
      <p:sp>
        <p:nvSpPr>
          <p:cNvPr id="9" name="TextBox 8"/>
          <p:cNvSpPr txBox="1"/>
          <p:nvPr/>
        </p:nvSpPr>
        <p:spPr>
          <a:xfrm>
            <a:off x="7894320" y="1871472"/>
            <a:ext cx="3688080" cy="237437"/>
          </a:xfrm>
          <a:prstGeom prst="rect">
            <a:avLst/>
          </a:prstGeom>
          <a:noFill/>
        </p:spPr>
        <p:txBody>
          <a:bodyPr wrap="square" lIns="0" tIns="0" rIns="0" bIns="0" anchor="t">
            <a:spAutoFit/>
          </a:bodyPr>
          <a:lstStyle/>
          <a:p>
            <a:pPr>
              <a:lnSpc>
                <a:spcPct val="120000"/>
              </a:lnSpc>
            </a:pPr>
            <a:r>
              <a:rPr sz="1400" b="1">
                <a:solidFill>
                  <a:srgbClr val="2A1F17"/>
                </a:solidFill>
                <a:latin typeface="Pretendard"/>
                <a:ea typeface="Pretendard"/>
                <a:cs typeface="Pretendard"/>
              </a:rPr>
              <a:t>실시간 인식 화면</a:t>
            </a:r>
          </a:p>
        </p:txBody>
      </p:sp>
      <p:sp>
        <p:nvSpPr>
          <p:cNvPr id="10" name="TextBox 9"/>
          <p:cNvSpPr txBox="1"/>
          <p:nvPr/>
        </p:nvSpPr>
        <p:spPr>
          <a:xfrm>
            <a:off x="7894320" y="2145792"/>
            <a:ext cx="3944754" cy="211596"/>
          </a:xfrm>
          <a:prstGeom prst="rect">
            <a:avLst/>
          </a:prstGeom>
          <a:noFill/>
        </p:spPr>
        <p:txBody>
          <a:bodyPr wrap="square" lIns="0" tIns="0" rIns="0" bIns="0" anchor="t">
            <a:spAutoFit/>
          </a:bodyPr>
          <a:lstStyle/>
          <a:p>
            <a:pPr>
              <a:lnSpc>
                <a:spcPct val="125000"/>
              </a:lnSpc>
            </a:pPr>
            <a:r>
              <a:rPr sz="1100" dirty="0">
                <a:solidFill>
                  <a:srgbClr val="5B4E44"/>
                </a:solidFill>
                <a:latin typeface="Pretendard"/>
                <a:ea typeface="Pretendard"/>
                <a:cs typeface="Pretendard"/>
              </a:rPr>
              <a:t>Jetson </a:t>
            </a:r>
            <a:r>
              <a:rPr sz="1100" dirty="0" err="1">
                <a:solidFill>
                  <a:srgbClr val="5B4E44"/>
                </a:solidFill>
                <a:latin typeface="Pretendard"/>
                <a:ea typeface="Pretendard"/>
                <a:cs typeface="Pretendard"/>
              </a:rPr>
              <a:t>카메라</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영상</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위에</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박스</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표시</a:t>
            </a:r>
            <a:r>
              <a:rPr sz="1100" dirty="0">
                <a:solidFill>
                  <a:srgbClr val="5B4E44"/>
                </a:solidFill>
                <a:latin typeface="Pretendard"/>
                <a:ea typeface="Pretendard"/>
                <a:cs typeface="Pretendard"/>
              </a:rPr>
              <a:t> · </a:t>
            </a:r>
            <a:r>
              <a:rPr sz="1100" dirty="0" err="1">
                <a:solidFill>
                  <a:srgbClr val="5B4E44"/>
                </a:solidFill>
                <a:latin typeface="Pretendard"/>
                <a:ea typeface="Pretendard"/>
                <a:cs typeface="Pretendard"/>
              </a:rPr>
              <a:t>신뢰도</a:t>
            </a:r>
            <a:r>
              <a:rPr sz="1100" dirty="0">
                <a:solidFill>
                  <a:srgbClr val="5B4E44"/>
                </a:solidFill>
                <a:latin typeface="Pretendard"/>
                <a:ea typeface="Pretendard"/>
                <a:cs typeface="Pretendard"/>
              </a:rPr>
              <a:t> </a:t>
            </a:r>
            <a:r>
              <a:rPr lang="en-US" altLang="ko-KR" sz="1100" dirty="0">
                <a:solidFill>
                  <a:srgbClr val="5B4E44"/>
                </a:solidFill>
                <a:latin typeface="Pretendard"/>
                <a:ea typeface="Pretendard"/>
                <a:cs typeface="Pretendard"/>
              </a:rPr>
              <a:t>0.55 </a:t>
            </a:r>
            <a:r>
              <a:rPr lang="ko-KR" altLang="en-US" sz="1100" dirty="0">
                <a:solidFill>
                  <a:srgbClr val="5B4E44"/>
                </a:solidFill>
                <a:latin typeface="Pretendard"/>
                <a:ea typeface="Pretendard"/>
                <a:cs typeface="Pretendard"/>
              </a:rPr>
              <a:t>이상 초록 </a:t>
            </a:r>
            <a:r>
              <a:rPr lang="en-US" altLang="ko-KR" sz="1100" dirty="0">
                <a:solidFill>
                  <a:srgbClr val="5B4E44"/>
                </a:solidFill>
                <a:latin typeface="Pretendard"/>
                <a:ea typeface="Pretendard"/>
                <a:cs typeface="Pretendard"/>
              </a:rPr>
              <a:t>· </a:t>
            </a:r>
            <a:r>
              <a:rPr lang="ko-KR" altLang="en-US" sz="1100" dirty="0">
                <a:solidFill>
                  <a:srgbClr val="5B4E44"/>
                </a:solidFill>
                <a:latin typeface="Pretendard"/>
                <a:ea typeface="Pretendard"/>
                <a:cs typeface="Pretendard"/>
              </a:rPr>
              <a:t>미만 노랑</a:t>
            </a:r>
            <a:endParaRPr sz="1100" dirty="0">
              <a:solidFill>
                <a:srgbClr val="5B4E44"/>
              </a:solidFill>
              <a:latin typeface="Pretendard"/>
              <a:ea typeface="Pretendard"/>
              <a:cs typeface="Pretendard"/>
            </a:endParaRPr>
          </a:p>
        </p:txBody>
      </p:sp>
      <p:sp>
        <p:nvSpPr>
          <p:cNvPr id="11" name="Oval 10"/>
          <p:cNvSpPr/>
          <p:nvPr/>
        </p:nvSpPr>
        <p:spPr>
          <a:xfrm>
            <a:off x="7437120" y="2907792"/>
            <a:ext cx="316992" cy="316992"/>
          </a:xfrm>
          <a:prstGeom prst="ellipse">
            <a:avLst/>
          </a:prstGeom>
          <a:solidFill>
            <a:srgbClr val="F8E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2" name="TextBox 11"/>
          <p:cNvSpPr txBox="1"/>
          <p:nvPr/>
        </p:nvSpPr>
        <p:spPr>
          <a:xfrm>
            <a:off x="7437120" y="2989344"/>
            <a:ext cx="316992" cy="153888"/>
          </a:xfrm>
          <a:prstGeom prst="rect">
            <a:avLst/>
          </a:prstGeom>
          <a:noFill/>
        </p:spPr>
        <p:txBody>
          <a:bodyPr wrap="square" lIns="0" tIns="0" rIns="0" bIns="0" anchor="ctr">
            <a:spAutoFit/>
          </a:bodyPr>
          <a:lstStyle/>
          <a:p>
            <a:pPr algn="ctr"/>
            <a:r>
              <a:rPr sz="1000" b="1">
                <a:solidFill>
                  <a:srgbClr val="C8641E"/>
                </a:solidFill>
                <a:latin typeface="Pretendard"/>
                <a:ea typeface="Pretendard"/>
                <a:cs typeface="Pretendard"/>
              </a:rPr>
              <a:t>2</a:t>
            </a:r>
          </a:p>
        </p:txBody>
      </p:sp>
      <p:sp>
        <p:nvSpPr>
          <p:cNvPr id="13" name="TextBox 12"/>
          <p:cNvSpPr txBox="1"/>
          <p:nvPr/>
        </p:nvSpPr>
        <p:spPr>
          <a:xfrm>
            <a:off x="7894320" y="2919984"/>
            <a:ext cx="3688080" cy="237437"/>
          </a:xfrm>
          <a:prstGeom prst="rect">
            <a:avLst/>
          </a:prstGeom>
          <a:noFill/>
        </p:spPr>
        <p:txBody>
          <a:bodyPr wrap="square" lIns="0" tIns="0" rIns="0" bIns="0" anchor="t">
            <a:spAutoFit/>
          </a:bodyPr>
          <a:lstStyle/>
          <a:p>
            <a:pPr>
              <a:lnSpc>
                <a:spcPct val="120000"/>
              </a:lnSpc>
            </a:pPr>
            <a:r>
              <a:rPr sz="1400" b="1">
                <a:solidFill>
                  <a:srgbClr val="2A1F17"/>
                </a:solidFill>
                <a:latin typeface="Pretendard"/>
                <a:ea typeface="Pretendard"/>
                <a:cs typeface="Pretendard"/>
              </a:rPr>
              <a:t>「상품 인식 실행」</a:t>
            </a:r>
          </a:p>
        </p:txBody>
      </p:sp>
      <p:sp>
        <p:nvSpPr>
          <p:cNvPr id="14" name="TextBox 13"/>
          <p:cNvSpPr txBox="1"/>
          <p:nvPr/>
        </p:nvSpPr>
        <p:spPr>
          <a:xfrm>
            <a:off x="7894320" y="3194304"/>
            <a:ext cx="3688080" cy="192938"/>
          </a:xfrm>
          <a:prstGeom prst="rect">
            <a:avLst/>
          </a:prstGeom>
          <a:noFill/>
        </p:spPr>
        <p:txBody>
          <a:bodyPr wrap="square" lIns="0" tIns="0" rIns="0" bIns="0" anchor="t">
            <a:spAutoFit/>
          </a:bodyPr>
          <a:lstStyle/>
          <a:p>
            <a:pPr>
              <a:lnSpc>
                <a:spcPct val="125000"/>
              </a:lnSpc>
            </a:pPr>
            <a:r>
              <a:rPr sz="1100">
                <a:solidFill>
                  <a:srgbClr val="5B4E44"/>
                </a:solidFill>
                <a:latin typeface="Pretendard"/>
                <a:ea typeface="Pretendard"/>
                <a:cs typeface="Pretendard"/>
              </a:rPr>
              <a:t>좌우 반전 이미지까지 추론(TTA) 후 결과를 주문표에 입력</a:t>
            </a:r>
          </a:p>
        </p:txBody>
      </p:sp>
      <p:sp>
        <p:nvSpPr>
          <p:cNvPr id="15" name="Oval 14"/>
          <p:cNvSpPr/>
          <p:nvPr/>
        </p:nvSpPr>
        <p:spPr>
          <a:xfrm>
            <a:off x="7437120" y="3956304"/>
            <a:ext cx="316992" cy="316992"/>
          </a:xfrm>
          <a:prstGeom prst="ellipse">
            <a:avLst/>
          </a:prstGeom>
          <a:solidFill>
            <a:srgbClr val="F8E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6" name="TextBox 15"/>
          <p:cNvSpPr txBox="1"/>
          <p:nvPr/>
        </p:nvSpPr>
        <p:spPr>
          <a:xfrm>
            <a:off x="7437120" y="4037856"/>
            <a:ext cx="316992" cy="153888"/>
          </a:xfrm>
          <a:prstGeom prst="rect">
            <a:avLst/>
          </a:prstGeom>
          <a:noFill/>
        </p:spPr>
        <p:txBody>
          <a:bodyPr wrap="square" lIns="0" tIns="0" rIns="0" bIns="0" anchor="ctr">
            <a:spAutoFit/>
          </a:bodyPr>
          <a:lstStyle/>
          <a:p>
            <a:pPr algn="ctr"/>
            <a:r>
              <a:rPr sz="1000" b="1">
                <a:solidFill>
                  <a:srgbClr val="C8641E"/>
                </a:solidFill>
                <a:latin typeface="Pretendard"/>
                <a:ea typeface="Pretendard"/>
                <a:cs typeface="Pretendard"/>
              </a:rPr>
              <a:t>3</a:t>
            </a:r>
          </a:p>
        </p:txBody>
      </p:sp>
      <p:sp>
        <p:nvSpPr>
          <p:cNvPr id="17" name="TextBox 16"/>
          <p:cNvSpPr txBox="1"/>
          <p:nvPr/>
        </p:nvSpPr>
        <p:spPr>
          <a:xfrm>
            <a:off x="7894320" y="3968496"/>
            <a:ext cx="3688080" cy="237437"/>
          </a:xfrm>
          <a:prstGeom prst="rect">
            <a:avLst/>
          </a:prstGeom>
          <a:noFill/>
        </p:spPr>
        <p:txBody>
          <a:bodyPr wrap="square" lIns="0" tIns="0" rIns="0" bIns="0" anchor="t">
            <a:spAutoFit/>
          </a:bodyPr>
          <a:lstStyle/>
          <a:p>
            <a:pPr>
              <a:lnSpc>
                <a:spcPct val="120000"/>
              </a:lnSpc>
            </a:pPr>
            <a:r>
              <a:rPr sz="1400" b="1">
                <a:solidFill>
                  <a:srgbClr val="2A1F17"/>
                </a:solidFill>
                <a:latin typeface="Pretendard"/>
                <a:ea typeface="Pretendard"/>
                <a:cs typeface="Pretendard"/>
              </a:rPr>
              <a:t>주문표</a:t>
            </a:r>
          </a:p>
        </p:txBody>
      </p:sp>
      <p:sp>
        <p:nvSpPr>
          <p:cNvPr id="18" name="TextBox 17"/>
          <p:cNvSpPr txBox="1"/>
          <p:nvPr/>
        </p:nvSpPr>
        <p:spPr>
          <a:xfrm>
            <a:off x="7894320" y="4242816"/>
            <a:ext cx="3688080" cy="192938"/>
          </a:xfrm>
          <a:prstGeom prst="rect">
            <a:avLst/>
          </a:prstGeom>
          <a:noFill/>
        </p:spPr>
        <p:txBody>
          <a:bodyPr wrap="square" lIns="0" tIns="0" rIns="0" bIns="0" anchor="t">
            <a:spAutoFit/>
          </a:bodyPr>
          <a:lstStyle/>
          <a:p>
            <a:pPr>
              <a:lnSpc>
                <a:spcPct val="125000"/>
              </a:lnSpc>
            </a:pPr>
            <a:r>
              <a:rPr sz="1100">
                <a:solidFill>
                  <a:srgbClr val="5B4E44"/>
                </a:solidFill>
                <a:latin typeface="Pretendard"/>
                <a:ea typeface="Pretendard"/>
                <a:cs typeface="Pretendard"/>
              </a:rPr>
              <a:t>상품 · 단가 · 수량 · 금액 표시, 수량 직접 수정 가능</a:t>
            </a:r>
          </a:p>
        </p:txBody>
      </p:sp>
      <p:sp>
        <p:nvSpPr>
          <p:cNvPr id="19" name="Oval 18"/>
          <p:cNvSpPr/>
          <p:nvPr/>
        </p:nvSpPr>
        <p:spPr>
          <a:xfrm>
            <a:off x="7437120" y="5004816"/>
            <a:ext cx="316992" cy="316992"/>
          </a:xfrm>
          <a:prstGeom prst="ellipse">
            <a:avLst/>
          </a:prstGeom>
          <a:solidFill>
            <a:srgbClr val="F8E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0" name="TextBox 19"/>
          <p:cNvSpPr txBox="1"/>
          <p:nvPr/>
        </p:nvSpPr>
        <p:spPr>
          <a:xfrm>
            <a:off x="7437120" y="5086368"/>
            <a:ext cx="316992" cy="153888"/>
          </a:xfrm>
          <a:prstGeom prst="rect">
            <a:avLst/>
          </a:prstGeom>
          <a:noFill/>
        </p:spPr>
        <p:txBody>
          <a:bodyPr wrap="square" lIns="0" tIns="0" rIns="0" bIns="0" anchor="ctr">
            <a:spAutoFit/>
          </a:bodyPr>
          <a:lstStyle/>
          <a:p>
            <a:pPr algn="ctr"/>
            <a:r>
              <a:rPr sz="1000" b="1">
                <a:solidFill>
                  <a:srgbClr val="C8641E"/>
                </a:solidFill>
                <a:latin typeface="Pretendard"/>
                <a:ea typeface="Pretendard"/>
                <a:cs typeface="Pretendard"/>
              </a:rPr>
              <a:t>4</a:t>
            </a:r>
          </a:p>
        </p:txBody>
      </p:sp>
      <p:sp>
        <p:nvSpPr>
          <p:cNvPr id="21" name="TextBox 20"/>
          <p:cNvSpPr txBox="1"/>
          <p:nvPr/>
        </p:nvSpPr>
        <p:spPr>
          <a:xfrm>
            <a:off x="7894320" y="5017008"/>
            <a:ext cx="3688080" cy="237437"/>
          </a:xfrm>
          <a:prstGeom prst="rect">
            <a:avLst/>
          </a:prstGeom>
          <a:noFill/>
        </p:spPr>
        <p:txBody>
          <a:bodyPr wrap="square" lIns="0" tIns="0" rIns="0" bIns="0" anchor="t">
            <a:spAutoFit/>
          </a:bodyPr>
          <a:lstStyle/>
          <a:p>
            <a:pPr>
              <a:lnSpc>
                <a:spcPct val="120000"/>
              </a:lnSpc>
            </a:pPr>
            <a:r>
              <a:rPr sz="1400" b="1">
                <a:solidFill>
                  <a:srgbClr val="2A1F17"/>
                </a:solidFill>
                <a:latin typeface="Pretendard"/>
                <a:ea typeface="Pretendard"/>
                <a:cs typeface="Pretendard"/>
              </a:rPr>
              <a:t>회원 QR 스캔 · 결제</a:t>
            </a:r>
          </a:p>
        </p:txBody>
      </p:sp>
      <p:sp>
        <p:nvSpPr>
          <p:cNvPr id="22" name="TextBox 21"/>
          <p:cNvSpPr txBox="1"/>
          <p:nvPr/>
        </p:nvSpPr>
        <p:spPr>
          <a:xfrm>
            <a:off x="7894320" y="5291328"/>
            <a:ext cx="3688080" cy="192938"/>
          </a:xfrm>
          <a:prstGeom prst="rect">
            <a:avLst/>
          </a:prstGeom>
          <a:noFill/>
        </p:spPr>
        <p:txBody>
          <a:bodyPr wrap="square" lIns="0" tIns="0" rIns="0" bIns="0" anchor="t">
            <a:spAutoFit/>
          </a:bodyPr>
          <a:lstStyle/>
          <a:p>
            <a:pPr>
              <a:lnSpc>
                <a:spcPct val="125000"/>
              </a:lnSpc>
            </a:pPr>
            <a:r>
              <a:rPr sz="1100">
                <a:solidFill>
                  <a:srgbClr val="5B4E44"/>
                </a:solidFill>
                <a:latin typeface="Pretendard"/>
                <a:ea typeface="Pretendard"/>
                <a:cs typeface="Pretendard"/>
              </a:rPr>
              <a:t>앱 QR 인식으로 회원 등록 → 결제 시 결제 금액 3% 적립</a:t>
            </a:r>
          </a:p>
        </p:txBody>
      </p:sp>
      <p:sp>
        <p:nvSpPr>
          <p:cNvPr id="23" name="TextBox 22"/>
          <p:cNvSpPr txBox="1"/>
          <p:nvPr/>
        </p:nvSpPr>
        <p:spPr>
          <a:xfrm>
            <a:off x="609600" y="6473952"/>
            <a:ext cx="3657600" cy="130100"/>
          </a:xfrm>
          <a:prstGeom prst="rect">
            <a:avLst/>
          </a:prstGeom>
          <a:noFill/>
        </p:spPr>
        <p:txBody>
          <a:bodyPr wrap="square" lIns="0" tIns="0" rIns="0" bIns="0" anchor="t">
            <a:spAutoFit/>
          </a:bodyPr>
          <a:lstStyle/>
          <a:p>
            <a:pPr>
              <a:lnSpc>
                <a:spcPct val="120000"/>
              </a:lnSpc>
            </a:pPr>
            <a:r>
              <a:rPr sz="767">
                <a:solidFill>
                  <a:srgbClr val="8C8078"/>
                </a:solidFill>
                <a:latin typeface="Pretendard Medium"/>
                <a:ea typeface="Pretendard Medium"/>
                <a:cs typeface="Pretendard Medium"/>
              </a:rPr>
              <a:t>BreadVision · 6조</a:t>
            </a:r>
          </a:p>
        </p:txBody>
      </p:sp>
      <p:sp>
        <p:nvSpPr>
          <p:cNvPr id="24" name="TextBox 23"/>
          <p:cNvSpPr txBox="1"/>
          <p:nvPr/>
        </p:nvSpPr>
        <p:spPr>
          <a:xfrm>
            <a:off x="9144000" y="6473952"/>
            <a:ext cx="2438400" cy="130100"/>
          </a:xfrm>
          <a:prstGeom prst="rect">
            <a:avLst/>
          </a:prstGeom>
          <a:noFill/>
        </p:spPr>
        <p:txBody>
          <a:bodyPr wrap="square" lIns="0" tIns="0" rIns="0" bIns="0" anchor="t">
            <a:spAutoFit/>
          </a:bodyPr>
          <a:lstStyle/>
          <a:p>
            <a:pPr algn="r">
              <a:lnSpc>
                <a:spcPct val="120000"/>
              </a:lnSpc>
            </a:pPr>
            <a:r>
              <a:rPr sz="767" dirty="0">
                <a:solidFill>
                  <a:srgbClr val="8C8078"/>
                </a:solidFill>
                <a:latin typeface="Pretendard Medium"/>
                <a:ea typeface="Pretendard Medium"/>
                <a:cs typeface="Pretendard Medium"/>
              </a:rPr>
              <a:t>06 / </a:t>
            </a:r>
            <a:r>
              <a:rPr lang="en-US" altLang="ko-KR" sz="767" dirty="0">
                <a:solidFill>
                  <a:srgbClr val="8C8078"/>
                </a:solidFill>
                <a:latin typeface="Pretendard Medium"/>
                <a:ea typeface="Pretendard Medium"/>
                <a:cs typeface="Pretendard Medium"/>
              </a:rPr>
              <a:t>34</a:t>
            </a:r>
            <a:endParaRPr sz="767" dirty="0">
              <a:solidFill>
                <a:srgbClr val="8C8078"/>
              </a:solidFill>
              <a:latin typeface="Pretendard Medium"/>
              <a:ea typeface="Pretendard Medium"/>
              <a:cs typeface="Pretendard Medium"/>
            </a:endParaRPr>
          </a:p>
        </p:txBody>
      </p:sp>
      <p:grpSp>
        <p:nvGrpSpPr>
          <p:cNvPr id="41" name="그룹 40"/>
          <p:cNvGrpSpPr/>
          <p:nvPr/>
        </p:nvGrpSpPr>
        <p:grpSpPr>
          <a:xfrm>
            <a:off x="1540180" y="2708862"/>
            <a:ext cx="225229" cy="225229"/>
            <a:chOff x="1540180" y="2708862"/>
            <a:chExt cx="225229" cy="225229"/>
          </a:xfrm>
        </p:grpSpPr>
        <p:sp>
          <p:nvSpPr>
            <p:cNvPr id="26" name="Oval 6">
              <a:extLst>
                <a:ext uri="{FF2B5EF4-FFF2-40B4-BE49-F238E27FC236}">
                  <a16:creationId xmlns:a16="http://schemas.microsoft.com/office/drawing/2014/main" id="{D8D30736-6D8C-F449-457F-F6D5E030DEAB}"/>
                </a:ext>
              </a:extLst>
            </p:cNvPr>
            <p:cNvSpPr/>
            <p:nvPr/>
          </p:nvSpPr>
          <p:spPr>
            <a:xfrm>
              <a:off x="1540180" y="2708862"/>
              <a:ext cx="225229" cy="225229"/>
            </a:xfrm>
            <a:prstGeom prst="ellipse">
              <a:avLst/>
            </a:prstGeom>
            <a:solidFill>
              <a:srgbClr val="FFFBF4"/>
            </a:solidFill>
            <a:ln w="38100">
              <a:solidFill>
                <a:srgbClr val="C864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8" name="TextBox 27">
              <a:extLst>
                <a:ext uri="{FF2B5EF4-FFF2-40B4-BE49-F238E27FC236}">
                  <a16:creationId xmlns:a16="http://schemas.microsoft.com/office/drawing/2014/main" id="{C1C17418-FA99-70DD-0ABE-BF6FBB67ED97}"/>
                </a:ext>
              </a:extLst>
            </p:cNvPr>
            <p:cNvSpPr txBox="1"/>
            <p:nvPr/>
          </p:nvSpPr>
          <p:spPr>
            <a:xfrm>
              <a:off x="1540180" y="2766806"/>
              <a:ext cx="225229" cy="109340"/>
            </a:xfrm>
            <a:prstGeom prst="rect">
              <a:avLst/>
            </a:prstGeom>
            <a:noFill/>
          </p:spPr>
          <p:txBody>
            <a:bodyPr wrap="square" lIns="0" tIns="0" rIns="0" bIns="0" anchor="ctr">
              <a:spAutoFit/>
            </a:bodyPr>
            <a:lstStyle/>
            <a:p>
              <a:pPr algn="ctr"/>
              <a:r>
                <a:rPr sz="1000" b="1" dirty="0">
                  <a:solidFill>
                    <a:srgbClr val="C8641E"/>
                  </a:solidFill>
                  <a:latin typeface="Pretendard"/>
                  <a:ea typeface="Pretendard"/>
                  <a:cs typeface="Pretendard"/>
                </a:rPr>
                <a:t>1</a:t>
              </a:r>
            </a:p>
          </p:txBody>
        </p:sp>
      </p:grpSp>
      <p:grpSp>
        <p:nvGrpSpPr>
          <p:cNvPr id="39" name="그룹 38"/>
          <p:cNvGrpSpPr/>
          <p:nvPr/>
        </p:nvGrpSpPr>
        <p:grpSpPr>
          <a:xfrm>
            <a:off x="2729806" y="3934182"/>
            <a:ext cx="225229" cy="225229"/>
            <a:chOff x="2703382" y="3971122"/>
            <a:chExt cx="225229" cy="225229"/>
          </a:xfrm>
        </p:grpSpPr>
        <p:sp>
          <p:nvSpPr>
            <p:cNvPr id="30" name="Oval 10">
              <a:extLst>
                <a:ext uri="{FF2B5EF4-FFF2-40B4-BE49-F238E27FC236}">
                  <a16:creationId xmlns:a16="http://schemas.microsoft.com/office/drawing/2014/main" id="{3FFF5C0B-78F3-8C53-EB64-30D617211268}"/>
                </a:ext>
              </a:extLst>
            </p:cNvPr>
            <p:cNvSpPr/>
            <p:nvPr/>
          </p:nvSpPr>
          <p:spPr>
            <a:xfrm>
              <a:off x="2703382" y="3971122"/>
              <a:ext cx="225229" cy="225229"/>
            </a:xfrm>
            <a:prstGeom prst="ellipse">
              <a:avLst/>
            </a:prstGeom>
            <a:solidFill>
              <a:srgbClr val="FFFBF4"/>
            </a:solidFill>
            <a:ln w="38100">
              <a:solidFill>
                <a:srgbClr val="C864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32" name="TextBox 31">
              <a:extLst>
                <a:ext uri="{FF2B5EF4-FFF2-40B4-BE49-F238E27FC236}">
                  <a16:creationId xmlns:a16="http://schemas.microsoft.com/office/drawing/2014/main" id="{2F4A0D1A-CE26-2FBE-6BE2-2ED68F0C9D3D}"/>
                </a:ext>
              </a:extLst>
            </p:cNvPr>
            <p:cNvSpPr txBox="1"/>
            <p:nvPr/>
          </p:nvSpPr>
          <p:spPr>
            <a:xfrm>
              <a:off x="2703382" y="4029066"/>
              <a:ext cx="225229" cy="109340"/>
            </a:xfrm>
            <a:prstGeom prst="rect">
              <a:avLst/>
            </a:prstGeom>
            <a:noFill/>
          </p:spPr>
          <p:txBody>
            <a:bodyPr wrap="square" lIns="0" tIns="0" rIns="0" bIns="0" anchor="ctr">
              <a:spAutoFit/>
            </a:bodyPr>
            <a:lstStyle/>
            <a:p>
              <a:pPr algn="ctr"/>
              <a:r>
                <a:rPr sz="1000" b="1" dirty="0">
                  <a:solidFill>
                    <a:srgbClr val="C8641E"/>
                  </a:solidFill>
                  <a:latin typeface="Pretendard"/>
                  <a:ea typeface="Pretendard"/>
                  <a:cs typeface="Pretendard"/>
                </a:rPr>
                <a:t>2</a:t>
              </a:r>
            </a:p>
          </p:txBody>
        </p:sp>
      </p:grpSp>
      <p:grpSp>
        <p:nvGrpSpPr>
          <p:cNvPr id="33" name="그룹 32"/>
          <p:cNvGrpSpPr/>
          <p:nvPr/>
        </p:nvGrpSpPr>
        <p:grpSpPr>
          <a:xfrm>
            <a:off x="4267198" y="2694755"/>
            <a:ext cx="225229" cy="225229"/>
            <a:chOff x="4108704" y="2764114"/>
            <a:chExt cx="225229" cy="225229"/>
          </a:xfrm>
        </p:grpSpPr>
        <p:sp>
          <p:nvSpPr>
            <p:cNvPr id="34" name="Oval 14">
              <a:extLst>
                <a:ext uri="{FF2B5EF4-FFF2-40B4-BE49-F238E27FC236}">
                  <a16:creationId xmlns:a16="http://schemas.microsoft.com/office/drawing/2014/main" id="{212E7B1C-D5EE-421F-8603-1AEEC11275BB}"/>
                </a:ext>
              </a:extLst>
            </p:cNvPr>
            <p:cNvSpPr/>
            <p:nvPr/>
          </p:nvSpPr>
          <p:spPr>
            <a:xfrm>
              <a:off x="4108704" y="2764114"/>
              <a:ext cx="225229" cy="225229"/>
            </a:xfrm>
            <a:prstGeom prst="ellipse">
              <a:avLst/>
            </a:prstGeom>
            <a:solidFill>
              <a:srgbClr val="FFFBF4"/>
            </a:solidFill>
            <a:ln w="38100">
              <a:solidFill>
                <a:srgbClr val="C864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36" name="TextBox 35">
              <a:extLst>
                <a:ext uri="{FF2B5EF4-FFF2-40B4-BE49-F238E27FC236}">
                  <a16:creationId xmlns:a16="http://schemas.microsoft.com/office/drawing/2014/main" id="{0C9C2D55-92E5-4AB1-9169-D6B51E120123}"/>
                </a:ext>
              </a:extLst>
            </p:cNvPr>
            <p:cNvSpPr txBox="1"/>
            <p:nvPr/>
          </p:nvSpPr>
          <p:spPr>
            <a:xfrm>
              <a:off x="4108704" y="2822058"/>
              <a:ext cx="225229" cy="109340"/>
            </a:xfrm>
            <a:prstGeom prst="rect">
              <a:avLst/>
            </a:prstGeom>
            <a:noFill/>
          </p:spPr>
          <p:txBody>
            <a:bodyPr wrap="square" lIns="0" tIns="0" rIns="0" bIns="0" anchor="ctr">
              <a:spAutoFit/>
            </a:bodyPr>
            <a:lstStyle/>
            <a:p>
              <a:pPr algn="ctr"/>
              <a:r>
                <a:rPr sz="1000" b="1" dirty="0">
                  <a:solidFill>
                    <a:srgbClr val="C8641E"/>
                  </a:solidFill>
                  <a:latin typeface="Pretendard"/>
                  <a:ea typeface="Pretendard"/>
                  <a:cs typeface="Pretendard"/>
                </a:rPr>
                <a:t>3</a:t>
              </a:r>
            </a:p>
          </p:txBody>
        </p:sp>
      </p:grpSp>
      <p:grpSp>
        <p:nvGrpSpPr>
          <p:cNvPr id="37" name="그룹 36"/>
          <p:cNvGrpSpPr/>
          <p:nvPr/>
        </p:nvGrpSpPr>
        <p:grpSpPr>
          <a:xfrm>
            <a:off x="4267199" y="5615171"/>
            <a:ext cx="225229" cy="225229"/>
            <a:chOff x="4108704" y="5670754"/>
            <a:chExt cx="225229" cy="225229"/>
          </a:xfrm>
        </p:grpSpPr>
        <p:sp>
          <p:nvSpPr>
            <p:cNvPr id="38" name="Oval 18">
              <a:extLst>
                <a:ext uri="{FF2B5EF4-FFF2-40B4-BE49-F238E27FC236}">
                  <a16:creationId xmlns:a16="http://schemas.microsoft.com/office/drawing/2014/main" id="{EA8EEA11-654F-A182-DD71-5BA7E1FC5D3B}"/>
                </a:ext>
              </a:extLst>
            </p:cNvPr>
            <p:cNvSpPr/>
            <p:nvPr/>
          </p:nvSpPr>
          <p:spPr>
            <a:xfrm>
              <a:off x="4108704" y="5670754"/>
              <a:ext cx="225229" cy="225229"/>
            </a:xfrm>
            <a:prstGeom prst="ellipse">
              <a:avLst/>
            </a:prstGeom>
            <a:solidFill>
              <a:srgbClr val="FFFBF4"/>
            </a:solidFill>
            <a:ln w="38100">
              <a:solidFill>
                <a:srgbClr val="C864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40" name="TextBox 39">
              <a:extLst>
                <a:ext uri="{FF2B5EF4-FFF2-40B4-BE49-F238E27FC236}">
                  <a16:creationId xmlns:a16="http://schemas.microsoft.com/office/drawing/2014/main" id="{32E7D9C5-CE98-10A3-9C54-1033CB2A4713}"/>
                </a:ext>
              </a:extLst>
            </p:cNvPr>
            <p:cNvSpPr txBox="1"/>
            <p:nvPr/>
          </p:nvSpPr>
          <p:spPr>
            <a:xfrm>
              <a:off x="4108704" y="5728698"/>
              <a:ext cx="225229" cy="109340"/>
            </a:xfrm>
            <a:prstGeom prst="rect">
              <a:avLst/>
            </a:prstGeom>
            <a:noFill/>
          </p:spPr>
          <p:txBody>
            <a:bodyPr wrap="square" lIns="0" tIns="0" rIns="0" bIns="0" anchor="ctr">
              <a:spAutoFit/>
            </a:bodyPr>
            <a:lstStyle/>
            <a:p>
              <a:pPr algn="ctr"/>
              <a:r>
                <a:rPr sz="1000" b="1" dirty="0">
                  <a:solidFill>
                    <a:srgbClr val="C8641E"/>
                  </a:solidFill>
                  <a:latin typeface="Pretendard"/>
                  <a:ea typeface="Pretendard"/>
                  <a:cs typeface="Pretendard"/>
                </a:rPr>
                <a:t>4</a:t>
              </a:r>
            </a:p>
          </p:txBody>
        </p:sp>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438912"/>
            <a:ext cx="10972800" cy="147028"/>
          </a:xfrm>
          <a:prstGeom prst="rect">
            <a:avLst/>
          </a:prstGeom>
          <a:noFill/>
        </p:spPr>
        <p:txBody>
          <a:bodyPr wrap="square" lIns="0" tIns="0" rIns="0" bIns="0" anchor="t">
            <a:spAutoFit/>
          </a:bodyPr>
          <a:lstStyle/>
          <a:p>
            <a:pPr>
              <a:lnSpc>
                <a:spcPct val="120000"/>
              </a:lnSpc>
            </a:pPr>
            <a:r>
              <a:rPr sz="867" spc="33">
                <a:solidFill>
                  <a:srgbClr val="C8641E"/>
                </a:solidFill>
                <a:latin typeface="Pretendard SemiBold"/>
                <a:ea typeface="Pretendard SemiBold"/>
                <a:cs typeface="Pretendard SemiBold"/>
              </a:rPr>
              <a:t>02  개발 목표 및 개발 결과</a:t>
            </a:r>
          </a:p>
        </p:txBody>
      </p:sp>
      <p:sp>
        <p:nvSpPr>
          <p:cNvPr id="3" name="TextBox 2"/>
          <p:cNvSpPr txBox="1"/>
          <p:nvPr/>
        </p:nvSpPr>
        <p:spPr>
          <a:xfrm>
            <a:off x="609600" y="621792"/>
            <a:ext cx="10972800" cy="389787"/>
          </a:xfrm>
          <a:prstGeom prst="rect">
            <a:avLst/>
          </a:prstGeom>
          <a:noFill/>
        </p:spPr>
        <p:txBody>
          <a:bodyPr wrap="square" lIns="0" tIns="0" rIns="0" bIns="0" anchor="t">
            <a:spAutoFit/>
          </a:bodyPr>
          <a:lstStyle/>
          <a:p>
            <a:r>
              <a:rPr sz="2533" b="1" spc="-40">
                <a:solidFill>
                  <a:srgbClr val="2A1F17"/>
                </a:solidFill>
                <a:latin typeface="Pretendard"/>
                <a:ea typeface="Pretendard"/>
                <a:cs typeface="Pretendard"/>
              </a:rPr>
              <a:t>POS — 상품 관리 화면</a:t>
            </a:r>
          </a:p>
        </p:txBody>
      </p:sp>
      <p:sp>
        <p:nvSpPr>
          <p:cNvPr id="4" name="TextBox 3"/>
          <p:cNvSpPr txBox="1"/>
          <p:nvPr/>
        </p:nvSpPr>
        <p:spPr>
          <a:xfrm>
            <a:off x="609600" y="1158240"/>
            <a:ext cx="10972800" cy="184666"/>
          </a:xfrm>
          <a:prstGeom prst="rect">
            <a:avLst/>
          </a:prstGeom>
          <a:noFill/>
        </p:spPr>
        <p:txBody>
          <a:bodyPr wrap="square" lIns="0" tIns="0" rIns="0" bIns="0" anchor="t">
            <a:spAutoFit/>
          </a:bodyPr>
          <a:lstStyle/>
          <a:p>
            <a:r>
              <a:rPr sz="1200">
                <a:solidFill>
                  <a:srgbClr val="8C8078"/>
                </a:solidFill>
                <a:latin typeface="Pretendard Medium"/>
                <a:ea typeface="Pretendard Medium"/>
                <a:cs typeface="Pretendard Medium"/>
              </a:rPr>
              <a:t>YOLO 클래스와 판매 상품(상품명 · 가격) 연결 · 신규 상품 등록</a:t>
            </a:r>
          </a:p>
        </p:txBody>
      </p:sp>
      <p:sp>
        <p:nvSpPr>
          <p:cNvPr id="5" name="Rounded Rectangle 4"/>
          <p:cNvSpPr/>
          <p:nvPr/>
        </p:nvSpPr>
        <p:spPr>
          <a:xfrm>
            <a:off x="609600" y="1706880"/>
            <a:ext cx="6461760" cy="4450080"/>
          </a:xfrm>
          <a:prstGeom prst="roundRect">
            <a:avLst>
              <a:gd name="adj" fmla="val 2465"/>
            </a:avLst>
          </a:prstGeom>
          <a:solidFill>
            <a:srgbClr val="F4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pic>
        <p:nvPicPr>
          <p:cNvPr id="6" name="Picture 5" descr="s07_Group7_0.png"/>
          <p:cNvPicPr>
            <a:picLocks noChangeAspect="1"/>
          </p:cNvPicPr>
          <p:nvPr/>
        </p:nvPicPr>
        <p:blipFill>
          <a:blip r:embed="rId3"/>
          <a:stretch>
            <a:fillRect/>
          </a:stretch>
        </p:blipFill>
        <p:spPr>
          <a:xfrm>
            <a:off x="1547127" y="1889760"/>
            <a:ext cx="4586704" cy="4084320"/>
          </a:xfrm>
          <a:prstGeom prst="roundRect">
            <a:avLst>
              <a:gd name="adj" fmla="val 1492"/>
            </a:avLst>
          </a:prstGeom>
          <a:ln w="12700">
            <a:solidFill>
              <a:srgbClr val="E9E1D6"/>
            </a:solidFill>
          </a:ln>
        </p:spPr>
      </p:pic>
      <p:sp>
        <p:nvSpPr>
          <p:cNvPr id="7" name="Oval 6"/>
          <p:cNvSpPr/>
          <p:nvPr/>
        </p:nvSpPr>
        <p:spPr>
          <a:xfrm>
            <a:off x="7437120" y="1859280"/>
            <a:ext cx="316992" cy="316992"/>
          </a:xfrm>
          <a:prstGeom prst="ellipse">
            <a:avLst/>
          </a:prstGeom>
          <a:solidFill>
            <a:srgbClr val="F8E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8" name="TextBox 7"/>
          <p:cNvSpPr txBox="1"/>
          <p:nvPr/>
        </p:nvSpPr>
        <p:spPr>
          <a:xfrm>
            <a:off x="7437120" y="1940832"/>
            <a:ext cx="316992" cy="153888"/>
          </a:xfrm>
          <a:prstGeom prst="rect">
            <a:avLst/>
          </a:prstGeom>
          <a:noFill/>
        </p:spPr>
        <p:txBody>
          <a:bodyPr wrap="square" lIns="0" tIns="0" rIns="0" bIns="0" anchor="ctr">
            <a:spAutoFit/>
          </a:bodyPr>
          <a:lstStyle/>
          <a:p>
            <a:pPr algn="ctr"/>
            <a:r>
              <a:rPr sz="1000" b="1">
                <a:solidFill>
                  <a:srgbClr val="C8641E"/>
                </a:solidFill>
                <a:latin typeface="Pretendard"/>
                <a:ea typeface="Pretendard"/>
                <a:cs typeface="Pretendard"/>
              </a:rPr>
              <a:t>1</a:t>
            </a:r>
          </a:p>
        </p:txBody>
      </p:sp>
      <p:sp>
        <p:nvSpPr>
          <p:cNvPr id="9" name="TextBox 8"/>
          <p:cNvSpPr txBox="1"/>
          <p:nvPr/>
        </p:nvSpPr>
        <p:spPr>
          <a:xfrm>
            <a:off x="7894320" y="1871472"/>
            <a:ext cx="3688080" cy="237437"/>
          </a:xfrm>
          <a:prstGeom prst="rect">
            <a:avLst/>
          </a:prstGeom>
          <a:noFill/>
        </p:spPr>
        <p:txBody>
          <a:bodyPr wrap="square" lIns="0" tIns="0" rIns="0" bIns="0" anchor="t">
            <a:spAutoFit/>
          </a:bodyPr>
          <a:lstStyle/>
          <a:p>
            <a:pPr>
              <a:lnSpc>
                <a:spcPct val="120000"/>
              </a:lnSpc>
            </a:pPr>
            <a:r>
              <a:rPr sz="1400" b="1" dirty="0" err="1">
                <a:solidFill>
                  <a:srgbClr val="2A1F17"/>
                </a:solidFill>
                <a:latin typeface="Pretendard"/>
                <a:ea typeface="Pretendard"/>
                <a:cs typeface="Pretendard"/>
              </a:rPr>
              <a:t>클래스</a:t>
            </a:r>
            <a:r>
              <a:rPr sz="1400" b="1" dirty="0">
                <a:solidFill>
                  <a:srgbClr val="2A1F17"/>
                </a:solidFill>
                <a:latin typeface="Pretendard"/>
                <a:ea typeface="Pretendard"/>
                <a:cs typeface="Pretendard"/>
              </a:rPr>
              <a:t> </a:t>
            </a:r>
            <a:r>
              <a:rPr sz="1400" b="1" dirty="0" err="1">
                <a:solidFill>
                  <a:srgbClr val="2A1F17"/>
                </a:solidFill>
                <a:latin typeface="Pretendard"/>
                <a:ea typeface="Pretendard"/>
                <a:cs typeface="Pretendard"/>
              </a:rPr>
              <a:t>목록</a:t>
            </a:r>
            <a:endParaRPr sz="1400" b="1" dirty="0">
              <a:solidFill>
                <a:srgbClr val="2A1F17"/>
              </a:solidFill>
              <a:latin typeface="Pretendard"/>
              <a:ea typeface="Pretendard"/>
              <a:cs typeface="Pretendard"/>
            </a:endParaRPr>
          </a:p>
        </p:txBody>
      </p:sp>
      <p:sp>
        <p:nvSpPr>
          <p:cNvPr id="10" name="TextBox 9"/>
          <p:cNvSpPr txBox="1"/>
          <p:nvPr/>
        </p:nvSpPr>
        <p:spPr>
          <a:xfrm>
            <a:off x="7894320" y="2145792"/>
            <a:ext cx="3688080" cy="192938"/>
          </a:xfrm>
          <a:prstGeom prst="rect">
            <a:avLst/>
          </a:prstGeom>
          <a:noFill/>
        </p:spPr>
        <p:txBody>
          <a:bodyPr wrap="square" lIns="0" tIns="0" rIns="0" bIns="0" anchor="t">
            <a:spAutoFit/>
          </a:bodyPr>
          <a:lstStyle/>
          <a:p>
            <a:pPr>
              <a:lnSpc>
                <a:spcPct val="125000"/>
              </a:lnSpc>
            </a:pPr>
            <a:r>
              <a:rPr sz="1100" dirty="0" err="1">
                <a:solidFill>
                  <a:srgbClr val="5B4E44"/>
                </a:solidFill>
                <a:latin typeface="Pretendard"/>
                <a:ea typeface="Pretendard"/>
                <a:cs typeface="Pretendard"/>
              </a:rPr>
              <a:t>모델이</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인식하는</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클래스</a:t>
            </a:r>
            <a:r>
              <a:rPr sz="1100" dirty="0">
                <a:solidFill>
                  <a:srgbClr val="5B4E44"/>
                </a:solidFill>
                <a:latin typeface="Pretendard"/>
                <a:ea typeface="Pretendard"/>
                <a:cs typeface="Pretendard"/>
              </a:rPr>
              <a:t> ID · </a:t>
            </a:r>
            <a:r>
              <a:rPr sz="1100" dirty="0" err="1">
                <a:solidFill>
                  <a:srgbClr val="5B4E44"/>
                </a:solidFill>
                <a:latin typeface="Pretendard"/>
                <a:ea typeface="Pretendard"/>
                <a:cs typeface="Pretendard"/>
              </a:rPr>
              <a:t>이름</a:t>
            </a:r>
            <a:r>
              <a:rPr sz="1100" dirty="0">
                <a:solidFill>
                  <a:srgbClr val="5B4E44"/>
                </a:solidFill>
                <a:latin typeface="Pretendard"/>
                <a:ea typeface="Pretendard"/>
                <a:cs typeface="Pretendard"/>
              </a:rPr>
              <a:t> 12종 </a:t>
            </a:r>
            <a:r>
              <a:rPr sz="1100" dirty="0" err="1">
                <a:solidFill>
                  <a:srgbClr val="5B4E44"/>
                </a:solidFill>
                <a:latin typeface="Pretendard"/>
                <a:ea typeface="Pretendard"/>
                <a:cs typeface="Pretendard"/>
              </a:rPr>
              <a:t>표시</a:t>
            </a:r>
            <a:endParaRPr sz="1100" dirty="0">
              <a:solidFill>
                <a:srgbClr val="5B4E44"/>
              </a:solidFill>
              <a:latin typeface="Pretendard"/>
              <a:ea typeface="Pretendard"/>
              <a:cs typeface="Pretendard"/>
            </a:endParaRPr>
          </a:p>
        </p:txBody>
      </p:sp>
      <p:sp>
        <p:nvSpPr>
          <p:cNvPr id="11" name="Oval 10"/>
          <p:cNvSpPr/>
          <p:nvPr/>
        </p:nvSpPr>
        <p:spPr>
          <a:xfrm>
            <a:off x="7437120" y="2907792"/>
            <a:ext cx="316992" cy="316992"/>
          </a:xfrm>
          <a:prstGeom prst="ellipse">
            <a:avLst/>
          </a:prstGeom>
          <a:solidFill>
            <a:srgbClr val="F8E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2" name="TextBox 11"/>
          <p:cNvSpPr txBox="1"/>
          <p:nvPr/>
        </p:nvSpPr>
        <p:spPr>
          <a:xfrm>
            <a:off x="7437120" y="2989344"/>
            <a:ext cx="316992" cy="153888"/>
          </a:xfrm>
          <a:prstGeom prst="rect">
            <a:avLst/>
          </a:prstGeom>
          <a:noFill/>
        </p:spPr>
        <p:txBody>
          <a:bodyPr wrap="square" lIns="0" tIns="0" rIns="0" bIns="0" anchor="ctr">
            <a:spAutoFit/>
          </a:bodyPr>
          <a:lstStyle/>
          <a:p>
            <a:pPr algn="ctr"/>
            <a:r>
              <a:rPr sz="1000" b="1">
                <a:solidFill>
                  <a:srgbClr val="C8641E"/>
                </a:solidFill>
                <a:latin typeface="Pretendard"/>
                <a:ea typeface="Pretendard"/>
                <a:cs typeface="Pretendard"/>
              </a:rPr>
              <a:t>2</a:t>
            </a:r>
          </a:p>
        </p:txBody>
      </p:sp>
      <p:sp>
        <p:nvSpPr>
          <p:cNvPr id="13" name="TextBox 12"/>
          <p:cNvSpPr txBox="1"/>
          <p:nvPr/>
        </p:nvSpPr>
        <p:spPr>
          <a:xfrm>
            <a:off x="7894320" y="2919984"/>
            <a:ext cx="3688080" cy="237437"/>
          </a:xfrm>
          <a:prstGeom prst="rect">
            <a:avLst/>
          </a:prstGeom>
          <a:noFill/>
        </p:spPr>
        <p:txBody>
          <a:bodyPr wrap="square" lIns="0" tIns="0" rIns="0" bIns="0" anchor="t">
            <a:spAutoFit/>
          </a:bodyPr>
          <a:lstStyle/>
          <a:p>
            <a:pPr>
              <a:lnSpc>
                <a:spcPct val="120000"/>
              </a:lnSpc>
            </a:pPr>
            <a:r>
              <a:rPr sz="1400" b="1">
                <a:solidFill>
                  <a:srgbClr val="2A1F17"/>
                </a:solidFill>
                <a:latin typeface="Pretendard"/>
                <a:ea typeface="Pretendard"/>
                <a:cs typeface="Pretendard"/>
              </a:rPr>
              <a:t>상품명 · 가격 연결</a:t>
            </a:r>
          </a:p>
        </p:txBody>
      </p:sp>
      <p:sp>
        <p:nvSpPr>
          <p:cNvPr id="14" name="TextBox 13"/>
          <p:cNvSpPr txBox="1"/>
          <p:nvPr/>
        </p:nvSpPr>
        <p:spPr>
          <a:xfrm>
            <a:off x="7894320" y="3194304"/>
            <a:ext cx="3688080" cy="192938"/>
          </a:xfrm>
          <a:prstGeom prst="rect">
            <a:avLst/>
          </a:prstGeom>
          <a:noFill/>
        </p:spPr>
        <p:txBody>
          <a:bodyPr wrap="square" lIns="0" tIns="0" rIns="0" bIns="0" anchor="t">
            <a:spAutoFit/>
          </a:bodyPr>
          <a:lstStyle/>
          <a:p>
            <a:pPr>
              <a:lnSpc>
                <a:spcPct val="125000"/>
              </a:lnSpc>
            </a:pPr>
            <a:r>
              <a:rPr sz="1100">
                <a:solidFill>
                  <a:srgbClr val="5B4E44"/>
                </a:solidFill>
                <a:latin typeface="Pretendard"/>
                <a:ea typeface="Pretendard"/>
                <a:cs typeface="Pretendard"/>
              </a:rPr>
              <a:t>클래스별 판매 상품명과 가격 입력 → 주문표 금액 계산에 사용</a:t>
            </a:r>
          </a:p>
        </p:txBody>
      </p:sp>
      <p:sp>
        <p:nvSpPr>
          <p:cNvPr id="15" name="Oval 14"/>
          <p:cNvSpPr/>
          <p:nvPr/>
        </p:nvSpPr>
        <p:spPr>
          <a:xfrm>
            <a:off x="7437120" y="3956304"/>
            <a:ext cx="316992" cy="316992"/>
          </a:xfrm>
          <a:prstGeom prst="ellipse">
            <a:avLst/>
          </a:prstGeom>
          <a:solidFill>
            <a:srgbClr val="F8E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6" name="TextBox 15"/>
          <p:cNvSpPr txBox="1"/>
          <p:nvPr/>
        </p:nvSpPr>
        <p:spPr>
          <a:xfrm>
            <a:off x="7437120" y="4037856"/>
            <a:ext cx="316992" cy="153888"/>
          </a:xfrm>
          <a:prstGeom prst="rect">
            <a:avLst/>
          </a:prstGeom>
          <a:noFill/>
        </p:spPr>
        <p:txBody>
          <a:bodyPr wrap="square" lIns="0" tIns="0" rIns="0" bIns="0" anchor="ctr">
            <a:spAutoFit/>
          </a:bodyPr>
          <a:lstStyle/>
          <a:p>
            <a:pPr algn="ctr"/>
            <a:r>
              <a:rPr sz="1000" b="1">
                <a:solidFill>
                  <a:srgbClr val="C8641E"/>
                </a:solidFill>
                <a:latin typeface="Pretendard"/>
                <a:ea typeface="Pretendard"/>
                <a:cs typeface="Pretendard"/>
              </a:rPr>
              <a:t>3</a:t>
            </a:r>
          </a:p>
        </p:txBody>
      </p:sp>
      <p:sp>
        <p:nvSpPr>
          <p:cNvPr id="17" name="TextBox 16"/>
          <p:cNvSpPr txBox="1"/>
          <p:nvPr/>
        </p:nvSpPr>
        <p:spPr>
          <a:xfrm>
            <a:off x="7894320" y="3968496"/>
            <a:ext cx="3688080" cy="237437"/>
          </a:xfrm>
          <a:prstGeom prst="rect">
            <a:avLst/>
          </a:prstGeom>
          <a:noFill/>
        </p:spPr>
        <p:txBody>
          <a:bodyPr wrap="square" lIns="0" tIns="0" rIns="0" bIns="0" anchor="t">
            <a:spAutoFit/>
          </a:bodyPr>
          <a:lstStyle/>
          <a:p>
            <a:pPr>
              <a:lnSpc>
                <a:spcPct val="120000"/>
              </a:lnSpc>
            </a:pPr>
            <a:r>
              <a:rPr sz="1400" b="1">
                <a:solidFill>
                  <a:srgbClr val="2A1F17"/>
                </a:solidFill>
                <a:latin typeface="Pretendard"/>
                <a:ea typeface="Pretendard"/>
                <a:cs typeface="Pretendard"/>
              </a:rPr>
              <a:t>신규 상품 등록</a:t>
            </a:r>
          </a:p>
        </p:txBody>
      </p:sp>
      <p:sp>
        <p:nvSpPr>
          <p:cNvPr id="18" name="TextBox 17"/>
          <p:cNvSpPr txBox="1"/>
          <p:nvPr/>
        </p:nvSpPr>
        <p:spPr>
          <a:xfrm>
            <a:off x="7894320" y="4242816"/>
            <a:ext cx="3688080" cy="192938"/>
          </a:xfrm>
          <a:prstGeom prst="rect">
            <a:avLst/>
          </a:prstGeom>
          <a:noFill/>
        </p:spPr>
        <p:txBody>
          <a:bodyPr wrap="square" lIns="0" tIns="0" rIns="0" bIns="0" anchor="t">
            <a:spAutoFit/>
          </a:bodyPr>
          <a:lstStyle/>
          <a:p>
            <a:pPr>
              <a:lnSpc>
                <a:spcPct val="125000"/>
              </a:lnSpc>
            </a:pPr>
            <a:r>
              <a:rPr sz="1100">
                <a:solidFill>
                  <a:srgbClr val="5B4E44"/>
                </a:solidFill>
                <a:latin typeface="Pretendard"/>
                <a:ea typeface="Pretendard"/>
                <a:cs typeface="Pretendard"/>
              </a:rPr>
              <a:t>새 빵 상품 추가 → 데이터 수집 탭에서 수집 대상으로 선택</a:t>
            </a:r>
          </a:p>
        </p:txBody>
      </p:sp>
      <p:sp>
        <p:nvSpPr>
          <p:cNvPr id="19" name="TextBox 18"/>
          <p:cNvSpPr txBox="1"/>
          <p:nvPr/>
        </p:nvSpPr>
        <p:spPr>
          <a:xfrm>
            <a:off x="609600" y="6473952"/>
            <a:ext cx="3657600" cy="130100"/>
          </a:xfrm>
          <a:prstGeom prst="rect">
            <a:avLst/>
          </a:prstGeom>
          <a:noFill/>
        </p:spPr>
        <p:txBody>
          <a:bodyPr wrap="square" lIns="0" tIns="0" rIns="0" bIns="0" anchor="t">
            <a:spAutoFit/>
          </a:bodyPr>
          <a:lstStyle/>
          <a:p>
            <a:pPr>
              <a:lnSpc>
                <a:spcPct val="120000"/>
              </a:lnSpc>
            </a:pPr>
            <a:r>
              <a:rPr sz="767">
                <a:solidFill>
                  <a:srgbClr val="8C8078"/>
                </a:solidFill>
                <a:latin typeface="Pretendard Medium"/>
                <a:ea typeface="Pretendard Medium"/>
                <a:cs typeface="Pretendard Medium"/>
              </a:rPr>
              <a:t>BreadVision · 6조</a:t>
            </a:r>
          </a:p>
        </p:txBody>
      </p:sp>
      <p:sp>
        <p:nvSpPr>
          <p:cNvPr id="20" name="TextBox 19"/>
          <p:cNvSpPr txBox="1"/>
          <p:nvPr/>
        </p:nvSpPr>
        <p:spPr>
          <a:xfrm>
            <a:off x="9144000" y="6473952"/>
            <a:ext cx="2438400" cy="141642"/>
          </a:xfrm>
          <a:prstGeom prst="rect">
            <a:avLst/>
          </a:prstGeom>
          <a:noFill/>
        </p:spPr>
        <p:txBody>
          <a:bodyPr wrap="square" lIns="0" tIns="0" rIns="0" bIns="0" anchor="t">
            <a:spAutoFit/>
          </a:bodyPr>
          <a:lstStyle/>
          <a:p>
            <a:pPr algn="r">
              <a:lnSpc>
                <a:spcPct val="120000"/>
              </a:lnSpc>
            </a:pPr>
            <a:r>
              <a:rPr sz="767" dirty="0">
                <a:solidFill>
                  <a:srgbClr val="8C8078"/>
                </a:solidFill>
                <a:latin typeface="Pretendard Medium"/>
                <a:ea typeface="Pretendard Medium"/>
                <a:cs typeface="Pretendard Medium"/>
              </a:rPr>
              <a:t>07 / </a:t>
            </a:r>
            <a:r>
              <a:rPr lang="en-US" altLang="ko-KR" sz="767" dirty="0" smtClean="0">
                <a:solidFill>
                  <a:srgbClr val="8C8078"/>
                </a:solidFill>
                <a:latin typeface="Pretendard Medium"/>
                <a:ea typeface="Pretendard Medium"/>
                <a:cs typeface="Pretendard Medium"/>
              </a:rPr>
              <a:t>36</a:t>
            </a:r>
            <a:endParaRPr sz="767" dirty="0">
              <a:solidFill>
                <a:srgbClr val="8C8078"/>
              </a:solidFill>
              <a:latin typeface="Pretendard Medium"/>
              <a:ea typeface="Pretendard Medium"/>
              <a:cs typeface="Pretendard Medium"/>
            </a:endParaRPr>
          </a:p>
        </p:txBody>
      </p:sp>
      <p:grpSp>
        <p:nvGrpSpPr>
          <p:cNvPr id="30" name="그룹 29"/>
          <p:cNvGrpSpPr/>
          <p:nvPr/>
        </p:nvGrpSpPr>
        <p:grpSpPr>
          <a:xfrm>
            <a:off x="1352752" y="2145635"/>
            <a:ext cx="225229" cy="225229"/>
            <a:chOff x="1540180" y="2708862"/>
            <a:chExt cx="225229" cy="225229"/>
          </a:xfrm>
        </p:grpSpPr>
        <p:sp>
          <p:nvSpPr>
            <p:cNvPr id="31" name="Oval 6">
              <a:extLst>
                <a:ext uri="{FF2B5EF4-FFF2-40B4-BE49-F238E27FC236}">
                  <a16:creationId xmlns:a16="http://schemas.microsoft.com/office/drawing/2014/main" id="{D8D30736-6D8C-F449-457F-F6D5E030DEAB}"/>
                </a:ext>
              </a:extLst>
            </p:cNvPr>
            <p:cNvSpPr/>
            <p:nvPr/>
          </p:nvSpPr>
          <p:spPr>
            <a:xfrm>
              <a:off x="1540180" y="2708862"/>
              <a:ext cx="225229" cy="225229"/>
            </a:xfrm>
            <a:prstGeom prst="ellipse">
              <a:avLst/>
            </a:prstGeom>
            <a:solidFill>
              <a:srgbClr val="FFFBF4"/>
            </a:solidFill>
            <a:ln w="38100">
              <a:solidFill>
                <a:srgbClr val="C864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32" name="TextBox 31">
              <a:extLst>
                <a:ext uri="{FF2B5EF4-FFF2-40B4-BE49-F238E27FC236}">
                  <a16:creationId xmlns:a16="http://schemas.microsoft.com/office/drawing/2014/main" id="{C1C17418-FA99-70DD-0ABE-BF6FBB67ED97}"/>
                </a:ext>
              </a:extLst>
            </p:cNvPr>
            <p:cNvSpPr txBox="1"/>
            <p:nvPr/>
          </p:nvSpPr>
          <p:spPr>
            <a:xfrm>
              <a:off x="1540180" y="2766806"/>
              <a:ext cx="225229" cy="109340"/>
            </a:xfrm>
            <a:prstGeom prst="rect">
              <a:avLst/>
            </a:prstGeom>
            <a:noFill/>
          </p:spPr>
          <p:txBody>
            <a:bodyPr wrap="square" lIns="0" tIns="0" rIns="0" bIns="0" anchor="ctr">
              <a:spAutoFit/>
            </a:bodyPr>
            <a:lstStyle/>
            <a:p>
              <a:pPr algn="ctr"/>
              <a:r>
                <a:rPr sz="1000" b="1" dirty="0">
                  <a:solidFill>
                    <a:srgbClr val="C8641E"/>
                  </a:solidFill>
                  <a:latin typeface="Pretendard"/>
                  <a:ea typeface="Pretendard"/>
                  <a:cs typeface="Pretendard"/>
                </a:rPr>
                <a:t>1</a:t>
              </a:r>
            </a:p>
          </p:txBody>
        </p:sp>
      </p:grpSp>
      <p:grpSp>
        <p:nvGrpSpPr>
          <p:cNvPr id="33" name="그룹 32"/>
          <p:cNvGrpSpPr/>
          <p:nvPr/>
        </p:nvGrpSpPr>
        <p:grpSpPr>
          <a:xfrm>
            <a:off x="1352752" y="5166082"/>
            <a:ext cx="225229" cy="225229"/>
            <a:chOff x="2703382" y="3971122"/>
            <a:chExt cx="225229" cy="225229"/>
          </a:xfrm>
        </p:grpSpPr>
        <p:sp>
          <p:nvSpPr>
            <p:cNvPr id="34" name="Oval 10">
              <a:extLst>
                <a:ext uri="{FF2B5EF4-FFF2-40B4-BE49-F238E27FC236}">
                  <a16:creationId xmlns:a16="http://schemas.microsoft.com/office/drawing/2014/main" id="{3FFF5C0B-78F3-8C53-EB64-30D617211268}"/>
                </a:ext>
              </a:extLst>
            </p:cNvPr>
            <p:cNvSpPr/>
            <p:nvPr/>
          </p:nvSpPr>
          <p:spPr>
            <a:xfrm>
              <a:off x="2703382" y="3971122"/>
              <a:ext cx="225229" cy="225229"/>
            </a:xfrm>
            <a:prstGeom prst="ellipse">
              <a:avLst/>
            </a:prstGeom>
            <a:solidFill>
              <a:srgbClr val="FFFBF4"/>
            </a:solidFill>
            <a:ln w="38100">
              <a:solidFill>
                <a:srgbClr val="C864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35" name="TextBox 34">
              <a:extLst>
                <a:ext uri="{FF2B5EF4-FFF2-40B4-BE49-F238E27FC236}">
                  <a16:creationId xmlns:a16="http://schemas.microsoft.com/office/drawing/2014/main" id="{2F4A0D1A-CE26-2FBE-6BE2-2ED68F0C9D3D}"/>
                </a:ext>
              </a:extLst>
            </p:cNvPr>
            <p:cNvSpPr txBox="1"/>
            <p:nvPr/>
          </p:nvSpPr>
          <p:spPr>
            <a:xfrm>
              <a:off x="2703382" y="4029066"/>
              <a:ext cx="225229" cy="109340"/>
            </a:xfrm>
            <a:prstGeom prst="rect">
              <a:avLst/>
            </a:prstGeom>
            <a:noFill/>
          </p:spPr>
          <p:txBody>
            <a:bodyPr wrap="square" lIns="0" tIns="0" rIns="0" bIns="0" anchor="ctr">
              <a:spAutoFit/>
            </a:bodyPr>
            <a:lstStyle/>
            <a:p>
              <a:pPr algn="ctr"/>
              <a:r>
                <a:rPr sz="1000" b="1" dirty="0">
                  <a:solidFill>
                    <a:srgbClr val="C8641E"/>
                  </a:solidFill>
                  <a:latin typeface="Pretendard"/>
                  <a:ea typeface="Pretendard"/>
                  <a:cs typeface="Pretendard"/>
                </a:rPr>
                <a:t>2</a:t>
              </a:r>
            </a:p>
          </p:txBody>
        </p:sp>
      </p:grpSp>
      <p:grpSp>
        <p:nvGrpSpPr>
          <p:cNvPr id="36" name="그룹 35"/>
          <p:cNvGrpSpPr/>
          <p:nvPr/>
        </p:nvGrpSpPr>
        <p:grpSpPr>
          <a:xfrm>
            <a:off x="1352752" y="5727677"/>
            <a:ext cx="225229" cy="225229"/>
            <a:chOff x="4108704" y="2764114"/>
            <a:chExt cx="225229" cy="225229"/>
          </a:xfrm>
        </p:grpSpPr>
        <p:sp>
          <p:nvSpPr>
            <p:cNvPr id="37" name="Oval 14">
              <a:extLst>
                <a:ext uri="{FF2B5EF4-FFF2-40B4-BE49-F238E27FC236}">
                  <a16:creationId xmlns:a16="http://schemas.microsoft.com/office/drawing/2014/main" id="{212E7B1C-D5EE-421F-8603-1AEEC11275BB}"/>
                </a:ext>
              </a:extLst>
            </p:cNvPr>
            <p:cNvSpPr/>
            <p:nvPr/>
          </p:nvSpPr>
          <p:spPr>
            <a:xfrm>
              <a:off x="4108704" y="2764114"/>
              <a:ext cx="225229" cy="225229"/>
            </a:xfrm>
            <a:prstGeom prst="ellipse">
              <a:avLst/>
            </a:prstGeom>
            <a:solidFill>
              <a:srgbClr val="FFFBF4"/>
            </a:solidFill>
            <a:ln w="38100">
              <a:solidFill>
                <a:srgbClr val="C864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38" name="TextBox 37">
              <a:extLst>
                <a:ext uri="{FF2B5EF4-FFF2-40B4-BE49-F238E27FC236}">
                  <a16:creationId xmlns:a16="http://schemas.microsoft.com/office/drawing/2014/main" id="{0C9C2D55-92E5-4AB1-9169-D6B51E120123}"/>
                </a:ext>
              </a:extLst>
            </p:cNvPr>
            <p:cNvSpPr txBox="1"/>
            <p:nvPr/>
          </p:nvSpPr>
          <p:spPr>
            <a:xfrm>
              <a:off x="4108704" y="2822058"/>
              <a:ext cx="225229" cy="109340"/>
            </a:xfrm>
            <a:prstGeom prst="rect">
              <a:avLst/>
            </a:prstGeom>
            <a:noFill/>
          </p:spPr>
          <p:txBody>
            <a:bodyPr wrap="square" lIns="0" tIns="0" rIns="0" bIns="0" anchor="ctr">
              <a:spAutoFit/>
            </a:bodyPr>
            <a:lstStyle/>
            <a:p>
              <a:pPr algn="ctr"/>
              <a:r>
                <a:rPr sz="1000" b="1" dirty="0">
                  <a:solidFill>
                    <a:srgbClr val="C8641E"/>
                  </a:solidFill>
                  <a:latin typeface="Pretendard"/>
                  <a:ea typeface="Pretendard"/>
                  <a:cs typeface="Pretendard"/>
                </a:rPr>
                <a:t>3</a:t>
              </a:r>
            </a:p>
          </p:txBody>
        </p:sp>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438912"/>
            <a:ext cx="10972800" cy="147028"/>
          </a:xfrm>
          <a:prstGeom prst="rect">
            <a:avLst/>
          </a:prstGeom>
          <a:noFill/>
        </p:spPr>
        <p:txBody>
          <a:bodyPr wrap="square" lIns="0" tIns="0" rIns="0" bIns="0" anchor="t">
            <a:spAutoFit/>
          </a:bodyPr>
          <a:lstStyle/>
          <a:p>
            <a:pPr>
              <a:lnSpc>
                <a:spcPct val="120000"/>
              </a:lnSpc>
            </a:pPr>
            <a:r>
              <a:rPr sz="867" spc="33">
                <a:solidFill>
                  <a:srgbClr val="C8641E"/>
                </a:solidFill>
                <a:latin typeface="Pretendard SemiBold"/>
                <a:ea typeface="Pretendard SemiBold"/>
                <a:cs typeface="Pretendard SemiBold"/>
              </a:rPr>
              <a:t>02  개발 목표 및 개발 결과</a:t>
            </a:r>
          </a:p>
        </p:txBody>
      </p:sp>
      <p:sp>
        <p:nvSpPr>
          <p:cNvPr id="3" name="TextBox 2"/>
          <p:cNvSpPr txBox="1"/>
          <p:nvPr/>
        </p:nvSpPr>
        <p:spPr>
          <a:xfrm>
            <a:off x="609600" y="621792"/>
            <a:ext cx="10972800" cy="389787"/>
          </a:xfrm>
          <a:prstGeom prst="rect">
            <a:avLst/>
          </a:prstGeom>
          <a:noFill/>
        </p:spPr>
        <p:txBody>
          <a:bodyPr wrap="square" lIns="0" tIns="0" rIns="0" bIns="0" anchor="t">
            <a:spAutoFit/>
          </a:bodyPr>
          <a:lstStyle/>
          <a:p>
            <a:r>
              <a:rPr sz="2533" b="1" spc="-40">
                <a:solidFill>
                  <a:srgbClr val="2A1F17"/>
                </a:solidFill>
                <a:latin typeface="Pretendard"/>
                <a:ea typeface="Pretendard"/>
                <a:cs typeface="Pretendard"/>
              </a:rPr>
              <a:t>POS — 데이터 수집 화면</a:t>
            </a:r>
          </a:p>
        </p:txBody>
      </p:sp>
      <p:sp>
        <p:nvSpPr>
          <p:cNvPr id="4" name="TextBox 3"/>
          <p:cNvSpPr txBox="1"/>
          <p:nvPr/>
        </p:nvSpPr>
        <p:spPr>
          <a:xfrm>
            <a:off x="609600" y="1158240"/>
            <a:ext cx="10972800" cy="184666"/>
          </a:xfrm>
          <a:prstGeom prst="rect">
            <a:avLst/>
          </a:prstGeom>
          <a:noFill/>
        </p:spPr>
        <p:txBody>
          <a:bodyPr wrap="square" lIns="0" tIns="0" rIns="0" bIns="0" anchor="t">
            <a:spAutoFit/>
          </a:bodyPr>
          <a:lstStyle/>
          <a:p>
            <a:r>
              <a:rPr sz="1200">
                <a:solidFill>
                  <a:srgbClr val="8C8078"/>
                </a:solidFill>
                <a:latin typeface="Pretendard Medium"/>
                <a:ea typeface="Pretendard Medium"/>
                <a:cs typeface="Pretendard Medium"/>
              </a:rPr>
              <a:t>빵 1개 촬영 → 박스 자동 지정 → 모터 자동 회전 촬영 → 학습용 ZIP 전송</a:t>
            </a:r>
          </a:p>
        </p:txBody>
      </p:sp>
      <p:sp>
        <p:nvSpPr>
          <p:cNvPr id="5" name="Rounded Rectangle 4"/>
          <p:cNvSpPr/>
          <p:nvPr/>
        </p:nvSpPr>
        <p:spPr>
          <a:xfrm>
            <a:off x="609600" y="1683389"/>
            <a:ext cx="6461760" cy="4450080"/>
          </a:xfrm>
          <a:prstGeom prst="roundRect">
            <a:avLst>
              <a:gd name="adj" fmla="val 2465"/>
            </a:avLst>
          </a:prstGeom>
          <a:solidFill>
            <a:srgbClr val="F4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pic>
        <p:nvPicPr>
          <p:cNvPr id="6" name="Picture 5" descr="s08_Group7_0.png"/>
          <p:cNvPicPr>
            <a:picLocks noChangeAspect="1"/>
          </p:cNvPicPr>
          <p:nvPr/>
        </p:nvPicPr>
        <p:blipFill>
          <a:blip r:embed="rId3"/>
          <a:stretch>
            <a:fillRect/>
          </a:stretch>
        </p:blipFill>
        <p:spPr>
          <a:xfrm>
            <a:off x="1558605" y="1889760"/>
            <a:ext cx="4563751" cy="4084320"/>
          </a:xfrm>
          <a:prstGeom prst="roundRect">
            <a:avLst>
              <a:gd name="adj" fmla="val 1492"/>
            </a:avLst>
          </a:prstGeom>
          <a:ln w="12700">
            <a:solidFill>
              <a:srgbClr val="E9E1D6"/>
            </a:solidFill>
          </a:ln>
        </p:spPr>
      </p:pic>
      <p:sp>
        <p:nvSpPr>
          <p:cNvPr id="7" name="Oval 6"/>
          <p:cNvSpPr/>
          <p:nvPr/>
        </p:nvSpPr>
        <p:spPr>
          <a:xfrm>
            <a:off x="7437120" y="1859280"/>
            <a:ext cx="316992" cy="316992"/>
          </a:xfrm>
          <a:prstGeom prst="ellipse">
            <a:avLst/>
          </a:prstGeom>
          <a:solidFill>
            <a:srgbClr val="F8E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8" name="TextBox 7"/>
          <p:cNvSpPr txBox="1"/>
          <p:nvPr/>
        </p:nvSpPr>
        <p:spPr>
          <a:xfrm>
            <a:off x="7437120" y="1940832"/>
            <a:ext cx="316992" cy="153888"/>
          </a:xfrm>
          <a:prstGeom prst="rect">
            <a:avLst/>
          </a:prstGeom>
          <a:noFill/>
        </p:spPr>
        <p:txBody>
          <a:bodyPr wrap="square" lIns="0" tIns="0" rIns="0" bIns="0" anchor="ctr">
            <a:spAutoFit/>
          </a:bodyPr>
          <a:lstStyle/>
          <a:p>
            <a:pPr algn="ctr"/>
            <a:r>
              <a:rPr sz="1000" b="1">
                <a:solidFill>
                  <a:srgbClr val="C8641E"/>
                </a:solidFill>
                <a:latin typeface="Pretendard"/>
                <a:ea typeface="Pretendard"/>
                <a:cs typeface="Pretendard"/>
              </a:rPr>
              <a:t>1</a:t>
            </a:r>
          </a:p>
        </p:txBody>
      </p:sp>
      <p:sp>
        <p:nvSpPr>
          <p:cNvPr id="9" name="TextBox 8"/>
          <p:cNvSpPr txBox="1"/>
          <p:nvPr/>
        </p:nvSpPr>
        <p:spPr>
          <a:xfrm>
            <a:off x="7894320" y="1871472"/>
            <a:ext cx="3688080" cy="237437"/>
          </a:xfrm>
          <a:prstGeom prst="rect">
            <a:avLst/>
          </a:prstGeom>
          <a:noFill/>
        </p:spPr>
        <p:txBody>
          <a:bodyPr wrap="square" lIns="0" tIns="0" rIns="0" bIns="0" anchor="t">
            <a:spAutoFit/>
          </a:bodyPr>
          <a:lstStyle/>
          <a:p>
            <a:pPr>
              <a:lnSpc>
                <a:spcPct val="120000"/>
              </a:lnSpc>
            </a:pPr>
            <a:r>
              <a:rPr sz="1400" b="1">
                <a:solidFill>
                  <a:srgbClr val="2A1F17"/>
                </a:solidFill>
                <a:latin typeface="Pretendard"/>
                <a:ea typeface="Pretendard"/>
                <a:cs typeface="Pretendard"/>
              </a:rPr>
              <a:t>박스 자동 지정</a:t>
            </a:r>
          </a:p>
        </p:txBody>
      </p:sp>
      <p:sp>
        <p:nvSpPr>
          <p:cNvPr id="10" name="TextBox 9"/>
          <p:cNvSpPr txBox="1"/>
          <p:nvPr/>
        </p:nvSpPr>
        <p:spPr>
          <a:xfrm>
            <a:off x="7894320" y="2145792"/>
            <a:ext cx="3688080" cy="192938"/>
          </a:xfrm>
          <a:prstGeom prst="rect">
            <a:avLst/>
          </a:prstGeom>
          <a:noFill/>
        </p:spPr>
        <p:txBody>
          <a:bodyPr wrap="square" lIns="0" tIns="0" rIns="0" bIns="0" anchor="t">
            <a:spAutoFit/>
          </a:bodyPr>
          <a:lstStyle/>
          <a:p>
            <a:pPr>
              <a:lnSpc>
                <a:spcPct val="125000"/>
              </a:lnSpc>
            </a:pPr>
            <a:r>
              <a:rPr sz="1100" dirty="0">
                <a:solidFill>
                  <a:srgbClr val="5B4E44"/>
                </a:solidFill>
                <a:latin typeface="Pretendard"/>
                <a:ea typeface="Pretendard"/>
                <a:cs typeface="Pretendard"/>
              </a:rPr>
              <a:t>흰 </a:t>
            </a:r>
            <a:r>
              <a:rPr sz="1100" dirty="0" err="1">
                <a:solidFill>
                  <a:srgbClr val="5B4E44"/>
                </a:solidFill>
                <a:latin typeface="Pretendard"/>
                <a:ea typeface="Pretendard"/>
                <a:cs typeface="Pretendard"/>
              </a:rPr>
              <a:t>바탕</a:t>
            </a:r>
            <a:r>
              <a:rPr sz="1100" dirty="0">
                <a:solidFill>
                  <a:srgbClr val="5B4E44"/>
                </a:solidFill>
                <a:latin typeface="Pretendard"/>
                <a:ea typeface="Pretendard"/>
                <a:cs typeface="Pretendard"/>
              </a:rPr>
              <a:t> 위 빵 1개를 </a:t>
            </a:r>
            <a:r>
              <a:rPr sz="1100" dirty="0" err="1">
                <a:solidFill>
                  <a:srgbClr val="5B4E44"/>
                </a:solidFill>
                <a:latin typeface="Pretendard"/>
                <a:ea typeface="Pretendard"/>
                <a:cs typeface="Pretendard"/>
              </a:rPr>
              <a:t>자동</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검출</a:t>
            </a:r>
            <a:r>
              <a:rPr sz="1100" dirty="0">
                <a:solidFill>
                  <a:srgbClr val="5B4E44"/>
                </a:solidFill>
                <a:latin typeface="Pretendard"/>
                <a:ea typeface="Pretendard"/>
                <a:cs typeface="Pretendard"/>
              </a:rPr>
              <a:t> · </a:t>
            </a:r>
            <a:r>
              <a:rPr sz="1100" dirty="0" err="1">
                <a:solidFill>
                  <a:srgbClr val="5B4E44"/>
                </a:solidFill>
                <a:latin typeface="Pretendard"/>
                <a:ea typeface="Pretendard"/>
                <a:cs typeface="Pretendard"/>
              </a:rPr>
              <a:t>박스가</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없으면</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저장하지</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않음</a:t>
            </a:r>
            <a:endParaRPr sz="1100" dirty="0">
              <a:solidFill>
                <a:srgbClr val="5B4E44"/>
              </a:solidFill>
              <a:latin typeface="Pretendard"/>
              <a:ea typeface="Pretendard"/>
              <a:cs typeface="Pretendard"/>
            </a:endParaRPr>
          </a:p>
        </p:txBody>
      </p:sp>
      <p:sp>
        <p:nvSpPr>
          <p:cNvPr id="11" name="Oval 10"/>
          <p:cNvSpPr/>
          <p:nvPr/>
        </p:nvSpPr>
        <p:spPr>
          <a:xfrm>
            <a:off x="7437120" y="2907792"/>
            <a:ext cx="316992" cy="316992"/>
          </a:xfrm>
          <a:prstGeom prst="ellipse">
            <a:avLst/>
          </a:prstGeom>
          <a:solidFill>
            <a:srgbClr val="F8E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2" name="TextBox 11"/>
          <p:cNvSpPr txBox="1"/>
          <p:nvPr/>
        </p:nvSpPr>
        <p:spPr>
          <a:xfrm>
            <a:off x="7437120" y="2989344"/>
            <a:ext cx="316992" cy="153888"/>
          </a:xfrm>
          <a:prstGeom prst="rect">
            <a:avLst/>
          </a:prstGeom>
          <a:noFill/>
        </p:spPr>
        <p:txBody>
          <a:bodyPr wrap="square" lIns="0" tIns="0" rIns="0" bIns="0" anchor="ctr">
            <a:spAutoFit/>
          </a:bodyPr>
          <a:lstStyle/>
          <a:p>
            <a:pPr algn="ctr"/>
            <a:r>
              <a:rPr sz="1000" b="1">
                <a:solidFill>
                  <a:srgbClr val="C8641E"/>
                </a:solidFill>
                <a:latin typeface="Pretendard"/>
                <a:ea typeface="Pretendard"/>
                <a:cs typeface="Pretendard"/>
              </a:rPr>
              <a:t>2</a:t>
            </a:r>
          </a:p>
        </p:txBody>
      </p:sp>
      <p:sp>
        <p:nvSpPr>
          <p:cNvPr id="13" name="TextBox 12"/>
          <p:cNvSpPr txBox="1"/>
          <p:nvPr/>
        </p:nvSpPr>
        <p:spPr>
          <a:xfrm>
            <a:off x="7894320" y="2919984"/>
            <a:ext cx="3688080" cy="237437"/>
          </a:xfrm>
          <a:prstGeom prst="rect">
            <a:avLst/>
          </a:prstGeom>
          <a:noFill/>
        </p:spPr>
        <p:txBody>
          <a:bodyPr wrap="square" lIns="0" tIns="0" rIns="0" bIns="0" anchor="t">
            <a:spAutoFit/>
          </a:bodyPr>
          <a:lstStyle/>
          <a:p>
            <a:pPr>
              <a:lnSpc>
                <a:spcPct val="120000"/>
              </a:lnSpc>
            </a:pPr>
            <a:r>
              <a:rPr sz="1400" b="1">
                <a:solidFill>
                  <a:srgbClr val="2A1F17"/>
                </a:solidFill>
                <a:latin typeface="Pretendard"/>
                <a:ea typeface="Pretendard"/>
                <a:cs typeface="Pretendard"/>
              </a:rPr>
              <a:t>목표 촬영 수 설정</a:t>
            </a:r>
          </a:p>
        </p:txBody>
      </p:sp>
      <p:sp>
        <p:nvSpPr>
          <p:cNvPr id="14" name="TextBox 13"/>
          <p:cNvSpPr txBox="1"/>
          <p:nvPr/>
        </p:nvSpPr>
        <p:spPr>
          <a:xfrm>
            <a:off x="7894320" y="3194304"/>
            <a:ext cx="3688080" cy="192938"/>
          </a:xfrm>
          <a:prstGeom prst="rect">
            <a:avLst/>
          </a:prstGeom>
          <a:noFill/>
        </p:spPr>
        <p:txBody>
          <a:bodyPr wrap="square" lIns="0" tIns="0" rIns="0" bIns="0" anchor="t">
            <a:spAutoFit/>
          </a:bodyPr>
          <a:lstStyle/>
          <a:p>
            <a:pPr>
              <a:lnSpc>
                <a:spcPct val="125000"/>
              </a:lnSpc>
            </a:pPr>
            <a:r>
              <a:rPr sz="1100">
                <a:solidFill>
                  <a:srgbClr val="5B4E44"/>
                </a:solidFill>
                <a:latin typeface="Pretendard"/>
                <a:ea typeface="Pretendard"/>
                <a:cs typeface="Pretendard"/>
              </a:rPr>
              <a:t>기본 200장</a:t>
            </a:r>
          </a:p>
        </p:txBody>
      </p:sp>
      <p:sp>
        <p:nvSpPr>
          <p:cNvPr id="15" name="Oval 14"/>
          <p:cNvSpPr/>
          <p:nvPr/>
        </p:nvSpPr>
        <p:spPr>
          <a:xfrm>
            <a:off x="7437120" y="3956304"/>
            <a:ext cx="316992" cy="316992"/>
          </a:xfrm>
          <a:prstGeom prst="ellipse">
            <a:avLst/>
          </a:prstGeom>
          <a:solidFill>
            <a:srgbClr val="F8E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6" name="TextBox 15"/>
          <p:cNvSpPr txBox="1"/>
          <p:nvPr/>
        </p:nvSpPr>
        <p:spPr>
          <a:xfrm>
            <a:off x="7437120" y="4037856"/>
            <a:ext cx="316992" cy="153888"/>
          </a:xfrm>
          <a:prstGeom prst="rect">
            <a:avLst/>
          </a:prstGeom>
          <a:noFill/>
        </p:spPr>
        <p:txBody>
          <a:bodyPr wrap="square" lIns="0" tIns="0" rIns="0" bIns="0" anchor="ctr">
            <a:spAutoFit/>
          </a:bodyPr>
          <a:lstStyle/>
          <a:p>
            <a:pPr algn="ctr"/>
            <a:r>
              <a:rPr sz="1000" b="1">
                <a:solidFill>
                  <a:srgbClr val="C8641E"/>
                </a:solidFill>
                <a:latin typeface="Pretendard"/>
                <a:ea typeface="Pretendard"/>
                <a:cs typeface="Pretendard"/>
              </a:rPr>
              <a:t>3</a:t>
            </a:r>
          </a:p>
        </p:txBody>
      </p:sp>
      <p:sp>
        <p:nvSpPr>
          <p:cNvPr id="17" name="TextBox 16"/>
          <p:cNvSpPr txBox="1"/>
          <p:nvPr/>
        </p:nvSpPr>
        <p:spPr>
          <a:xfrm>
            <a:off x="7894320" y="3968496"/>
            <a:ext cx="3688080" cy="237437"/>
          </a:xfrm>
          <a:prstGeom prst="rect">
            <a:avLst/>
          </a:prstGeom>
          <a:noFill/>
        </p:spPr>
        <p:txBody>
          <a:bodyPr wrap="square" lIns="0" tIns="0" rIns="0" bIns="0" anchor="t">
            <a:spAutoFit/>
          </a:bodyPr>
          <a:lstStyle/>
          <a:p>
            <a:pPr>
              <a:lnSpc>
                <a:spcPct val="120000"/>
              </a:lnSpc>
            </a:pPr>
            <a:r>
              <a:rPr sz="1400" b="1">
                <a:solidFill>
                  <a:srgbClr val="2A1F17"/>
                </a:solidFill>
                <a:latin typeface="Pretendard"/>
                <a:ea typeface="Pretendard"/>
                <a:cs typeface="Pretendard"/>
              </a:rPr>
              <a:t>모터 자동 회전 촬영</a:t>
            </a:r>
          </a:p>
        </p:txBody>
      </p:sp>
      <p:sp>
        <p:nvSpPr>
          <p:cNvPr id="18" name="TextBox 17"/>
          <p:cNvSpPr txBox="1"/>
          <p:nvPr/>
        </p:nvSpPr>
        <p:spPr>
          <a:xfrm>
            <a:off x="7894320" y="4242816"/>
            <a:ext cx="3688080" cy="192938"/>
          </a:xfrm>
          <a:prstGeom prst="rect">
            <a:avLst/>
          </a:prstGeom>
          <a:noFill/>
        </p:spPr>
        <p:txBody>
          <a:bodyPr wrap="square" lIns="0" tIns="0" rIns="0" bIns="0" anchor="t">
            <a:spAutoFit/>
          </a:bodyPr>
          <a:lstStyle/>
          <a:p>
            <a:pPr>
              <a:lnSpc>
                <a:spcPct val="125000"/>
              </a:lnSpc>
            </a:pPr>
            <a:r>
              <a:rPr sz="1100">
                <a:solidFill>
                  <a:srgbClr val="5B4E44"/>
                </a:solidFill>
                <a:latin typeface="Pretendard"/>
                <a:ea typeface="Pretendard"/>
                <a:cs typeface="Pretendard"/>
              </a:rPr>
              <a:t>촬영 중 카메라를 조금씩 회전 (200장 기준 1회 1.8°, 왕복)</a:t>
            </a:r>
          </a:p>
        </p:txBody>
      </p:sp>
      <p:sp>
        <p:nvSpPr>
          <p:cNvPr id="19" name="Oval 18"/>
          <p:cNvSpPr/>
          <p:nvPr/>
        </p:nvSpPr>
        <p:spPr>
          <a:xfrm>
            <a:off x="7437120" y="5004816"/>
            <a:ext cx="316992" cy="316992"/>
          </a:xfrm>
          <a:prstGeom prst="ellipse">
            <a:avLst/>
          </a:prstGeom>
          <a:solidFill>
            <a:srgbClr val="F8E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0" name="TextBox 19"/>
          <p:cNvSpPr txBox="1"/>
          <p:nvPr/>
        </p:nvSpPr>
        <p:spPr>
          <a:xfrm>
            <a:off x="7437120" y="5086368"/>
            <a:ext cx="316992" cy="153888"/>
          </a:xfrm>
          <a:prstGeom prst="rect">
            <a:avLst/>
          </a:prstGeom>
          <a:noFill/>
        </p:spPr>
        <p:txBody>
          <a:bodyPr wrap="square" lIns="0" tIns="0" rIns="0" bIns="0" anchor="ctr">
            <a:spAutoFit/>
          </a:bodyPr>
          <a:lstStyle/>
          <a:p>
            <a:pPr algn="ctr"/>
            <a:r>
              <a:rPr sz="1000" b="1">
                <a:solidFill>
                  <a:srgbClr val="C8641E"/>
                </a:solidFill>
                <a:latin typeface="Pretendard"/>
                <a:ea typeface="Pretendard"/>
                <a:cs typeface="Pretendard"/>
              </a:rPr>
              <a:t>4</a:t>
            </a:r>
          </a:p>
        </p:txBody>
      </p:sp>
      <p:sp>
        <p:nvSpPr>
          <p:cNvPr id="21" name="TextBox 20"/>
          <p:cNvSpPr txBox="1"/>
          <p:nvPr/>
        </p:nvSpPr>
        <p:spPr>
          <a:xfrm>
            <a:off x="7894320" y="5017008"/>
            <a:ext cx="3688080" cy="237437"/>
          </a:xfrm>
          <a:prstGeom prst="rect">
            <a:avLst/>
          </a:prstGeom>
          <a:noFill/>
        </p:spPr>
        <p:txBody>
          <a:bodyPr wrap="square" lIns="0" tIns="0" rIns="0" bIns="0" anchor="t">
            <a:spAutoFit/>
          </a:bodyPr>
          <a:lstStyle/>
          <a:p>
            <a:pPr>
              <a:lnSpc>
                <a:spcPct val="120000"/>
              </a:lnSpc>
            </a:pPr>
            <a:r>
              <a:rPr sz="1400" b="1">
                <a:solidFill>
                  <a:srgbClr val="2A1F17"/>
                </a:solidFill>
                <a:latin typeface="Pretendard"/>
                <a:ea typeface="Pretendard"/>
                <a:cs typeface="Pretendard"/>
              </a:rPr>
              <a:t>학습용 ZIP 내보내기</a:t>
            </a:r>
          </a:p>
        </p:txBody>
      </p:sp>
      <p:sp>
        <p:nvSpPr>
          <p:cNvPr id="22" name="TextBox 21"/>
          <p:cNvSpPr txBox="1"/>
          <p:nvPr/>
        </p:nvSpPr>
        <p:spPr>
          <a:xfrm>
            <a:off x="7894320" y="5291328"/>
            <a:ext cx="3688080" cy="192938"/>
          </a:xfrm>
          <a:prstGeom prst="rect">
            <a:avLst/>
          </a:prstGeom>
          <a:noFill/>
        </p:spPr>
        <p:txBody>
          <a:bodyPr wrap="square" lIns="0" tIns="0" rIns="0" bIns="0" anchor="t">
            <a:spAutoFit/>
          </a:bodyPr>
          <a:lstStyle/>
          <a:p>
            <a:pPr>
              <a:lnSpc>
                <a:spcPct val="125000"/>
              </a:lnSpc>
            </a:pPr>
            <a:r>
              <a:rPr sz="1100">
                <a:solidFill>
                  <a:srgbClr val="5B4E44"/>
                </a:solidFill>
                <a:latin typeface="Pretendard"/>
                <a:ea typeface="Pretendard"/>
                <a:cs typeface="Pretendard"/>
              </a:rPr>
              <a:t>수집한 이미지·라벨을 Jetson으로 자동 전송</a:t>
            </a:r>
          </a:p>
        </p:txBody>
      </p:sp>
      <p:sp>
        <p:nvSpPr>
          <p:cNvPr id="23" name="TextBox 22"/>
          <p:cNvSpPr txBox="1"/>
          <p:nvPr/>
        </p:nvSpPr>
        <p:spPr>
          <a:xfrm>
            <a:off x="609600" y="6473952"/>
            <a:ext cx="3657600" cy="130100"/>
          </a:xfrm>
          <a:prstGeom prst="rect">
            <a:avLst/>
          </a:prstGeom>
          <a:noFill/>
        </p:spPr>
        <p:txBody>
          <a:bodyPr wrap="square" lIns="0" tIns="0" rIns="0" bIns="0" anchor="t">
            <a:spAutoFit/>
          </a:bodyPr>
          <a:lstStyle/>
          <a:p>
            <a:pPr>
              <a:lnSpc>
                <a:spcPct val="120000"/>
              </a:lnSpc>
            </a:pPr>
            <a:r>
              <a:rPr sz="767">
                <a:solidFill>
                  <a:srgbClr val="8C8078"/>
                </a:solidFill>
                <a:latin typeface="Pretendard Medium"/>
                <a:ea typeface="Pretendard Medium"/>
                <a:cs typeface="Pretendard Medium"/>
              </a:rPr>
              <a:t>BreadVision · 6조</a:t>
            </a:r>
          </a:p>
        </p:txBody>
      </p:sp>
      <p:sp>
        <p:nvSpPr>
          <p:cNvPr id="24" name="TextBox 23"/>
          <p:cNvSpPr txBox="1"/>
          <p:nvPr/>
        </p:nvSpPr>
        <p:spPr>
          <a:xfrm>
            <a:off x="9144000" y="6473952"/>
            <a:ext cx="2438400" cy="141642"/>
          </a:xfrm>
          <a:prstGeom prst="rect">
            <a:avLst/>
          </a:prstGeom>
          <a:noFill/>
        </p:spPr>
        <p:txBody>
          <a:bodyPr wrap="square" lIns="0" tIns="0" rIns="0" bIns="0" anchor="t">
            <a:spAutoFit/>
          </a:bodyPr>
          <a:lstStyle/>
          <a:p>
            <a:pPr algn="r">
              <a:lnSpc>
                <a:spcPct val="120000"/>
              </a:lnSpc>
            </a:pPr>
            <a:r>
              <a:rPr sz="767" dirty="0">
                <a:solidFill>
                  <a:srgbClr val="8C8078"/>
                </a:solidFill>
                <a:latin typeface="Pretendard Medium"/>
                <a:ea typeface="Pretendard Medium"/>
                <a:cs typeface="Pretendard Medium"/>
              </a:rPr>
              <a:t>08 / </a:t>
            </a:r>
            <a:r>
              <a:rPr lang="en-US" altLang="ko-KR" sz="767" dirty="0" smtClean="0">
                <a:solidFill>
                  <a:srgbClr val="8C8078"/>
                </a:solidFill>
                <a:latin typeface="Pretendard Medium"/>
                <a:ea typeface="Pretendard Medium"/>
                <a:cs typeface="Pretendard Medium"/>
              </a:rPr>
              <a:t>36</a:t>
            </a:r>
            <a:endParaRPr sz="767" dirty="0">
              <a:solidFill>
                <a:srgbClr val="8C8078"/>
              </a:solidFill>
              <a:latin typeface="Pretendard Medium"/>
              <a:ea typeface="Pretendard Medium"/>
              <a:cs typeface="Pretendard Medium"/>
            </a:endParaRPr>
          </a:p>
        </p:txBody>
      </p:sp>
      <p:grpSp>
        <p:nvGrpSpPr>
          <p:cNvPr id="37" name="그룹 36"/>
          <p:cNvGrpSpPr/>
          <p:nvPr/>
        </p:nvGrpSpPr>
        <p:grpSpPr>
          <a:xfrm>
            <a:off x="2031591" y="3925241"/>
            <a:ext cx="225229" cy="225229"/>
            <a:chOff x="1540180" y="2708862"/>
            <a:chExt cx="225229" cy="225229"/>
          </a:xfrm>
        </p:grpSpPr>
        <p:sp>
          <p:nvSpPr>
            <p:cNvPr id="38" name="Oval 6">
              <a:extLst>
                <a:ext uri="{FF2B5EF4-FFF2-40B4-BE49-F238E27FC236}">
                  <a16:creationId xmlns:a16="http://schemas.microsoft.com/office/drawing/2014/main" id="{D8D30736-6D8C-F449-457F-F6D5E030DEAB}"/>
                </a:ext>
              </a:extLst>
            </p:cNvPr>
            <p:cNvSpPr/>
            <p:nvPr/>
          </p:nvSpPr>
          <p:spPr>
            <a:xfrm>
              <a:off x="1540180" y="2708862"/>
              <a:ext cx="225229" cy="225229"/>
            </a:xfrm>
            <a:prstGeom prst="ellipse">
              <a:avLst/>
            </a:prstGeom>
            <a:solidFill>
              <a:srgbClr val="FFFBF4"/>
            </a:solidFill>
            <a:ln w="38100">
              <a:solidFill>
                <a:srgbClr val="C864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39" name="TextBox 38">
              <a:extLst>
                <a:ext uri="{FF2B5EF4-FFF2-40B4-BE49-F238E27FC236}">
                  <a16:creationId xmlns:a16="http://schemas.microsoft.com/office/drawing/2014/main" id="{C1C17418-FA99-70DD-0ABE-BF6FBB67ED97}"/>
                </a:ext>
              </a:extLst>
            </p:cNvPr>
            <p:cNvSpPr txBox="1"/>
            <p:nvPr/>
          </p:nvSpPr>
          <p:spPr>
            <a:xfrm>
              <a:off x="1540180" y="2766806"/>
              <a:ext cx="225229" cy="109340"/>
            </a:xfrm>
            <a:prstGeom prst="rect">
              <a:avLst/>
            </a:prstGeom>
            <a:noFill/>
          </p:spPr>
          <p:txBody>
            <a:bodyPr wrap="square" lIns="0" tIns="0" rIns="0" bIns="0" anchor="ctr">
              <a:spAutoFit/>
            </a:bodyPr>
            <a:lstStyle/>
            <a:p>
              <a:pPr algn="ctr"/>
              <a:r>
                <a:rPr sz="1000" b="1" dirty="0">
                  <a:solidFill>
                    <a:srgbClr val="C8641E"/>
                  </a:solidFill>
                  <a:latin typeface="Pretendard"/>
                  <a:ea typeface="Pretendard"/>
                  <a:cs typeface="Pretendard"/>
                </a:rPr>
                <a:t>1</a:t>
              </a:r>
            </a:p>
          </p:txBody>
        </p:sp>
      </p:grpSp>
      <p:grpSp>
        <p:nvGrpSpPr>
          <p:cNvPr id="40" name="그룹 39"/>
          <p:cNvGrpSpPr/>
          <p:nvPr/>
        </p:nvGrpSpPr>
        <p:grpSpPr>
          <a:xfrm>
            <a:off x="4562692" y="2680246"/>
            <a:ext cx="225229" cy="225229"/>
            <a:chOff x="2703382" y="3971122"/>
            <a:chExt cx="225229" cy="225229"/>
          </a:xfrm>
        </p:grpSpPr>
        <p:sp>
          <p:nvSpPr>
            <p:cNvPr id="41" name="Oval 10">
              <a:extLst>
                <a:ext uri="{FF2B5EF4-FFF2-40B4-BE49-F238E27FC236}">
                  <a16:creationId xmlns:a16="http://schemas.microsoft.com/office/drawing/2014/main" id="{3FFF5C0B-78F3-8C53-EB64-30D617211268}"/>
                </a:ext>
              </a:extLst>
            </p:cNvPr>
            <p:cNvSpPr/>
            <p:nvPr/>
          </p:nvSpPr>
          <p:spPr>
            <a:xfrm>
              <a:off x="2703382" y="3971122"/>
              <a:ext cx="225229" cy="225229"/>
            </a:xfrm>
            <a:prstGeom prst="ellipse">
              <a:avLst/>
            </a:prstGeom>
            <a:solidFill>
              <a:srgbClr val="FFFBF4"/>
            </a:solidFill>
            <a:ln w="38100">
              <a:solidFill>
                <a:srgbClr val="C864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42" name="TextBox 41">
              <a:extLst>
                <a:ext uri="{FF2B5EF4-FFF2-40B4-BE49-F238E27FC236}">
                  <a16:creationId xmlns:a16="http://schemas.microsoft.com/office/drawing/2014/main" id="{2F4A0D1A-CE26-2FBE-6BE2-2ED68F0C9D3D}"/>
                </a:ext>
              </a:extLst>
            </p:cNvPr>
            <p:cNvSpPr txBox="1"/>
            <p:nvPr/>
          </p:nvSpPr>
          <p:spPr>
            <a:xfrm>
              <a:off x="2703382" y="4029066"/>
              <a:ext cx="225229" cy="109340"/>
            </a:xfrm>
            <a:prstGeom prst="rect">
              <a:avLst/>
            </a:prstGeom>
            <a:noFill/>
          </p:spPr>
          <p:txBody>
            <a:bodyPr wrap="square" lIns="0" tIns="0" rIns="0" bIns="0" anchor="ctr">
              <a:spAutoFit/>
            </a:bodyPr>
            <a:lstStyle/>
            <a:p>
              <a:pPr algn="ctr"/>
              <a:r>
                <a:rPr sz="1000" b="1" dirty="0">
                  <a:solidFill>
                    <a:srgbClr val="C8641E"/>
                  </a:solidFill>
                  <a:latin typeface="Pretendard"/>
                  <a:ea typeface="Pretendard"/>
                  <a:cs typeface="Pretendard"/>
                </a:rPr>
                <a:t>2</a:t>
              </a:r>
            </a:p>
          </p:txBody>
        </p:sp>
      </p:grpSp>
      <p:grpSp>
        <p:nvGrpSpPr>
          <p:cNvPr id="43" name="그룹 42"/>
          <p:cNvGrpSpPr/>
          <p:nvPr/>
        </p:nvGrpSpPr>
        <p:grpSpPr>
          <a:xfrm>
            <a:off x="4562692" y="3328168"/>
            <a:ext cx="225229" cy="225229"/>
            <a:chOff x="4404198" y="3397527"/>
            <a:chExt cx="225229" cy="225229"/>
          </a:xfrm>
        </p:grpSpPr>
        <p:sp>
          <p:nvSpPr>
            <p:cNvPr id="44" name="Oval 14">
              <a:extLst>
                <a:ext uri="{FF2B5EF4-FFF2-40B4-BE49-F238E27FC236}">
                  <a16:creationId xmlns:a16="http://schemas.microsoft.com/office/drawing/2014/main" id="{212E7B1C-D5EE-421F-8603-1AEEC11275BB}"/>
                </a:ext>
              </a:extLst>
            </p:cNvPr>
            <p:cNvSpPr/>
            <p:nvPr/>
          </p:nvSpPr>
          <p:spPr>
            <a:xfrm>
              <a:off x="4404198" y="3397527"/>
              <a:ext cx="225229" cy="225229"/>
            </a:xfrm>
            <a:prstGeom prst="ellipse">
              <a:avLst/>
            </a:prstGeom>
            <a:solidFill>
              <a:srgbClr val="FFFBF4"/>
            </a:solidFill>
            <a:ln w="38100">
              <a:solidFill>
                <a:srgbClr val="C864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45" name="TextBox 44">
              <a:extLst>
                <a:ext uri="{FF2B5EF4-FFF2-40B4-BE49-F238E27FC236}">
                  <a16:creationId xmlns:a16="http://schemas.microsoft.com/office/drawing/2014/main" id="{0C9C2D55-92E5-4AB1-9169-D6B51E120123}"/>
                </a:ext>
              </a:extLst>
            </p:cNvPr>
            <p:cNvSpPr txBox="1"/>
            <p:nvPr/>
          </p:nvSpPr>
          <p:spPr>
            <a:xfrm>
              <a:off x="4404198" y="3455471"/>
              <a:ext cx="225229" cy="109340"/>
            </a:xfrm>
            <a:prstGeom prst="rect">
              <a:avLst/>
            </a:prstGeom>
            <a:noFill/>
          </p:spPr>
          <p:txBody>
            <a:bodyPr wrap="square" lIns="0" tIns="0" rIns="0" bIns="0" anchor="ctr">
              <a:spAutoFit/>
            </a:bodyPr>
            <a:lstStyle/>
            <a:p>
              <a:pPr algn="ctr"/>
              <a:r>
                <a:rPr sz="1000" b="1" dirty="0">
                  <a:solidFill>
                    <a:srgbClr val="C8641E"/>
                  </a:solidFill>
                  <a:latin typeface="Pretendard"/>
                  <a:ea typeface="Pretendard"/>
                  <a:cs typeface="Pretendard"/>
                </a:rPr>
                <a:t>3</a:t>
              </a:r>
            </a:p>
          </p:txBody>
        </p:sp>
      </p:grpSp>
      <p:grpSp>
        <p:nvGrpSpPr>
          <p:cNvPr id="46" name="그룹 45"/>
          <p:cNvGrpSpPr/>
          <p:nvPr/>
        </p:nvGrpSpPr>
        <p:grpSpPr>
          <a:xfrm>
            <a:off x="4562692" y="4425895"/>
            <a:ext cx="225229" cy="225229"/>
            <a:chOff x="4108704" y="5670754"/>
            <a:chExt cx="225229" cy="225229"/>
          </a:xfrm>
        </p:grpSpPr>
        <p:sp>
          <p:nvSpPr>
            <p:cNvPr id="47" name="Oval 18">
              <a:extLst>
                <a:ext uri="{FF2B5EF4-FFF2-40B4-BE49-F238E27FC236}">
                  <a16:creationId xmlns:a16="http://schemas.microsoft.com/office/drawing/2014/main" id="{EA8EEA11-654F-A182-DD71-5BA7E1FC5D3B}"/>
                </a:ext>
              </a:extLst>
            </p:cNvPr>
            <p:cNvSpPr/>
            <p:nvPr/>
          </p:nvSpPr>
          <p:spPr>
            <a:xfrm>
              <a:off x="4108704" y="5670754"/>
              <a:ext cx="225229" cy="225229"/>
            </a:xfrm>
            <a:prstGeom prst="ellipse">
              <a:avLst/>
            </a:prstGeom>
            <a:solidFill>
              <a:srgbClr val="FFFBF4"/>
            </a:solidFill>
            <a:ln w="38100">
              <a:solidFill>
                <a:srgbClr val="C864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48" name="TextBox 47">
              <a:extLst>
                <a:ext uri="{FF2B5EF4-FFF2-40B4-BE49-F238E27FC236}">
                  <a16:creationId xmlns:a16="http://schemas.microsoft.com/office/drawing/2014/main" id="{32E7D9C5-CE98-10A3-9C54-1033CB2A4713}"/>
                </a:ext>
              </a:extLst>
            </p:cNvPr>
            <p:cNvSpPr txBox="1"/>
            <p:nvPr/>
          </p:nvSpPr>
          <p:spPr>
            <a:xfrm>
              <a:off x="4108704" y="5728698"/>
              <a:ext cx="225229" cy="109340"/>
            </a:xfrm>
            <a:prstGeom prst="rect">
              <a:avLst/>
            </a:prstGeom>
            <a:noFill/>
          </p:spPr>
          <p:txBody>
            <a:bodyPr wrap="square" lIns="0" tIns="0" rIns="0" bIns="0" anchor="ctr">
              <a:spAutoFit/>
            </a:bodyPr>
            <a:lstStyle/>
            <a:p>
              <a:pPr algn="ctr"/>
              <a:r>
                <a:rPr sz="1000" b="1" dirty="0">
                  <a:solidFill>
                    <a:srgbClr val="C8641E"/>
                  </a:solidFill>
                  <a:latin typeface="Pretendard"/>
                  <a:ea typeface="Pretendard"/>
                  <a:cs typeface="Pretendard"/>
                </a:rPr>
                <a:t>4</a:t>
              </a:r>
            </a:p>
          </p:txBody>
        </p:sp>
      </p:gr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438912"/>
            <a:ext cx="10972800" cy="147028"/>
          </a:xfrm>
          <a:prstGeom prst="rect">
            <a:avLst/>
          </a:prstGeom>
          <a:noFill/>
        </p:spPr>
        <p:txBody>
          <a:bodyPr wrap="square" lIns="0" tIns="0" rIns="0" bIns="0" anchor="t">
            <a:spAutoFit/>
          </a:bodyPr>
          <a:lstStyle/>
          <a:p>
            <a:pPr>
              <a:lnSpc>
                <a:spcPct val="120000"/>
              </a:lnSpc>
            </a:pPr>
            <a:r>
              <a:rPr sz="867" spc="33">
                <a:solidFill>
                  <a:srgbClr val="C8641E"/>
                </a:solidFill>
                <a:latin typeface="Pretendard SemiBold"/>
                <a:ea typeface="Pretendard SemiBold"/>
                <a:cs typeface="Pretendard SemiBold"/>
              </a:rPr>
              <a:t>02  개발 목표 및 개발 결과</a:t>
            </a:r>
          </a:p>
        </p:txBody>
      </p:sp>
      <p:sp>
        <p:nvSpPr>
          <p:cNvPr id="3" name="TextBox 2"/>
          <p:cNvSpPr txBox="1"/>
          <p:nvPr/>
        </p:nvSpPr>
        <p:spPr>
          <a:xfrm>
            <a:off x="609600" y="621792"/>
            <a:ext cx="10972800" cy="389787"/>
          </a:xfrm>
          <a:prstGeom prst="rect">
            <a:avLst/>
          </a:prstGeom>
          <a:noFill/>
        </p:spPr>
        <p:txBody>
          <a:bodyPr wrap="square" lIns="0" tIns="0" rIns="0" bIns="0" anchor="t">
            <a:spAutoFit/>
          </a:bodyPr>
          <a:lstStyle/>
          <a:p>
            <a:r>
              <a:rPr sz="2533" b="1" spc="-40">
                <a:solidFill>
                  <a:srgbClr val="2A1F17"/>
                </a:solidFill>
                <a:latin typeface="Pretendard"/>
                <a:ea typeface="Pretendard"/>
                <a:cs typeface="Pretendard"/>
              </a:rPr>
              <a:t>POS — 모델 학습·배포 화면</a:t>
            </a:r>
          </a:p>
        </p:txBody>
      </p:sp>
      <p:sp>
        <p:nvSpPr>
          <p:cNvPr id="4" name="TextBox 3"/>
          <p:cNvSpPr txBox="1"/>
          <p:nvPr/>
        </p:nvSpPr>
        <p:spPr>
          <a:xfrm>
            <a:off x="609600" y="1158240"/>
            <a:ext cx="10972800" cy="184666"/>
          </a:xfrm>
          <a:prstGeom prst="rect">
            <a:avLst/>
          </a:prstGeom>
          <a:noFill/>
        </p:spPr>
        <p:txBody>
          <a:bodyPr wrap="square" lIns="0" tIns="0" rIns="0" bIns="0" anchor="t">
            <a:spAutoFit/>
          </a:bodyPr>
          <a:lstStyle/>
          <a:p>
            <a:r>
              <a:rPr sz="1200">
                <a:solidFill>
                  <a:srgbClr val="8C8078"/>
                </a:solidFill>
                <a:latin typeface="Pretendard Medium"/>
                <a:ea typeface="Pretendard Medium"/>
                <a:cs typeface="Pretendard Medium"/>
              </a:rPr>
              <a:t>기존 12종 데이터 + 신규 데이터 병합 → Jetson 전이학습 → TensorRT 엔진 적용</a:t>
            </a:r>
          </a:p>
        </p:txBody>
      </p:sp>
      <p:sp>
        <p:nvSpPr>
          <p:cNvPr id="5" name="Rounded Rectangle 4"/>
          <p:cNvSpPr/>
          <p:nvPr/>
        </p:nvSpPr>
        <p:spPr>
          <a:xfrm>
            <a:off x="609600" y="1706880"/>
            <a:ext cx="6461760" cy="4450080"/>
          </a:xfrm>
          <a:prstGeom prst="roundRect">
            <a:avLst>
              <a:gd name="adj" fmla="val 2465"/>
            </a:avLst>
          </a:prstGeom>
          <a:solidFill>
            <a:srgbClr val="F4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pic>
        <p:nvPicPr>
          <p:cNvPr id="6" name="Picture 5" descr="s09_Group7_0.png"/>
          <p:cNvPicPr>
            <a:picLocks noChangeAspect="1"/>
          </p:cNvPicPr>
          <p:nvPr/>
        </p:nvPicPr>
        <p:blipFill>
          <a:blip r:embed="rId3"/>
          <a:stretch>
            <a:fillRect/>
          </a:stretch>
        </p:blipFill>
        <p:spPr>
          <a:xfrm>
            <a:off x="1550395" y="1889760"/>
            <a:ext cx="4580168" cy="4084320"/>
          </a:xfrm>
          <a:prstGeom prst="roundRect">
            <a:avLst>
              <a:gd name="adj" fmla="val 1492"/>
            </a:avLst>
          </a:prstGeom>
          <a:ln w="12700">
            <a:solidFill>
              <a:srgbClr val="E9E1D6"/>
            </a:solidFill>
          </a:ln>
        </p:spPr>
      </p:pic>
      <p:sp>
        <p:nvSpPr>
          <p:cNvPr id="7" name="Oval 6"/>
          <p:cNvSpPr/>
          <p:nvPr/>
        </p:nvSpPr>
        <p:spPr>
          <a:xfrm>
            <a:off x="7437120" y="1859280"/>
            <a:ext cx="316992" cy="316992"/>
          </a:xfrm>
          <a:prstGeom prst="ellipse">
            <a:avLst/>
          </a:prstGeom>
          <a:solidFill>
            <a:srgbClr val="F8E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8" name="TextBox 7"/>
          <p:cNvSpPr txBox="1"/>
          <p:nvPr/>
        </p:nvSpPr>
        <p:spPr>
          <a:xfrm>
            <a:off x="7437120" y="1940832"/>
            <a:ext cx="316992" cy="153888"/>
          </a:xfrm>
          <a:prstGeom prst="rect">
            <a:avLst/>
          </a:prstGeom>
          <a:noFill/>
        </p:spPr>
        <p:txBody>
          <a:bodyPr wrap="square" lIns="0" tIns="0" rIns="0" bIns="0" anchor="ctr">
            <a:spAutoFit/>
          </a:bodyPr>
          <a:lstStyle/>
          <a:p>
            <a:pPr algn="ctr"/>
            <a:r>
              <a:rPr sz="1000" b="1">
                <a:solidFill>
                  <a:srgbClr val="C8641E"/>
                </a:solidFill>
                <a:latin typeface="Pretendard"/>
                <a:ea typeface="Pretendard"/>
                <a:cs typeface="Pretendard"/>
              </a:rPr>
              <a:t>1</a:t>
            </a:r>
          </a:p>
        </p:txBody>
      </p:sp>
      <p:sp>
        <p:nvSpPr>
          <p:cNvPr id="9" name="TextBox 8"/>
          <p:cNvSpPr txBox="1"/>
          <p:nvPr/>
        </p:nvSpPr>
        <p:spPr>
          <a:xfrm>
            <a:off x="7894320" y="1871472"/>
            <a:ext cx="3688080" cy="237437"/>
          </a:xfrm>
          <a:prstGeom prst="rect">
            <a:avLst/>
          </a:prstGeom>
          <a:noFill/>
        </p:spPr>
        <p:txBody>
          <a:bodyPr wrap="square" lIns="0" tIns="0" rIns="0" bIns="0" anchor="t">
            <a:spAutoFit/>
          </a:bodyPr>
          <a:lstStyle/>
          <a:p>
            <a:pPr>
              <a:lnSpc>
                <a:spcPct val="120000"/>
              </a:lnSpc>
            </a:pPr>
            <a:r>
              <a:rPr sz="1400" b="1" dirty="0" err="1">
                <a:solidFill>
                  <a:srgbClr val="2A1F17"/>
                </a:solidFill>
                <a:latin typeface="Pretendard"/>
                <a:ea typeface="Pretendard"/>
                <a:cs typeface="Pretendard"/>
              </a:rPr>
              <a:t>기존</a:t>
            </a:r>
            <a:r>
              <a:rPr sz="1400" b="1" dirty="0">
                <a:solidFill>
                  <a:srgbClr val="2A1F17"/>
                </a:solidFill>
                <a:latin typeface="Pretendard"/>
                <a:ea typeface="Pretendard"/>
                <a:cs typeface="Pretendard"/>
              </a:rPr>
              <a:t> </a:t>
            </a:r>
            <a:r>
              <a:rPr sz="1400" b="1" dirty="0" err="1">
                <a:solidFill>
                  <a:srgbClr val="2A1F17"/>
                </a:solidFill>
                <a:latin typeface="Pretendard"/>
                <a:ea typeface="Pretendard"/>
                <a:cs typeface="Pretendard"/>
              </a:rPr>
              <a:t>가중치</a:t>
            </a:r>
            <a:r>
              <a:rPr sz="1400" b="1" dirty="0">
                <a:solidFill>
                  <a:srgbClr val="2A1F17"/>
                </a:solidFill>
                <a:latin typeface="Pretendard"/>
                <a:ea typeface="Pretendard"/>
                <a:cs typeface="Pretendard"/>
              </a:rPr>
              <a:t> </a:t>
            </a:r>
            <a:r>
              <a:rPr sz="1400" b="1" dirty="0" err="1">
                <a:solidFill>
                  <a:srgbClr val="2A1F17"/>
                </a:solidFill>
                <a:latin typeface="Pretendard"/>
                <a:ea typeface="Pretendard"/>
                <a:cs typeface="Pretendard"/>
              </a:rPr>
              <a:t>선택</a:t>
            </a:r>
            <a:endParaRPr sz="1400" b="1" dirty="0">
              <a:solidFill>
                <a:srgbClr val="2A1F17"/>
              </a:solidFill>
              <a:latin typeface="Pretendard"/>
              <a:ea typeface="Pretendard"/>
              <a:cs typeface="Pretendard"/>
            </a:endParaRPr>
          </a:p>
        </p:txBody>
      </p:sp>
      <p:sp>
        <p:nvSpPr>
          <p:cNvPr id="10" name="TextBox 9"/>
          <p:cNvSpPr txBox="1"/>
          <p:nvPr/>
        </p:nvSpPr>
        <p:spPr>
          <a:xfrm>
            <a:off x="7894320" y="2145792"/>
            <a:ext cx="3688080" cy="192938"/>
          </a:xfrm>
          <a:prstGeom prst="rect">
            <a:avLst/>
          </a:prstGeom>
          <a:noFill/>
        </p:spPr>
        <p:txBody>
          <a:bodyPr wrap="square" lIns="0" tIns="0" rIns="0" bIns="0" anchor="t">
            <a:spAutoFit/>
          </a:bodyPr>
          <a:lstStyle/>
          <a:p>
            <a:pPr>
              <a:lnSpc>
                <a:spcPct val="125000"/>
              </a:lnSpc>
            </a:pPr>
            <a:r>
              <a:rPr sz="1100" dirty="0" err="1">
                <a:solidFill>
                  <a:srgbClr val="5B4E44"/>
                </a:solidFill>
                <a:latin typeface="Pretendard"/>
                <a:ea typeface="Pretendard"/>
                <a:cs typeface="Pretendard"/>
              </a:rPr>
              <a:t>기본값</a:t>
            </a:r>
            <a:r>
              <a:rPr sz="1100" dirty="0">
                <a:solidFill>
                  <a:srgbClr val="5B4E44"/>
                </a:solidFill>
                <a:latin typeface="Pretendard"/>
                <a:ea typeface="Pretendard"/>
                <a:cs typeface="Pretendard"/>
              </a:rPr>
              <a:t> m13_A.pt</a:t>
            </a:r>
          </a:p>
        </p:txBody>
      </p:sp>
      <p:sp>
        <p:nvSpPr>
          <p:cNvPr id="11" name="Oval 10"/>
          <p:cNvSpPr/>
          <p:nvPr/>
        </p:nvSpPr>
        <p:spPr>
          <a:xfrm>
            <a:off x="7437120" y="2907792"/>
            <a:ext cx="316992" cy="316992"/>
          </a:xfrm>
          <a:prstGeom prst="ellipse">
            <a:avLst/>
          </a:prstGeom>
          <a:solidFill>
            <a:srgbClr val="F8E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2" name="TextBox 11"/>
          <p:cNvSpPr txBox="1"/>
          <p:nvPr/>
        </p:nvSpPr>
        <p:spPr>
          <a:xfrm>
            <a:off x="7437120" y="2989344"/>
            <a:ext cx="316992" cy="153888"/>
          </a:xfrm>
          <a:prstGeom prst="rect">
            <a:avLst/>
          </a:prstGeom>
          <a:noFill/>
        </p:spPr>
        <p:txBody>
          <a:bodyPr wrap="square" lIns="0" tIns="0" rIns="0" bIns="0" anchor="ctr">
            <a:spAutoFit/>
          </a:bodyPr>
          <a:lstStyle/>
          <a:p>
            <a:pPr algn="ctr"/>
            <a:r>
              <a:rPr sz="1000" b="1">
                <a:solidFill>
                  <a:srgbClr val="C8641E"/>
                </a:solidFill>
                <a:latin typeface="Pretendard"/>
                <a:ea typeface="Pretendard"/>
                <a:cs typeface="Pretendard"/>
              </a:rPr>
              <a:t>2</a:t>
            </a:r>
          </a:p>
        </p:txBody>
      </p:sp>
      <p:sp>
        <p:nvSpPr>
          <p:cNvPr id="13" name="TextBox 12"/>
          <p:cNvSpPr txBox="1"/>
          <p:nvPr/>
        </p:nvSpPr>
        <p:spPr>
          <a:xfrm>
            <a:off x="7894320" y="2919984"/>
            <a:ext cx="3688080" cy="258532"/>
          </a:xfrm>
          <a:prstGeom prst="rect">
            <a:avLst/>
          </a:prstGeom>
          <a:noFill/>
        </p:spPr>
        <p:txBody>
          <a:bodyPr wrap="square" lIns="0" tIns="0" rIns="0" bIns="0" anchor="t">
            <a:spAutoFit/>
          </a:bodyPr>
          <a:lstStyle/>
          <a:p>
            <a:pPr>
              <a:lnSpc>
                <a:spcPct val="120000"/>
              </a:lnSpc>
            </a:pPr>
            <a:r>
              <a:rPr sz="1400" b="1">
                <a:solidFill>
                  <a:srgbClr val="2A1F17"/>
                </a:solidFill>
                <a:latin typeface="Pretendard"/>
                <a:ea typeface="Pretendard"/>
                <a:cs typeface="Pretendard"/>
              </a:rPr>
              <a:t>데이터 분할 · 병합</a:t>
            </a:r>
          </a:p>
        </p:txBody>
      </p:sp>
      <p:sp>
        <p:nvSpPr>
          <p:cNvPr id="14" name="TextBox 13"/>
          <p:cNvSpPr txBox="1"/>
          <p:nvPr/>
        </p:nvSpPr>
        <p:spPr>
          <a:xfrm>
            <a:off x="7894320" y="3194304"/>
            <a:ext cx="3688080" cy="211596"/>
          </a:xfrm>
          <a:prstGeom prst="rect">
            <a:avLst/>
          </a:prstGeom>
          <a:noFill/>
        </p:spPr>
        <p:txBody>
          <a:bodyPr wrap="square" lIns="0" tIns="0" rIns="0" bIns="0" anchor="t">
            <a:spAutoFit/>
          </a:bodyPr>
          <a:lstStyle/>
          <a:p>
            <a:pPr>
              <a:lnSpc>
                <a:spcPct val="125000"/>
              </a:lnSpc>
            </a:pPr>
            <a:r>
              <a:rPr sz="1100">
                <a:solidFill>
                  <a:srgbClr val="5B4E44"/>
                </a:solidFill>
                <a:latin typeface="Pretendard"/>
                <a:ea typeface="Pretendard"/>
                <a:cs typeface="Pretendard"/>
              </a:rPr>
              <a:t>기존 12종 데이터와 신규 이미지 병합, 합성 이미지 생성</a:t>
            </a:r>
          </a:p>
        </p:txBody>
      </p:sp>
      <p:sp>
        <p:nvSpPr>
          <p:cNvPr id="15" name="Oval 14"/>
          <p:cNvSpPr/>
          <p:nvPr/>
        </p:nvSpPr>
        <p:spPr>
          <a:xfrm>
            <a:off x="7437120" y="3956304"/>
            <a:ext cx="316992" cy="316992"/>
          </a:xfrm>
          <a:prstGeom prst="ellipse">
            <a:avLst/>
          </a:prstGeom>
          <a:solidFill>
            <a:srgbClr val="F8E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6" name="TextBox 15"/>
          <p:cNvSpPr txBox="1"/>
          <p:nvPr/>
        </p:nvSpPr>
        <p:spPr>
          <a:xfrm>
            <a:off x="7437120" y="4037856"/>
            <a:ext cx="316992" cy="153888"/>
          </a:xfrm>
          <a:prstGeom prst="rect">
            <a:avLst/>
          </a:prstGeom>
          <a:noFill/>
        </p:spPr>
        <p:txBody>
          <a:bodyPr wrap="square" lIns="0" tIns="0" rIns="0" bIns="0" anchor="ctr">
            <a:spAutoFit/>
          </a:bodyPr>
          <a:lstStyle/>
          <a:p>
            <a:pPr algn="ctr"/>
            <a:r>
              <a:rPr sz="1000" b="1">
                <a:solidFill>
                  <a:srgbClr val="C8641E"/>
                </a:solidFill>
                <a:latin typeface="Pretendard"/>
                <a:ea typeface="Pretendard"/>
                <a:cs typeface="Pretendard"/>
              </a:rPr>
              <a:t>3</a:t>
            </a:r>
          </a:p>
        </p:txBody>
      </p:sp>
      <p:sp>
        <p:nvSpPr>
          <p:cNvPr id="17" name="TextBox 16"/>
          <p:cNvSpPr txBox="1"/>
          <p:nvPr/>
        </p:nvSpPr>
        <p:spPr>
          <a:xfrm>
            <a:off x="7894320" y="3968496"/>
            <a:ext cx="3688080" cy="237437"/>
          </a:xfrm>
          <a:prstGeom prst="rect">
            <a:avLst/>
          </a:prstGeom>
          <a:noFill/>
        </p:spPr>
        <p:txBody>
          <a:bodyPr wrap="square" lIns="0" tIns="0" rIns="0" bIns="0" anchor="t">
            <a:spAutoFit/>
          </a:bodyPr>
          <a:lstStyle/>
          <a:p>
            <a:pPr>
              <a:lnSpc>
                <a:spcPct val="120000"/>
              </a:lnSpc>
            </a:pPr>
            <a:r>
              <a:rPr sz="1400" b="1">
                <a:solidFill>
                  <a:srgbClr val="2A1F17"/>
                </a:solidFill>
                <a:latin typeface="Pretendard"/>
                <a:ea typeface="Pretendard"/>
                <a:cs typeface="Pretendard"/>
              </a:rPr>
              <a:t>전이학습 시작</a:t>
            </a:r>
          </a:p>
        </p:txBody>
      </p:sp>
      <p:sp>
        <p:nvSpPr>
          <p:cNvPr id="18" name="TextBox 17"/>
          <p:cNvSpPr txBox="1"/>
          <p:nvPr/>
        </p:nvSpPr>
        <p:spPr>
          <a:xfrm>
            <a:off x="7894320" y="4242816"/>
            <a:ext cx="3688080" cy="192938"/>
          </a:xfrm>
          <a:prstGeom prst="rect">
            <a:avLst/>
          </a:prstGeom>
          <a:noFill/>
        </p:spPr>
        <p:txBody>
          <a:bodyPr wrap="square" lIns="0" tIns="0" rIns="0" bIns="0" anchor="t">
            <a:spAutoFit/>
          </a:bodyPr>
          <a:lstStyle/>
          <a:p>
            <a:pPr>
              <a:lnSpc>
                <a:spcPct val="125000"/>
              </a:lnSpc>
            </a:pPr>
            <a:r>
              <a:rPr sz="1100">
                <a:solidFill>
                  <a:srgbClr val="5B4E44"/>
                </a:solidFill>
                <a:latin typeface="Pretendard"/>
                <a:ea typeface="Pretendard"/>
                <a:cs typeface="Pretendard"/>
              </a:rPr>
              <a:t>학습 → ONNX 변환 → TensorRT 엔진 빌드 → 적용 자동 진행</a:t>
            </a:r>
          </a:p>
        </p:txBody>
      </p:sp>
      <p:sp>
        <p:nvSpPr>
          <p:cNvPr id="19" name="Oval 18"/>
          <p:cNvSpPr/>
          <p:nvPr/>
        </p:nvSpPr>
        <p:spPr>
          <a:xfrm>
            <a:off x="7437120" y="5004816"/>
            <a:ext cx="316992" cy="316992"/>
          </a:xfrm>
          <a:prstGeom prst="ellipse">
            <a:avLst/>
          </a:prstGeom>
          <a:solidFill>
            <a:srgbClr val="F8E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0" name="TextBox 19"/>
          <p:cNvSpPr txBox="1"/>
          <p:nvPr/>
        </p:nvSpPr>
        <p:spPr>
          <a:xfrm>
            <a:off x="7437120" y="5086368"/>
            <a:ext cx="316992" cy="153888"/>
          </a:xfrm>
          <a:prstGeom prst="rect">
            <a:avLst/>
          </a:prstGeom>
          <a:noFill/>
        </p:spPr>
        <p:txBody>
          <a:bodyPr wrap="square" lIns="0" tIns="0" rIns="0" bIns="0" anchor="ctr">
            <a:spAutoFit/>
          </a:bodyPr>
          <a:lstStyle/>
          <a:p>
            <a:pPr algn="ctr"/>
            <a:r>
              <a:rPr sz="1000" b="1">
                <a:solidFill>
                  <a:srgbClr val="C8641E"/>
                </a:solidFill>
                <a:latin typeface="Pretendard"/>
                <a:ea typeface="Pretendard"/>
                <a:cs typeface="Pretendard"/>
              </a:rPr>
              <a:t>4</a:t>
            </a:r>
          </a:p>
        </p:txBody>
      </p:sp>
      <p:sp>
        <p:nvSpPr>
          <p:cNvPr id="21" name="TextBox 20"/>
          <p:cNvSpPr txBox="1"/>
          <p:nvPr/>
        </p:nvSpPr>
        <p:spPr>
          <a:xfrm>
            <a:off x="7894320" y="5017008"/>
            <a:ext cx="3688080" cy="237437"/>
          </a:xfrm>
          <a:prstGeom prst="rect">
            <a:avLst/>
          </a:prstGeom>
          <a:noFill/>
        </p:spPr>
        <p:txBody>
          <a:bodyPr wrap="square" lIns="0" tIns="0" rIns="0" bIns="0" anchor="t">
            <a:spAutoFit/>
          </a:bodyPr>
          <a:lstStyle/>
          <a:p>
            <a:pPr>
              <a:lnSpc>
                <a:spcPct val="120000"/>
              </a:lnSpc>
            </a:pPr>
            <a:r>
              <a:rPr sz="1400" b="1">
                <a:solidFill>
                  <a:srgbClr val="2A1F17"/>
                </a:solidFill>
                <a:latin typeface="Pretendard"/>
                <a:ea typeface="Pretendard"/>
                <a:cs typeface="Pretendard"/>
              </a:rPr>
              <a:t>학습 시간</a:t>
            </a:r>
          </a:p>
        </p:txBody>
      </p:sp>
      <p:sp>
        <p:nvSpPr>
          <p:cNvPr id="22" name="TextBox 21"/>
          <p:cNvSpPr txBox="1"/>
          <p:nvPr/>
        </p:nvSpPr>
        <p:spPr>
          <a:xfrm>
            <a:off x="7894320" y="5291328"/>
            <a:ext cx="3688080" cy="192938"/>
          </a:xfrm>
          <a:prstGeom prst="rect">
            <a:avLst/>
          </a:prstGeom>
          <a:noFill/>
        </p:spPr>
        <p:txBody>
          <a:bodyPr wrap="square" lIns="0" tIns="0" rIns="0" bIns="0" anchor="t">
            <a:spAutoFit/>
          </a:bodyPr>
          <a:lstStyle/>
          <a:p>
            <a:pPr>
              <a:lnSpc>
                <a:spcPct val="125000"/>
              </a:lnSpc>
            </a:pPr>
            <a:r>
              <a:rPr sz="1100">
                <a:solidFill>
                  <a:srgbClr val="5B4E44"/>
                </a:solidFill>
                <a:latin typeface="Pretendard"/>
                <a:ea typeface="Pretendard"/>
                <a:cs typeface="Pretendard"/>
              </a:rPr>
              <a:t>Jetson Orin Nano · 이미지 약 1,700장 기준 epoch당 2~3분</a:t>
            </a:r>
          </a:p>
        </p:txBody>
      </p:sp>
      <p:sp>
        <p:nvSpPr>
          <p:cNvPr id="23" name="TextBox 22"/>
          <p:cNvSpPr txBox="1"/>
          <p:nvPr/>
        </p:nvSpPr>
        <p:spPr>
          <a:xfrm>
            <a:off x="609600" y="6473952"/>
            <a:ext cx="3657600" cy="130100"/>
          </a:xfrm>
          <a:prstGeom prst="rect">
            <a:avLst/>
          </a:prstGeom>
          <a:noFill/>
        </p:spPr>
        <p:txBody>
          <a:bodyPr wrap="square" lIns="0" tIns="0" rIns="0" bIns="0" anchor="t">
            <a:spAutoFit/>
          </a:bodyPr>
          <a:lstStyle/>
          <a:p>
            <a:pPr>
              <a:lnSpc>
                <a:spcPct val="120000"/>
              </a:lnSpc>
            </a:pPr>
            <a:r>
              <a:rPr sz="767">
                <a:solidFill>
                  <a:srgbClr val="8C8078"/>
                </a:solidFill>
                <a:latin typeface="Pretendard Medium"/>
                <a:ea typeface="Pretendard Medium"/>
                <a:cs typeface="Pretendard Medium"/>
              </a:rPr>
              <a:t>BreadVision · 6조</a:t>
            </a:r>
          </a:p>
        </p:txBody>
      </p:sp>
      <p:sp>
        <p:nvSpPr>
          <p:cNvPr id="24" name="TextBox 23"/>
          <p:cNvSpPr txBox="1"/>
          <p:nvPr/>
        </p:nvSpPr>
        <p:spPr>
          <a:xfrm>
            <a:off x="9144000" y="6473952"/>
            <a:ext cx="2438400" cy="141642"/>
          </a:xfrm>
          <a:prstGeom prst="rect">
            <a:avLst/>
          </a:prstGeom>
          <a:noFill/>
        </p:spPr>
        <p:txBody>
          <a:bodyPr wrap="square" lIns="0" tIns="0" rIns="0" bIns="0" anchor="t">
            <a:spAutoFit/>
          </a:bodyPr>
          <a:lstStyle/>
          <a:p>
            <a:pPr algn="r">
              <a:lnSpc>
                <a:spcPct val="120000"/>
              </a:lnSpc>
            </a:pPr>
            <a:r>
              <a:rPr sz="767" dirty="0">
                <a:solidFill>
                  <a:srgbClr val="8C8078"/>
                </a:solidFill>
                <a:latin typeface="Pretendard Medium"/>
                <a:ea typeface="Pretendard Medium"/>
                <a:cs typeface="Pretendard Medium"/>
              </a:rPr>
              <a:t>09 / </a:t>
            </a:r>
            <a:r>
              <a:rPr lang="en-US" altLang="ko-KR" sz="767" dirty="0" smtClean="0">
                <a:solidFill>
                  <a:srgbClr val="8C8078"/>
                </a:solidFill>
                <a:latin typeface="Pretendard Medium"/>
                <a:ea typeface="Pretendard Medium"/>
                <a:cs typeface="Pretendard Medium"/>
              </a:rPr>
              <a:t>36</a:t>
            </a:r>
            <a:endParaRPr sz="767" dirty="0">
              <a:solidFill>
                <a:srgbClr val="8C8078"/>
              </a:solidFill>
              <a:latin typeface="Pretendard Medium"/>
              <a:ea typeface="Pretendard Medium"/>
              <a:cs typeface="Pretendard Medium"/>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438912"/>
            <a:ext cx="10972800" cy="147028"/>
          </a:xfrm>
          <a:prstGeom prst="rect">
            <a:avLst/>
          </a:prstGeom>
          <a:noFill/>
        </p:spPr>
        <p:txBody>
          <a:bodyPr wrap="square" lIns="0" tIns="0" rIns="0" bIns="0" anchor="t">
            <a:spAutoFit/>
          </a:bodyPr>
          <a:lstStyle/>
          <a:p>
            <a:pPr>
              <a:lnSpc>
                <a:spcPct val="120000"/>
              </a:lnSpc>
            </a:pPr>
            <a:r>
              <a:rPr sz="867" spc="33">
                <a:solidFill>
                  <a:srgbClr val="C8641E"/>
                </a:solidFill>
                <a:latin typeface="Pretendard SemiBold"/>
                <a:ea typeface="Pretendard SemiBold"/>
                <a:cs typeface="Pretendard SemiBold"/>
              </a:rPr>
              <a:t>02  개발 목표 및 개발 결과</a:t>
            </a:r>
          </a:p>
        </p:txBody>
      </p:sp>
      <p:sp>
        <p:nvSpPr>
          <p:cNvPr id="3" name="TextBox 2"/>
          <p:cNvSpPr txBox="1"/>
          <p:nvPr/>
        </p:nvSpPr>
        <p:spPr>
          <a:xfrm>
            <a:off x="609600" y="621792"/>
            <a:ext cx="10972800" cy="389787"/>
          </a:xfrm>
          <a:prstGeom prst="rect">
            <a:avLst/>
          </a:prstGeom>
          <a:noFill/>
        </p:spPr>
        <p:txBody>
          <a:bodyPr wrap="square" lIns="0" tIns="0" rIns="0" bIns="0" anchor="t">
            <a:spAutoFit/>
          </a:bodyPr>
          <a:lstStyle/>
          <a:p>
            <a:r>
              <a:rPr sz="2533" b="1" spc="-40">
                <a:solidFill>
                  <a:srgbClr val="2A1F17"/>
                </a:solidFill>
                <a:latin typeface="Pretendard"/>
                <a:ea typeface="Pretendard"/>
                <a:cs typeface="Pretendard"/>
              </a:rPr>
              <a:t>회원 앱</a:t>
            </a:r>
          </a:p>
        </p:txBody>
      </p:sp>
      <p:sp>
        <p:nvSpPr>
          <p:cNvPr id="4" name="TextBox 3"/>
          <p:cNvSpPr txBox="1"/>
          <p:nvPr/>
        </p:nvSpPr>
        <p:spPr>
          <a:xfrm>
            <a:off x="609600" y="1158240"/>
            <a:ext cx="10972800" cy="184666"/>
          </a:xfrm>
          <a:prstGeom prst="rect">
            <a:avLst/>
          </a:prstGeom>
          <a:noFill/>
        </p:spPr>
        <p:txBody>
          <a:bodyPr wrap="square" lIns="0" tIns="0" rIns="0" bIns="0" anchor="t">
            <a:spAutoFit/>
          </a:bodyPr>
          <a:lstStyle/>
          <a:p>
            <a:r>
              <a:rPr sz="1200">
                <a:solidFill>
                  <a:srgbClr val="8C8078"/>
                </a:solidFill>
                <a:latin typeface="Pretendard Medium"/>
                <a:ea typeface="Pretendard Medium"/>
                <a:cs typeface="Pretendard Medium"/>
              </a:rPr>
              <a:t>Android + Supabase · 로그인 · 개인 QR · 포인트 · AI 빵 추천</a:t>
            </a:r>
          </a:p>
        </p:txBody>
      </p:sp>
      <p:sp>
        <p:nvSpPr>
          <p:cNvPr id="5" name="Rounded Rectangle 4"/>
          <p:cNvSpPr/>
          <p:nvPr/>
        </p:nvSpPr>
        <p:spPr>
          <a:xfrm>
            <a:off x="609600" y="1706880"/>
            <a:ext cx="6461760" cy="4450080"/>
          </a:xfrm>
          <a:prstGeom prst="roundRect">
            <a:avLst>
              <a:gd name="adj" fmla="val 2465"/>
            </a:avLst>
          </a:prstGeom>
          <a:solidFill>
            <a:srgbClr val="F4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pic>
        <p:nvPicPr>
          <p:cNvPr id="6" name="Picture 5" descr="s10_Freeform30_0.png"/>
          <p:cNvPicPr>
            <a:picLocks noChangeAspect="1"/>
          </p:cNvPicPr>
          <p:nvPr/>
        </p:nvPicPr>
        <p:blipFill>
          <a:blip r:embed="rId3"/>
          <a:stretch>
            <a:fillRect/>
          </a:stretch>
        </p:blipFill>
        <p:spPr>
          <a:xfrm>
            <a:off x="1221384" y="1889760"/>
            <a:ext cx="2007311" cy="4084320"/>
          </a:xfrm>
          <a:prstGeom prst="roundRect">
            <a:avLst>
              <a:gd name="adj" fmla="val 3644"/>
            </a:avLst>
          </a:prstGeom>
          <a:ln w="12700">
            <a:solidFill>
              <a:srgbClr val="E9E1D6"/>
            </a:solidFill>
          </a:ln>
        </p:spPr>
      </p:pic>
      <p:pic>
        <p:nvPicPr>
          <p:cNvPr id="7" name="Picture 6" descr="s10_Group28_0.png"/>
          <p:cNvPicPr>
            <a:picLocks noChangeAspect="1"/>
          </p:cNvPicPr>
          <p:nvPr/>
        </p:nvPicPr>
        <p:blipFill>
          <a:blip r:embed="rId4"/>
          <a:stretch>
            <a:fillRect/>
          </a:stretch>
        </p:blipFill>
        <p:spPr>
          <a:xfrm>
            <a:off x="4051845" y="1889759"/>
            <a:ext cx="2747191" cy="4084320"/>
          </a:xfrm>
          <a:prstGeom prst="roundRect">
            <a:avLst>
              <a:gd name="adj" fmla="val 2662"/>
            </a:avLst>
          </a:prstGeom>
          <a:ln w="12700">
            <a:solidFill>
              <a:srgbClr val="E9E1D6"/>
            </a:solidFill>
          </a:ln>
        </p:spPr>
      </p:pic>
      <p:sp>
        <p:nvSpPr>
          <p:cNvPr id="8" name="Oval 7"/>
          <p:cNvSpPr/>
          <p:nvPr/>
        </p:nvSpPr>
        <p:spPr>
          <a:xfrm>
            <a:off x="7437120" y="1859280"/>
            <a:ext cx="316992" cy="316992"/>
          </a:xfrm>
          <a:prstGeom prst="ellipse">
            <a:avLst/>
          </a:prstGeom>
          <a:solidFill>
            <a:srgbClr val="F8E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9" name="TextBox 8"/>
          <p:cNvSpPr txBox="1"/>
          <p:nvPr/>
        </p:nvSpPr>
        <p:spPr>
          <a:xfrm>
            <a:off x="7437120" y="1940832"/>
            <a:ext cx="316992" cy="153888"/>
          </a:xfrm>
          <a:prstGeom prst="rect">
            <a:avLst/>
          </a:prstGeom>
          <a:noFill/>
        </p:spPr>
        <p:txBody>
          <a:bodyPr wrap="square" lIns="0" tIns="0" rIns="0" bIns="0" anchor="ctr">
            <a:spAutoFit/>
          </a:bodyPr>
          <a:lstStyle/>
          <a:p>
            <a:pPr algn="ctr"/>
            <a:r>
              <a:rPr sz="1000" b="1">
                <a:solidFill>
                  <a:srgbClr val="C8641E"/>
                </a:solidFill>
                <a:latin typeface="Pretendard"/>
                <a:ea typeface="Pretendard"/>
                <a:cs typeface="Pretendard"/>
              </a:rPr>
              <a:t>1</a:t>
            </a:r>
          </a:p>
        </p:txBody>
      </p:sp>
      <p:sp>
        <p:nvSpPr>
          <p:cNvPr id="10" name="TextBox 9"/>
          <p:cNvSpPr txBox="1"/>
          <p:nvPr/>
        </p:nvSpPr>
        <p:spPr>
          <a:xfrm>
            <a:off x="7894320" y="1871472"/>
            <a:ext cx="3688080" cy="237437"/>
          </a:xfrm>
          <a:prstGeom prst="rect">
            <a:avLst/>
          </a:prstGeom>
          <a:noFill/>
        </p:spPr>
        <p:txBody>
          <a:bodyPr wrap="square" lIns="0" tIns="0" rIns="0" bIns="0" anchor="t">
            <a:spAutoFit/>
          </a:bodyPr>
          <a:lstStyle/>
          <a:p>
            <a:pPr>
              <a:lnSpc>
                <a:spcPct val="120000"/>
              </a:lnSpc>
            </a:pPr>
            <a:r>
              <a:rPr sz="1400" b="1" dirty="0" err="1">
                <a:solidFill>
                  <a:srgbClr val="2A1F17"/>
                </a:solidFill>
                <a:latin typeface="Pretendard"/>
                <a:ea typeface="Pretendard"/>
                <a:cs typeface="Pretendard"/>
              </a:rPr>
              <a:t>로그인</a:t>
            </a:r>
            <a:r>
              <a:rPr sz="1400" b="1" dirty="0">
                <a:solidFill>
                  <a:srgbClr val="2A1F17"/>
                </a:solidFill>
                <a:latin typeface="Pretendard"/>
                <a:ea typeface="Pretendard"/>
                <a:cs typeface="Pretendard"/>
              </a:rPr>
              <a:t> · </a:t>
            </a:r>
            <a:r>
              <a:rPr sz="1400" b="1" dirty="0" err="1">
                <a:solidFill>
                  <a:srgbClr val="2A1F17"/>
                </a:solidFill>
                <a:latin typeface="Pretendard"/>
                <a:ea typeface="Pretendard"/>
                <a:cs typeface="Pretendard"/>
              </a:rPr>
              <a:t>회원가입</a:t>
            </a:r>
            <a:endParaRPr sz="1400" b="1" dirty="0">
              <a:solidFill>
                <a:srgbClr val="2A1F17"/>
              </a:solidFill>
              <a:latin typeface="Pretendard"/>
              <a:ea typeface="Pretendard"/>
              <a:cs typeface="Pretendard"/>
            </a:endParaRPr>
          </a:p>
        </p:txBody>
      </p:sp>
      <p:sp>
        <p:nvSpPr>
          <p:cNvPr id="11" name="TextBox 10"/>
          <p:cNvSpPr txBox="1"/>
          <p:nvPr/>
        </p:nvSpPr>
        <p:spPr>
          <a:xfrm>
            <a:off x="7894320" y="2145792"/>
            <a:ext cx="3688080" cy="192938"/>
          </a:xfrm>
          <a:prstGeom prst="rect">
            <a:avLst/>
          </a:prstGeom>
          <a:noFill/>
        </p:spPr>
        <p:txBody>
          <a:bodyPr wrap="square" lIns="0" tIns="0" rIns="0" bIns="0" anchor="t">
            <a:spAutoFit/>
          </a:bodyPr>
          <a:lstStyle/>
          <a:p>
            <a:pPr>
              <a:lnSpc>
                <a:spcPct val="125000"/>
              </a:lnSpc>
            </a:pPr>
            <a:r>
              <a:rPr sz="1100" dirty="0" err="1">
                <a:solidFill>
                  <a:srgbClr val="5B4E44"/>
                </a:solidFill>
                <a:latin typeface="Pretendard"/>
                <a:ea typeface="Pretendard"/>
                <a:cs typeface="Pretendard"/>
              </a:rPr>
              <a:t>Supabase</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Auth</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기반</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개인</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계정</a:t>
            </a:r>
            <a:endParaRPr sz="1100" dirty="0">
              <a:solidFill>
                <a:srgbClr val="5B4E44"/>
              </a:solidFill>
              <a:latin typeface="Pretendard"/>
              <a:ea typeface="Pretendard"/>
              <a:cs typeface="Pretendard"/>
            </a:endParaRPr>
          </a:p>
        </p:txBody>
      </p:sp>
      <p:sp>
        <p:nvSpPr>
          <p:cNvPr id="12" name="Oval 11"/>
          <p:cNvSpPr/>
          <p:nvPr/>
        </p:nvSpPr>
        <p:spPr>
          <a:xfrm>
            <a:off x="7437120" y="2907792"/>
            <a:ext cx="316992" cy="316992"/>
          </a:xfrm>
          <a:prstGeom prst="ellipse">
            <a:avLst/>
          </a:prstGeom>
          <a:solidFill>
            <a:srgbClr val="F8E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3" name="TextBox 12"/>
          <p:cNvSpPr txBox="1"/>
          <p:nvPr/>
        </p:nvSpPr>
        <p:spPr>
          <a:xfrm>
            <a:off x="7437120" y="2989344"/>
            <a:ext cx="316992" cy="153888"/>
          </a:xfrm>
          <a:prstGeom prst="rect">
            <a:avLst/>
          </a:prstGeom>
          <a:noFill/>
        </p:spPr>
        <p:txBody>
          <a:bodyPr wrap="square" lIns="0" tIns="0" rIns="0" bIns="0" anchor="ctr">
            <a:spAutoFit/>
          </a:bodyPr>
          <a:lstStyle/>
          <a:p>
            <a:pPr algn="ctr"/>
            <a:r>
              <a:rPr sz="1000" b="1">
                <a:solidFill>
                  <a:srgbClr val="C8641E"/>
                </a:solidFill>
                <a:latin typeface="Pretendard"/>
                <a:ea typeface="Pretendard"/>
                <a:cs typeface="Pretendard"/>
              </a:rPr>
              <a:t>2</a:t>
            </a:r>
          </a:p>
        </p:txBody>
      </p:sp>
      <p:sp>
        <p:nvSpPr>
          <p:cNvPr id="14" name="TextBox 13"/>
          <p:cNvSpPr txBox="1"/>
          <p:nvPr/>
        </p:nvSpPr>
        <p:spPr>
          <a:xfrm>
            <a:off x="7894320" y="2919984"/>
            <a:ext cx="3688080" cy="237437"/>
          </a:xfrm>
          <a:prstGeom prst="rect">
            <a:avLst/>
          </a:prstGeom>
          <a:noFill/>
        </p:spPr>
        <p:txBody>
          <a:bodyPr wrap="square" lIns="0" tIns="0" rIns="0" bIns="0" anchor="t">
            <a:spAutoFit/>
          </a:bodyPr>
          <a:lstStyle/>
          <a:p>
            <a:pPr>
              <a:lnSpc>
                <a:spcPct val="120000"/>
              </a:lnSpc>
            </a:pPr>
            <a:r>
              <a:rPr sz="1400" b="1">
                <a:solidFill>
                  <a:srgbClr val="2A1F17"/>
                </a:solidFill>
                <a:latin typeface="Pretendard"/>
                <a:ea typeface="Pretendard"/>
                <a:cs typeface="Pretendard"/>
              </a:rPr>
              <a:t>개인 QR</a:t>
            </a:r>
          </a:p>
        </p:txBody>
      </p:sp>
      <p:sp>
        <p:nvSpPr>
          <p:cNvPr id="15" name="TextBox 14"/>
          <p:cNvSpPr txBox="1"/>
          <p:nvPr/>
        </p:nvSpPr>
        <p:spPr>
          <a:xfrm>
            <a:off x="7894320" y="3194304"/>
            <a:ext cx="3688080" cy="192938"/>
          </a:xfrm>
          <a:prstGeom prst="rect">
            <a:avLst/>
          </a:prstGeom>
          <a:noFill/>
        </p:spPr>
        <p:txBody>
          <a:bodyPr wrap="square" lIns="0" tIns="0" rIns="0" bIns="0" anchor="t">
            <a:spAutoFit/>
          </a:bodyPr>
          <a:lstStyle/>
          <a:p>
            <a:pPr>
              <a:lnSpc>
                <a:spcPct val="125000"/>
              </a:lnSpc>
            </a:pPr>
            <a:r>
              <a:rPr sz="1100">
                <a:solidFill>
                  <a:srgbClr val="5B4E44"/>
                </a:solidFill>
                <a:latin typeface="Pretendard"/>
                <a:ea typeface="Pretendard"/>
                <a:cs typeface="Pretendard"/>
              </a:rPr>
              <a:t>POS 「회원 QR 스캔」 후 카메라에 비추면 회원 자동 등록</a:t>
            </a:r>
          </a:p>
        </p:txBody>
      </p:sp>
      <p:sp>
        <p:nvSpPr>
          <p:cNvPr id="16" name="Oval 15"/>
          <p:cNvSpPr/>
          <p:nvPr/>
        </p:nvSpPr>
        <p:spPr>
          <a:xfrm>
            <a:off x="7437120" y="3956304"/>
            <a:ext cx="316992" cy="316992"/>
          </a:xfrm>
          <a:prstGeom prst="ellipse">
            <a:avLst/>
          </a:prstGeom>
          <a:solidFill>
            <a:srgbClr val="F8E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7" name="TextBox 16"/>
          <p:cNvSpPr txBox="1"/>
          <p:nvPr/>
        </p:nvSpPr>
        <p:spPr>
          <a:xfrm>
            <a:off x="7437120" y="4037856"/>
            <a:ext cx="316992" cy="153888"/>
          </a:xfrm>
          <a:prstGeom prst="rect">
            <a:avLst/>
          </a:prstGeom>
          <a:noFill/>
        </p:spPr>
        <p:txBody>
          <a:bodyPr wrap="square" lIns="0" tIns="0" rIns="0" bIns="0" anchor="ctr">
            <a:spAutoFit/>
          </a:bodyPr>
          <a:lstStyle/>
          <a:p>
            <a:pPr algn="ctr"/>
            <a:r>
              <a:rPr sz="1000" b="1">
                <a:solidFill>
                  <a:srgbClr val="C8641E"/>
                </a:solidFill>
                <a:latin typeface="Pretendard"/>
                <a:ea typeface="Pretendard"/>
                <a:cs typeface="Pretendard"/>
              </a:rPr>
              <a:t>3</a:t>
            </a:r>
          </a:p>
        </p:txBody>
      </p:sp>
      <p:sp>
        <p:nvSpPr>
          <p:cNvPr id="18" name="TextBox 17"/>
          <p:cNvSpPr txBox="1"/>
          <p:nvPr/>
        </p:nvSpPr>
        <p:spPr>
          <a:xfrm>
            <a:off x="7894320" y="3968496"/>
            <a:ext cx="3688080" cy="237437"/>
          </a:xfrm>
          <a:prstGeom prst="rect">
            <a:avLst/>
          </a:prstGeom>
          <a:noFill/>
        </p:spPr>
        <p:txBody>
          <a:bodyPr wrap="square" lIns="0" tIns="0" rIns="0" bIns="0" anchor="t">
            <a:spAutoFit/>
          </a:bodyPr>
          <a:lstStyle/>
          <a:p>
            <a:pPr>
              <a:lnSpc>
                <a:spcPct val="120000"/>
              </a:lnSpc>
            </a:pPr>
            <a:r>
              <a:rPr sz="1400" b="1">
                <a:solidFill>
                  <a:srgbClr val="2A1F17"/>
                </a:solidFill>
                <a:latin typeface="Pretendard"/>
                <a:ea typeface="Pretendard"/>
                <a:cs typeface="Pretendard"/>
              </a:rPr>
              <a:t>포인트 · 구매 내역</a:t>
            </a:r>
          </a:p>
        </p:txBody>
      </p:sp>
      <p:sp>
        <p:nvSpPr>
          <p:cNvPr id="19" name="TextBox 18"/>
          <p:cNvSpPr txBox="1"/>
          <p:nvPr/>
        </p:nvSpPr>
        <p:spPr>
          <a:xfrm>
            <a:off x="7894320" y="4242816"/>
            <a:ext cx="3688080" cy="192938"/>
          </a:xfrm>
          <a:prstGeom prst="rect">
            <a:avLst/>
          </a:prstGeom>
          <a:noFill/>
        </p:spPr>
        <p:txBody>
          <a:bodyPr wrap="square" lIns="0" tIns="0" rIns="0" bIns="0" anchor="t">
            <a:spAutoFit/>
          </a:bodyPr>
          <a:lstStyle/>
          <a:p>
            <a:pPr>
              <a:lnSpc>
                <a:spcPct val="125000"/>
              </a:lnSpc>
            </a:pPr>
            <a:r>
              <a:rPr sz="1100">
                <a:solidFill>
                  <a:srgbClr val="5B4E44"/>
                </a:solidFill>
                <a:latin typeface="Pretendard"/>
                <a:ea typeface="Pretendard"/>
                <a:cs typeface="Pretendard"/>
              </a:rPr>
              <a:t>결제 금액 3% 적립 · 잔액과 적립 내역 조회</a:t>
            </a:r>
          </a:p>
        </p:txBody>
      </p:sp>
      <p:sp>
        <p:nvSpPr>
          <p:cNvPr id="20" name="Oval 19"/>
          <p:cNvSpPr/>
          <p:nvPr/>
        </p:nvSpPr>
        <p:spPr>
          <a:xfrm>
            <a:off x="7437120" y="5004816"/>
            <a:ext cx="316992" cy="316992"/>
          </a:xfrm>
          <a:prstGeom prst="ellipse">
            <a:avLst/>
          </a:prstGeom>
          <a:solidFill>
            <a:srgbClr val="F8E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1" name="TextBox 20"/>
          <p:cNvSpPr txBox="1"/>
          <p:nvPr/>
        </p:nvSpPr>
        <p:spPr>
          <a:xfrm>
            <a:off x="7437120" y="5086368"/>
            <a:ext cx="316992" cy="153888"/>
          </a:xfrm>
          <a:prstGeom prst="rect">
            <a:avLst/>
          </a:prstGeom>
          <a:noFill/>
        </p:spPr>
        <p:txBody>
          <a:bodyPr wrap="square" lIns="0" tIns="0" rIns="0" bIns="0" anchor="ctr">
            <a:spAutoFit/>
          </a:bodyPr>
          <a:lstStyle/>
          <a:p>
            <a:pPr algn="ctr"/>
            <a:r>
              <a:rPr sz="1000" b="1">
                <a:solidFill>
                  <a:srgbClr val="C8641E"/>
                </a:solidFill>
                <a:latin typeface="Pretendard"/>
                <a:ea typeface="Pretendard"/>
                <a:cs typeface="Pretendard"/>
              </a:rPr>
              <a:t>4</a:t>
            </a:r>
          </a:p>
        </p:txBody>
      </p:sp>
      <p:sp>
        <p:nvSpPr>
          <p:cNvPr id="22" name="TextBox 21"/>
          <p:cNvSpPr txBox="1"/>
          <p:nvPr/>
        </p:nvSpPr>
        <p:spPr>
          <a:xfrm>
            <a:off x="7894320" y="5017008"/>
            <a:ext cx="3688080" cy="237437"/>
          </a:xfrm>
          <a:prstGeom prst="rect">
            <a:avLst/>
          </a:prstGeom>
          <a:noFill/>
        </p:spPr>
        <p:txBody>
          <a:bodyPr wrap="square" lIns="0" tIns="0" rIns="0" bIns="0" anchor="t">
            <a:spAutoFit/>
          </a:bodyPr>
          <a:lstStyle/>
          <a:p>
            <a:pPr>
              <a:lnSpc>
                <a:spcPct val="120000"/>
              </a:lnSpc>
            </a:pPr>
            <a:r>
              <a:rPr sz="1400" b="1">
                <a:solidFill>
                  <a:srgbClr val="2A1F17"/>
                </a:solidFill>
                <a:latin typeface="Pretendard"/>
                <a:ea typeface="Pretendard"/>
                <a:cs typeface="Pretendard"/>
              </a:rPr>
              <a:t>AI 빵 추천</a:t>
            </a:r>
          </a:p>
        </p:txBody>
      </p:sp>
      <p:sp>
        <p:nvSpPr>
          <p:cNvPr id="23" name="TextBox 22"/>
          <p:cNvSpPr txBox="1"/>
          <p:nvPr/>
        </p:nvSpPr>
        <p:spPr>
          <a:xfrm>
            <a:off x="7894320" y="5291328"/>
            <a:ext cx="3688080" cy="192938"/>
          </a:xfrm>
          <a:prstGeom prst="rect">
            <a:avLst/>
          </a:prstGeom>
          <a:noFill/>
        </p:spPr>
        <p:txBody>
          <a:bodyPr wrap="square" lIns="0" tIns="0" rIns="0" bIns="0" anchor="t">
            <a:spAutoFit/>
          </a:bodyPr>
          <a:lstStyle/>
          <a:p>
            <a:pPr>
              <a:lnSpc>
                <a:spcPct val="125000"/>
              </a:lnSpc>
            </a:pPr>
            <a:r>
              <a:rPr sz="1100">
                <a:solidFill>
                  <a:srgbClr val="5B4E44"/>
                </a:solidFill>
                <a:latin typeface="Pretendard"/>
                <a:ea typeface="Pretendard"/>
                <a:cs typeface="Pretendard"/>
              </a:rPr>
              <a:t>원하는 조건 입력 → 추천 빵과 추천 이유 표시</a:t>
            </a:r>
          </a:p>
        </p:txBody>
      </p:sp>
      <p:sp>
        <p:nvSpPr>
          <p:cNvPr id="24" name="TextBox 23"/>
          <p:cNvSpPr txBox="1"/>
          <p:nvPr/>
        </p:nvSpPr>
        <p:spPr>
          <a:xfrm>
            <a:off x="609600" y="6473952"/>
            <a:ext cx="3657600" cy="130100"/>
          </a:xfrm>
          <a:prstGeom prst="rect">
            <a:avLst/>
          </a:prstGeom>
          <a:noFill/>
        </p:spPr>
        <p:txBody>
          <a:bodyPr wrap="square" lIns="0" tIns="0" rIns="0" bIns="0" anchor="t">
            <a:spAutoFit/>
          </a:bodyPr>
          <a:lstStyle/>
          <a:p>
            <a:pPr>
              <a:lnSpc>
                <a:spcPct val="120000"/>
              </a:lnSpc>
            </a:pPr>
            <a:r>
              <a:rPr sz="767">
                <a:solidFill>
                  <a:srgbClr val="8C8078"/>
                </a:solidFill>
                <a:latin typeface="Pretendard Medium"/>
                <a:ea typeface="Pretendard Medium"/>
                <a:cs typeface="Pretendard Medium"/>
              </a:rPr>
              <a:t>BreadVision · 6조</a:t>
            </a:r>
          </a:p>
        </p:txBody>
      </p:sp>
      <p:sp>
        <p:nvSpPr>
          <p:cNvPr id="25" name="TextBox 24"/>
          <p:cNvSpPr txBox="1"/>
          <p:nvPr/>
        </p:nvSpPr>
        <p:spPr>
          <a:xfrm>
            <a:off x="9144000" y="6473952"/>
            <a:ext cx="2438400" cy="130100"/>
          </a:xfrm>
          <a:prstGeom prst="rect">
            <a:avLst/>
          </a:prstGeom>
          <a:noFill/>
        </p:spPr>
        <p:txBody>
          <a:bodyPr wrap="square" lIns="0" tIns="0" rIns="0" bIns="0" anchor="t">
            <a:spAutoFit/>
          </a:bodyPr>
          <a:lstStyle/>
          <a:p>
            <a:pPr algn="r">
              <a:lnSpc>
                <a:spcPct val="120000"/>
              </a:lnSpc>
            </a:pPr>
            <a:r>
              <a:rPr sz="767" dirty="0">
                <a:solidFill>
                  <a:srgbClr val="8C8078"/>
                </a:solidFill>
                <a:latin typeface="Pretendard Medium"/>
                <a:ea typeface="Pretendard Medium"/>
                <a:cs typeface="Pretendard Medium"/>
              </a:rPr>
              <a:t>10 / </a:t>
            </a:r>
            <a:r>
              <a:rPr lang="en-US" altLang="ko-KR" sz="767" dirty="0">
                <a:solidFill>
                  <a:srgbClr val="8C8078"/>
                </a:solidFill>
                <a:latin typeface="Pretendard Medium"/>
                <a:ea typeface="Pretendard Medium"/>
                <a:cs typeface="Pretendard Medium"/>
              </a:rPr>
              <a:t>34</a:t>
            </a:r>
            <a:endParaRPr sz="767" dirty="0">
              <a:solidFill>
                <a:srgbClr val="8C8078"/>
              </a:solidFill>
              <a:latin typeface="Pretendard Medium"/>
              <a:ea typeface="Pretendard Medium"/>
              <a:cs typeface="Pretendard Medium"/>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438912"/>
            <a:ext cx="10972800" cy="147028"/>
          </a:xfrm>
          <a:prstGeom prst="rect">
            <a:avLst/>
          </a:prstGeom>
          <a:noFill/>
        </p:spPr>
        <p:txBody>
          <a:bodyPr wrap="square" lIns="0" tIns="0" rIns="0" bIns="0" anchor="t">
            <a:spAutoFit/>
          </a:bodyPr>
          <a:lstStyle/>
          <a:p>
            <a:pPr>
              <a:lnSpc>
                <a:spcPct val="120000"/>
              </a:lnSpc>
            </a:pPr>
            <a:r>
              <a:rPr sz="867" spc="33">
                <a:solidFill>
                  <a:srgbClr val="C8641E"/>
                </a:solidFill>
                <a:latin typeface="Pretendard SemiBold"/>
                <a:ea typeface="Pretendard SemiBold"/>
                <a:cs typeface="Pretendard SemiBold"/>
              </a:rPr>
              <a:t>02  개발 목표 및 개발 결과</a:t>
            </a:r>
          </a:p>
        </p:txBody>
      </p:sp>
      <p:sp>
        <p:nvSpPr>
          <p:cNvPr id="3" name="TextBox 2"/>
          <p:cNvSpPr txBox="1"/>
          <p:nvPr/>
        </p:nvSpPr>
        <p:spPr>
          <a:xfrm>
            <a:off x="609600" y="621792"/>
            <a:ext cx="10972800" cy="389787"/>
          </a:xfrm>
          <a:prstGeom prst="rect">
            <a:avLst/>
          </a:prstGeom>
          <a:noFill/>
        </p:spPr>
        <p:txBody>
          <a:bodyPr wrap="square" lIns="0" tIns="0" rIns="0" bIns="0" anchor="t">
            <a:spAutoFit/>
          </a:bodyPr>
          <a:lstStyle/>
          <a:p>
            <a:r>
              <a:rPr sz="2533" b="1" spc="-40">
                <a:solidFill>
                  <a:srgbClr val="2A1F17"/>
                </a:solidFill>
                <a:latin typeface="Pretendard"/>
                <a:ea typeface="Pretendard"/>
                <a:cs typeface="Pretendard"/>
              </a:rPr>
              <a:t>시연 ① 빵 계산</a:t>
            </a:r>
          </a:p>
        </p:txBody>
      </p:sp>
      <p:sp>
        <p:nvSpPr>
          <p:cNvPr id="4" name="TextBox 3"/>
          <p:cNvSpPr txBox="1"/>
          <p:nvPr/>
        </p:nvSpPr>
        <p:spPr>
          <a:xfrm>
            <a:off x="609600" y="1158240"/>
            <a:ext cx="10972800" cy="184666"/>
          </a:xfrm>
          <a:prstGeom prst="rect">
            <a:avLst/>
          </a:prstGeom>
          <a:noFill/>
        </p:spPr>
        <p:txBody>
          <a:bodyPr wrap="square" lIns="0" tIns="0" rIns="0" bIns="0" anchor="t">
            <a:spAutoFit/>
          </a:bodyPr>
          <a:lstStyle/>
          <a:p>
            <a:r>
              <a:rPr sz="1200">
                <a:solidFill>
                  <a:srgbClr val="8C8078"/>
                </a:solidFill>
                <a:latin typeface="Pretendard Medium"/>
                <a:ea typeface="Pretendard Medium"/>
                <a:cs typeface="Pretendard Medium"/>
              </a:rPr>
              <a:t>트레이 올리기 → 실시간 인식 → 「상품 인식 실행」 → 결제</a:t>
            </a:r>
          </a:p>
        </p:txBody>
      </p:sp>
      <p:pic>
        <p:nvPicPr>
          <p:cNvPr id="5" name="s11_Picture27_video.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609600" y="1805940"/>
            <a:ext cx="7559040" cy="4251960"/>
          </a:xfrm>
          <a:prstGeom prst="rect">
            <a:avLst/>
          </a:prstGeom>
        </p:spPr>
      </p:pic>
      <p:sp>
        <p:nvSpPr>
          <p:cNvPr id="6" name="TextBox 5"/>
          <p:cNvSpPr txBox="1"/>
          <p:nvPr/>
        </p:nvSpPr>
        <p:spPr>
          <a:xfrm>
            <a:off x="8534400" y="1889760"/>
            <a:ext cx="609600" cy="169598"/>
          </a:xfrm>
          <a:prstGeom prst="rect">
            <a:avLst/>
          </a:prstGeom>
          <a:noFill/>
        </p:spPr>
        <p:txBody>
          <a:bodyPr wrap="square" lIns="0" tIns="0" rIns="0" bIns="0" anchor="t">
            <a:spAutoFit/>
          </a:bodyPr>
          <a:lstStyle/>
          <a:p>
            <a:pPr>
              <a:lnSpc>
                <a:spcPct val="120000"/>
              </a:lnSpc>
            </a:pPr>
            <a:r>
              <a:rPr sz="1000" b="1">
                <a:solidFill>
                  <a:srgbClr val="C8641E"/>
                </a:solidFill>
                <a:latin typeface="Pretendard"/>
                <a:ea typeface="Pretendard"/>
                <a:cs typeface="Pretendard"/>
              </a:rPr>
              <a:t>01</a:t>
            </a:r>
          </a:p>
        </p:txBody>
      </p:sp>
      <p:sp>
        <p:nvSpPr>
          <p:cNvPr id="7" name="TextBox 6"/>
          <p:cNvSpPr txBox="1"/>
          <p:nvPr/>
        </p:nvSpPr>
        <p:spPr>
          <a:xfrm>
            <a:off x="8534400" y="2121408"/>
            <a:ext cx="3048000" cy="237437"/>
          </a:xfrm>
          <a:prstGeom prst="rect">
            <a:avLst/>
          </a:prstGeom>
          <a:noFill/>
        </p:spPr>
        <p:txBody>
          <a:bodyPr wrap="square" lIns="0" tIns="0" rIns="0" bIns="0" anchor="t">
            <a:spAutoFit/>
          </a:bodyPr>
          <a:lstStyle/>
          <a:p>
            <a:pPr>
              <a:lnSpc>
                <a:spcPct val="120000"/>
              </a:lnSpc>
            </a:pPr>
            <a:r>
              <a:rPr sz="1400" b="1" dirty="0" err="1">
                <a:solidFill>
                  <a:srgbClr val="2A1F17"/>
                </a:solidFill>
                <a:latin typeface="Pretendard"/>
                <a:ea typeface="Pretendard"/>
                <a:cs typeface="Pretendard"/>
              </a:rPr>
              <a:t>트레이</a:t>
            </a:r>
            <a:r>
              <a:rPr sz="1400" b="1" dirty="0">
                <a:solidFill>
                  <a:srgbClr val="2A1F17"/>
                </a:solidFill>
                <a:latin typeface="Pretendard"/>
                <a:ea typeface="Pretendard"/>
                <a:cs typeface="Pretendard"/>
              </a:rPr>
              <a:t> </a:t>
            </a:r>
            <a:r>
              <a:rPr sz="1400" b="1" dirty="0" err="1">
                <a:solidFill>
                  <a:srgbClr val="2A1F17"/>
                </a:solidFill>
                <a:latin typeface="Pretendard"/>
                <a:ea typeface="Pretendard"/>
                <a:cs typeface="Pretendard"/>
              </a:rPr>
              <a:t>올리기</a:t>
            </a:r>
            <a:endParaRPr sz="1400" b="1" dirty="0">
              <a:solidFill>
                <a:srgbClr val="2A1F17"/>
              </a:solidFill>
              <a:latin typeface="Pretendard"/>
              <a:ea typeface="Pretendard"/>
              <a:cs typeface="Pretendard"/>
            </a:endParaRPr>
          </a:p>
        </p:txBody>
      </p:sp>
      <p:sp>
        <p:nvSpPr>
          <p:cNvPr id="8" name="TextBox 7"/>
          <p:cNvSpPr txBox="1"/>
          <p:nvPr/>
        </p:nvSpPr>
        <p:spPr>
          <a:xfrm>
            <a:off x="8534400" y="2426208"/>
            <a:ext cx="3048000" cy="192938"/>
          </a:xfrm>
          <a:prstGeom prst="rect">
            <a:avLst/>
          </a:prstGeom>
          <a:noFill/>
        </p:spPr>
        <p:txBody>
          <a:bodyPr wrap="square" lIns="0" tIns="0" rIns="0" bIns="0" anchor="t">
            <a:spAutoFit/>
          </a:bodyPr>
          <a:lstStyle/>
          <a:p>
            <a:pPr>
              <a:lnSpc>
                <a:spcPct val="125000"/>
              </a:lnSpc>
            </a:pPr>
            <a:r>
              <a:rPr sz="1100" dirty="0" err="1">
                <a:solidFill>
                  <a:srgbClr val="5B4E44"/>
                </a:solidFill>
                <a:latin typeface="Pretendard"/>
                <a:ea typeface="Pretendard"/>
                <a:cs typeface="Pretendard"/>
              </a:rPr>
              <a:t>카메라</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아래</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트레이</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배치</a:t>
            </a:r>
            <a:endParaRPr sz="1100" dirty="0">
              <a:solidFill>
                <a:srgbClr val="5B4E44"/>
              </a:solidFill>
              <a:latin typeface="Pretendard"/>
              <a:ea typeface="Pretendard"/>
              <a:cs typeface="Pretendard"/>
            </a:endParaRPr>
          </a:p>
        </p:txBody>
      </p:sp>
      <p:cxnSp>
        <p:nvCxnSpPr>
          <p:cNvPr id="9" name="Connector 8"/>
          <p:cNvCxnSpPr/>
          <p:nvPr/>
        </p:nvCxnSpPr>
        <p:spPr>
          <a:xfrm>
            <a:off x="8534400" y="2834640"/>
            <a:ext cx="3048000" cy="0"/>
          </a:xfrm>
          <a:prstGeom prst="line">
            <a:avLst/>
          </a:prstGeom>
          <a:ln w="12700">
            <a:solidFill>
              <a:srgbClr val="E9E1D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534400" y="2926080"/>
            <a:ext cx="609600" cy="169598"/>
          </a:xfrm>
          <a:prstGeom prst="rect">
            <a:avLst/>
          </a:prstGeom>
          <a:noFill/>
        </p:spPr>
        <p:txBody>
          <a:bodyPr wrap="square" lIns="0" tIns="0" rIns="0" bIns="0" anchor="t">
            <a:spAutoFit/>
          </a:bodyPr>
          <a:lstStyle/>
          <a:p>
            <a:pPr>
              <a:lnSpc>
                <a:spcPct val="120000"/>
              </a:lnSpc>
            </a:pPr>
            <a:r>
              <a:rPr sz="1000" b="1">
                <a:solidFill>
                  <a:srgbClr val="C8641E"/>
                </a:solidFill>
                <a:latin typeface="Pretendard"/>
                <a:ea typeface="Pretendard"/>
                <a:cs typeface="Pretendard"/>
              </a:rPr>
              <a:t>02</a:t>
            </a:r>
          </a:p>
        </p:txBody>
      </p:sp>
      <p:sp>
        <p:nvSpPr>
          <p:cNvPr id="11" name="TextBox 10"/>
          <p:cNvSpPr txBox="1"/>
          <p:nvPr/>
        </p:nvSpPr>
        <p:spPr>
          <a:xfrm>
            <a:off x="8534400" y="3157728"/>
            <a:ext cx="3048000" cy="258532"/>
          </a:xfrm>
          <a:prstGeom prst="rect">
            <a:avLst/>
          </a:prstGeom>
          <a:noFill/>
        </p:spPr>
        <p:txBody>
          <a:bodyPr wrap="square" lIns="0" tIns="0" rIns="0" bIns="0" anchor="t">
            <a:spAutoFit/>
          </a:bodyPr>
          <a:lstStyle/>
          <a:p>
            <a:pPr>
              <a:lnSpc>
                <a:spcPct val="120000"/>
              </a:lnSpc>
            </a:pPr>
            <a:r>
              <a:rPr sz="1400" b="1">
                <a:solidFill>
                  <a:srgbClr val="2A1F17"/>
                </a:solidFill>
                <a:latin typeface="Pretendard"/>
                <a:ea typeface="Pretendard"/>
                <a:cs typeface="Pretendard"/>
              </a:rPr>
              <a:t>실시간 인식</a:t>
            </a:r>
          </a:p>
        </p:txBody>
      </p:sp>
      <p:sp>
        <p:nvSpPr>
          <p:cNvPr id="12" name="TextBox 11"/>
          <p:cNvSpPr txBox="1"/>
          <p:nvPr/>
        </p:nvSpPr>
        <p:spPr>
          <a:xfrm>
            <a:off x="8534400" y="3462528"/>
            <a:ext cx="3048000" cy="211596"/>
          </a:xfrm>
          <a:prstGeom prst="rect">
            <a:avLst/>
          </a:prstGeom>
          <a:noFill/>
        </p:spPr>
        <p:txBody>
          <a:bodyPr wrap="square" lIns="0" tIns="0" rIns="0" bIns="0" anchor="t">
            <a:spAutoFit/>
          </a:bodyPr>
          <a:lstStyle/>
          <a:p>
            <a:pPr>
              <a:lnSpc>
                <a:spcPct val="125000"/>
              </a:lnSpc>
            </a:pPr>
            <a:r>
              <a:rPr sz="1100">
                <a:solidFill>
                  <a:srgbClr val="5B4E44"/>
                </a:solidFill>
                <a:latin typeface="Pretendard"/>
                <a:ea typeface="Pretendard"/>
                <a:cs typeface="Pretendard"/>
              </a:rPr>
              <a:t>빵마다 박스 · 클래스 표시</a:t>
            </a:r>
          </a:p>
        </p:txBody>
      </p:sp>
      <p:cxnSp>
        <p:nvCxnSpPr>
          <p:cNvPr id="13" name="Connector 12"/>
          <p:cNvCxnSpPr/>
          <p:nvPr/>
        </p:nvCxnSpPr>
        <p:spPr>
          <a:xfrm>
            <a:off x="8534400" y="3870960"/>
            <a:ext cx="3048000" cy="0"/>
          </a:xfrm>
          <a:prstGeom prst="line">
            <a:avLst/>
          </a:prstGeom>
          <a:ln w="12700">
            <a:solidFill>
              <a:srgbClr val="E9E1D6"/>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534400" y="3962400"/>
            <a:ext cx="609600" cy="169598"/>
          </a:xfrm>
          <a:prstGeom prst="rect">
            <a:avLst/>
          </a:prstGeom>
          <a:noFill/>
        </p:spPr>
        <p:txBody>
          <a:bodyPr wrap="square" lIns="0" tIns="0" rIns="0" bIns="0" anchor="t">
            <a:spAutoFit/>
          </a:bodyPr>
          <a:lstStyle/>
          <a:p>
            <a:pPr>
              <a:lnSpc>
                <a:spcPct val="120000"/>
              </a:lnSpc>
            </a:pPr>
            <a:r>
              <a:rPr sz="1000" b="1">
                <a:solidFill>
                  <a:srgbClr val="C8641E"/>
                </a:solidFill>
                <a:latin typeface="Pretendard"/>
                <a:ea typeface="Pretendard"/>
                <a:cs typeface="Pretendard"/>
              </a:rPr>
              <a:t>03</a:t>
            </a:r>
          </a:p>
        </p:txBody>
      </p:sp>
      <p:sp>
        <p:nvSpPr>
          <p:cNvPr id="15" name="TextBox 14"/>
          <p:cNvSpPr txBox="1"/>
          <p:nvPr/>
        </p:nvSpPr>
        <p:spPr>
          <a:xfrm>
            <a:off x="8534400" y="4194048"/>
            <a:ext cx="3048000" cy="258532"/>
          </a:xfrm>
          <a:prstGeom prst="rect">
            <a:avLst/>
          </a:prstGeom>
          <a:noFill/>
        </p:spPr>
        <p:txBody>
          <a:bodyPr wrap="square" lIns="0" tIns="0" rIns="0" bIns="0" anchor="t">
            <a:spAutoFit/>
          </a:bodyPr>
          <a:lstStyle/>
          <a:p>
            <a:pPr>
              <a:lnSpc>
                <a:spcPct val="120000"/>
              </a:lnSpc>
            </a:pPr>
            <a:r>
              <a:rPr sz="1400" b="1">
                <a:solidFill>
                  <a:srgbClr val="2A1F17"/>
                </a:solidFill>
                <a:latin typeface="Pretendard"/>
                <a:ea typeface="Pretendard"/>
                <a:cs typeface="Pretendard"/>
              </a:rPr>
              <a:t>상품 인식 실행</a:t>
            </a:r>
          </a:p>
        </p:txBody>
      </p:sp>
      <p:sp>
        <p:nvSpPr>
          <p:cNvPr id="16" name="TextBox 15"/>
          <p:cNvSpPr txBox="1"/>
          <p:nvPr/>
        </p:nvSpPr>
        <p:spPr>
          <a:xfrm>
            <a:off x="8534400" y="4498848"/>
            <a:ext cx="3048000" cy="192938"/>
          </a:xfrm>
          <a:prstGeom prst="rect">
            <a:avLst/>
          </a:prstGeom>
          <a:noFill/>
        </p:spPr>
        <p:txBody>
          <a:bodyPr wrap="square" lIns="0" tIns="0" rIns="0" bIns="0" anchor="t">
            <a:spAutoFit/>
          </a:bodyPr>
          <a:lstStyle/>
          <a:p>
            <a:pPr>
              <a:lnSpc>
                <a:spcPct val="125000"/>
              </a:lnSpc>
            </a:pPr>
            <a:r>
              <a:rPr sz="1100">
                <a:solidFill>
                  <a:srgbClr val="5B4E44"/>
                </a:solidFill>
                <a:latin typeface="Pretendard"/>
                <a:ea typeface="Pretendard"/>
                <a:cs typeface="Pretendard"/>
              </a:rPr>
              <a:t>인식 결과 주문표 입력</a:t>
            </a:r>
          </a:p>
        </p:txBody>
      </p:sp>
      <p:cxnSp>
        <p:nvCxnSpPr>
          <p:cNvPr id="17" name="Connector 16"/>
          <p:cNvCxnSpPr/>
          <p:nvPr/>
        </p:nvCxnSpPr>
        <p:spPr>
          <a:xfrm>
            <a:off x="8534400" y="4907280"/>
            <a:ext cx="3048000" cy="0"/>
          </a:xfrm>
          <a:prstGeom prst="line">
            <a:avLst/>
          </a:prstGeom>
          <a:ln w="12700">
            <a:solidFill>
              <a:srgbClr val="E9E1D6"/>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534400" y="4998720"/>
            <a:ext cx="609600" cy="169598"/>
          </a:xfrm>
          <a:prstGeom prst="rect">
            <a:avLst/>
          </a:prstGeom>
          <a:noFill/>
        </p:spPr>
        <p:txBody>
          <a:bodyPr wrap="square" lIns="0" tIns="0" rIns="0" bIns="0" anchor="t">
            <a:spAutoFit/>
          </a:bodyPr>
          <a:lstStyle/>
          <a:p>
            <a:pPr>
              <a:lnSpc>
                <a:spcPct val="120000"/>
              </a:lnSpc>
            </a:pPr>
            <a:r>
              <a:rPr sz="1000" b="1">
                <a:solidFill>
                  <a:srgbClr val="C8641E"/>
                </a:solidFill>
                <a:latin typeface="Pretendard"/>
                <a:ea typeface="Pretendard"/>
                <a:cs typeface="Pretendard"/>
              </a:rPr>
              <a:t>04</a:t>
            </a:r>
          </a:p>
        </p:txBody>
      </p:sp>
      <p:sp>
        <p:nvSpPr>
          <p:cNvPr id="19" name="TextBox 18"/>
          <p:cNvSpPr txBox="1"/>
          <p:nvPr/>
        </p:nvSpPr>
        <p:spPr>
          <a:xfrm>
            <a:off x="8534400" y="5230368"/>
            <a:ext cx="3048000" cy="237437"/>
          </a:xfrm>
          <a:prstGeom prst="rect">
            <a:avLst/>
          </a:prstGeom>
          <a:noFill/>
        </p:spPr>
        <p:txBody>
          <a:bodyPr wrap="square" lIns="0" tIns="0" rIns="0" bIns="0" anchor="t">
            <a:spAutoFit/>
          </a:bodyPr>
          <a:lstStyle/>
          <a:p>
            <a:pPr>
              <a:lnSpc>
                <a:spcPct val="120000"/>
              </a:lnSpc>
            </a:pPr>
            <a:r>
              <a:rPr sz="1400" b="1">
                <a:solidFill>
                  <a:srgbClr val="2A1F17"/>
                </a:solidFill>
                <a:latin typeface="Pretendard"/>
                <a:ea typeface="Pretendard"/>
                <a:cs typeface="Pretendard"/>
              </a:rPr>
              <a:t>결제</a:t>
            </a:r>
          </a:p>
        </p:txBody>
      </p:sp>
      <p:sp>
        <p:nvSpPr>
          <p:cNvPr id="20" name="TextBox 19"/>
          <p:cNvSpPr txBox="1"/>
          <p:nvPr/>
        </p:nvSpPr>
        <p:spPr>
          <a:xfrm>
            <a:off x="8534400" y="5535168"/>
            <a:ext cx="3048000" cy="192938"/>
          </a:xfrm>
          <a:prstGeom prst="rect">
            <a:avLst/>
          </a:prstGeom>
          <a:noFill/>
        </p:spPr>
        <p:txBody>
          <a:bodyPr wrap="square" lIns="0" tIns="0" rIns="0" bIns="0" anchor="t">
            <a:spAutoFit/>
          </a:bodyPr>
          <a:lstStyle/>
          <a:p>
            <a:pPr>
              <a:lnSpc>
                <a:spcPct val="125000"/>
              </a:lnSpc>
            </a:pPr>
            <a:r>
              <a:rPr sz="1100">
                <a:solidFill>
                  <a:srgbClr val="5B4E44"/>
                </a:solidFill>
                <a:latin typeface="Pretendard"/>
                <a:ea typeface="Pretendard"/>
                <a:cs typeface="Pretendard"/>
              </a:rPr>
              <a:t>금액 확인 후 결제 처리</a:t>
            </a:r>
          </a:p>
        </p:txBody>
      </p:sp>
      <p:sp>
        <p:nvSpPr>
          <p:cNvPr id="21" name="TextBox 20"/>
          <p:cNvSpPr txBox="1"/>
          <p:nvPr/>
        </p:nvSpPr>
        <p:spPr>
          <a:xfrm>
            <a:off x="609600" y="6473952"/>
            <a:ext cx="3657600" cy="130100"/>
          </a:xfrm>
          <a:prstGeom prst="rect">
            <a:avLst/>
          </a:prstGeom>
          <a:noFill/>
        </p:spPr>
        <p:txBody>
          <a:bodyPr wrap="square" lIns="0" tIns="0" rIns="0" bIns="0" anchor="t">
            <a:spAutoFit/>
          </a:bodyPr>
          <a:lstStyle/>
          <a:p>
            <a:pPr>
              <a:lnSpc>
                <a:spcPct val="120000"/>
              </a:lnSpc>
            </a:pPr>
            <a:r>
              <a:rPr sz="767">
                <a:solidFill>
                  <a:srgbClr val="8C8078"/>
                </a:solidFill>
                <a:latin typeface="Pretendard Medium"/>
                <a:ea typeface="Pretendard Medium"/>
                <a:cs typeface="Pretendard Medium"/>
              </a:rPr>
              <a:t>BreadVision · 6조</a:t>
            </a:r>
          </a:p>
        </p:txBody>
      </p:sp>
      <p:sp>
        <p:nvSpPr>
          <p:cNvPr id="22" name="TextBox 21"/>
          <p:cNvSpPr txBox="1"/>
          <p:nvPr/>
        </p:nvSpPr>
        <p:spPr>
          <a:xfrm>
            <a:off x="9144000" y="6473952"/>
            <a:ext cx="2438400" cy="141642"/>
          </a:xfrm>
          <a:prstGeom prst="rect">
            <a:avLst/>
          </a:prstGeom>
          <a:noFill/>
        </p:spPr>
        <p:txBody>
          <a:bodyPr wrap="square" lIns="0" tIns="0" rIns="0" bIns="0" anchor="t">
            <a:spAutoFit/>
          </a:bodyPr>
          <a:lstStyle/>
          <a:p>
            <a:pPr algn="r">
              <a:lnSpc>
                <a:spcPct val="120000"/>
              </a:lnSpc>
            </a:pPr>
            <a:r>
              <a:rPr sz="767" dirty="0">
                <a:solidFill>
                  <a:srgbClr val="8C8078"/>
                </a:solidFill>
                <a:latin typeface="Pretendard Medium"/>
                <a:ea typeface="Pretendard Medium"/>
                <a:cs typeface="Pretendard Medium"/>
              </a:rPr>
              <a:t>11 / </a:t>
            </a:r>
            <a:r>
              <a:rPr lang="en-US" altLang="ko-KR" sz="767" dirty="0" smtClean="0">
                <a:solidFill>
                  <a:srgbClr val="8C8078"/>
                </a:solidFill>
                <a:latin typeface="Pretendard Medium"/>
                <a:ea typeface="Pretendard Medium"/>
                <a:cs typeface="Pretendard Medium"/>
              </a:rPr>
              <a:t>36</a:t>
            </a:r>
            <a:endParaRPr sz="767" dirty="0">
              <a:solidFill>
                <a:srgbClr val="8C8078"/>
              </a:solidFill>
              <a:latin typeface="Pretendard Medium"/>
              <a:ea typeface="Pretendard Medium"/>
              <a:cs typeface="Pretendard Medium"/>
            </a:endParaRP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438912"/>
            <a:ext cx="10972800" cy="147028"/>
          </a:xfrm>
          <a:prstGeom prst="rect">
            <a:avLst/>
          </a:prstGeom>
          <a:noFill/>
        </p:spPr>
        <p:txBody>
          <a:bodyPr wrap="square" lIns="0" tIns="0" rIns="0" bIns="0" anchor="t">
            <a:spAutoFit/>
          </a:bodyPr>
          <a:lstStyle/>
          <a:p>
            <a:pPr>
              <a:lnSpc>
                <a:spcPct val="120000"/>
              </a:lnSpc>
            </a:pPr>
            <a:r>
              <a:rPr sz="867" spc="33">
                <a:solidFill>
                  <a:srgbClr val="C8641E"/>
                </a:solidFill>
                <a:latin typeface="Pretendard SemiBold"/>
                <a:ea typeface="Pretendard SemiBold"/>
                <a:cs typeface="Pretendard SemiBold"/>
              </a:rPr>
              <a:t>02  개발 목표 및 개발 결과</a:t>
            </a:r>
          </a:p>
        </p:txBody>
      </p:sp>
      <p:sp>
        <p:nvSpPr>
          <p:cNvPr id="3" name="TextBox 2"/>
          <p:cNvSpPr txBox="1"/>
          <p:nvPr/>
        </p:nvSpPr>
        <p:spPr>
          <a:xfrm>
            <a:off x="609600" y="621792"/>
            <a:ext cx="10972800" cy="389787"/>
          </a:xfrm>
          <a:prstGeom prst="rect">
            <a:avLst/>
          </a:prstGeom>
          <a:noFill/>
        </p:spPr>
        <p:txBody>
          <a:bodyPr wrap="square" lIns="0" tIns="0" rIns="0" bIns="0" anchor="t">
            <a:spAutoFit/>
          </a:bodyPr>
          <a:lstStyle/>
          <a:p>
            <a:r>
              <a:rPr sz="2533" b="1" spc="-40">
                <a:solidFill>
                  <a:srgbClr val="2A1F17"/>
                </a:solidFill>
                <a:latin typeface="Pretendard"/>
                <a:ea typeface="Pretendard"/>
                <a:cs typeface="Pretendard"/>
              </a:rPr>
              <a:t>시연 ② 새 빵 등록</a:t>
            </a:r>
          </a:p>
        </p:txBody>
      </p:sp>
      <p:sp>
        <p:nvSpPr>
          <p:cNvPr id="4" name="TextBox 3"/>
          <p:cNvSpPr txBox="1"/>
          <p:nvPr/>
        </p:nvSpPr>
        <p:spPr>
          <a:xfrm>
            <a:off x="609600" y="1158240"/>
            <a:ext cx="10972800" cy="184666"/>
          </a:xfrm>
          <a:prstGeom prst="rect">
            <a:avLst/>
          </a:prstGeom>
          <a:noFill/>
        </p:spPr>
        <p:txBody>
          <a:bodyPr wrap="square" lIns="0" tIns="0" rIns="0" bIns="0" anchor="t">
            <a:spAutoFit/>
          </a:bodyPr>
          <a:lstStyle/>
          <a:p>
            <a:r>
              <a:rPr sz="1200">
                <a:solidFill>
                  <a:srgbClr val="8C8078"/>
                </a:solidFill>
                <a:latin typeface="Pretendard Medium"/>
                <a:ea typeface="Pretendard Medium"/>
                <a:cs typeface="Pretendard Medium"/>
              </a:rPr>
              <a:t>상품 등록 → 회전 촬영 → 학습·엔진 배포 → 인식</a:t>
            </a:r>
          </a:p>
        </p:txBody>
      </p:sp>
      <p:pic>
        <p:nvPicPr>
          <p:cNvPr id="5" name="s12_Picture27_video.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609600" y="1805940"/>
            <a:ext cx="7559040" cy="4251960"/>
          </a:xfrm>
          <a:prstGeom prst="rect">
            <a:avLst/>
          </a:prstGeom>
        </p:spPr>
      </p:pic>
      <p:sp>
        <p:nvSpPr>
          <p:cNvPr id="6" name="TextBox 5"/>
          <p:cNvSpPr txBox="1"/>
          <p:nvPr/>
        </p:nvSpPr>
        <p:spPr>
          <a:xfrm>
            <a:off x="8534400" y="1889760"/>
            <a:ext cx="609600" cy="169598"/>
          </a:xfrm>
          <a:prstGeom prst="rect">
            <a:avLst/>
          </a:prstGeom>
          <a:noFill/>
        </p:spPr>
        <p:txBody>
          <a:bodyPr wrap="square" lIns="0" tIns="0" rIns="0" bIns="0" anchor="t">
            <a:spAutoFit/>
          </a:bodyPr>
          <a:lstStyle/>
          <a:p>
            <a:pPr>
              <a:lnSpc>
                <a:spcPct val="120000"/>
              </a:lnSpc>
            </a:pPr>
            <a:r>
              <a:rPr sz="1000" b="1">
                <a:solidFill>
                  <a:srgbClr val="C8641E"/>
                </a:solidFill>
                <a:latin typeface="Pretendard"/>
                <a:ea typeface="Pretendard"/>
                <a:cs typeface="Pretendard"/>
              </a:rPr>
              <a:t>01</a:t>
            </a:r>
          </a:p>
        </p:txBody>
      </p:sp>
      <p:sp>
        <p:nvSpPr>
          <p:cNvPr id="7" name="TextBox 6"/>
          <p:cNvSpPr txBox="1"/>
          <p:nvPr/>
        </p:nvSpPr>
        <p:spPr>
          <a:xfrm>
            <a:off x="8534400" y="2121408"/>
            <a:ext cx="3048000" cy="237437"/>
          </a:xfrm>
          <a:prstGeom prst="rect">
            <a:avLst/>
          </a:prstGeom>
          <a:noFill/>
        </p:spPr>
        <p:txBody>
          <a:bodyPr wrap="square" lIns="0" tIns="0" rIns="0" bIns="0" anchor="t">
            <a:spAutoFit/>
          </a:bodyPr>
          <a:lstStyle/>
          <a:p>
            <a:pPr>
              <a:lnSpc>
                <a:spcPct val="120000"/>
              </a:lnSpc>
            </a:pPr>
            <a:r>
              <a:rPr sz="1400" b="1" dirty="0" err="1">
                <a:solidFill>
                  <a:srgbClr val="2A1F17"/>
                </a:solidFill>
                <a:latin typeface="Pretendard"/>
                <a:ea typeface="Pretendard"/>
                <a:cs typeface="Pretendard"/>
              </a:rPr>
              <a:t>상품</a:t>
            </a:r>
            <a:r>
              <a:rPr sz="1400" b="1" dirty="0">
                <a:solidFill>
                  <a:srgbClr val="2A1F17"/>
                </a:solidFill>
                <a:latin typeface="Pretendard"/>
                <a:ea typeface="Pretendard"/>
                <a:cs typeface="Pretendard"/>
              </a:rPr>
              <a:t> </a:t>
            </a:r>
            <a:r>
              <a:rPr sz="1400" b="1" dirty="0" err="1">
                <a:solidFill>
                  <a:srgbClr val="2A1F17"/>
                </a:solidFill>
                <a:latin typeface="Pretendard"/>
                <a:ea typeface="Pretendard"/>
                <a:cs typeface="Pretendard"/>
              </a:rPr>
              <a:t>등록</a:t>
            </a:r>
            <a:endParaRPr sz="1400" b="1" dirty="0">
              <a:solidFill>
                <a:srgbClr val="2A1F17"/>
              </a:solidFill>
              <a:latin typeface="Pretendard"/>
              <a:ea typeface="Pretendard"/>
              <a:cs typeface="Pretendard"/>
            </a:endParaRPr>
          </a:p>
        </p:txBody>
      </p:sp>
      <p:sp>
        <p:nvSpPr>
          <p:cNvPr id="8" name="TextBox 7"/>
          <p:cNvSpPr txBox="1"/>
          <p:nvPr/>
        </p:nvSpPr>
        <p:spPr>
          <a:xfrm>
            <a:off x="8534400" y="2426208"/>
            <a:ext cx="3048000" cy="192938"/>
          </a:xfrm>
          <a:prstGeom prst="rect">
            <a:avLst/>
          </a:prstGeom>
          <a:noFill/>
        </p:spPr>
        <p:txBody>
          <a:bodyPr wrap="square" lIns="0" tIns="0" rIns="0" bIns="0" anchor="t">
            <a:spAutoFit/>
          </a:bodyPr>
          <a:lstStyle/>
          <a:p>
            <a:pPr>
              <a:lnSpc>
                <a:spcPct val="125000"/>
              </a:lnSpc>
            </a:pPr>
            <a:r>
              <a:rPr sz="1100" dirty="0" err="1">
                <a:solidFill>
                  <a:srgbClr val="5B4E44"/>
                </a:solidFill>
                <a:latin typeface="Pretendard"/>
                <a:ea typeface="Pretendard"/>
                <a:cs typeface="Pretendard"/>
              </a:rPr>
              <a:t>상품</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관리</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탭에서</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신규</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상품</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추가</a:t>
            </a:r>
            <a:endParaRPr sz="1100" dirty="0">
              <a:solidFill>
                <a:srgbClr val="5B4E44"/>
              </a:solidFill>
              <a:latin typeface="Pretendard"/>
              <a:ea typeface="Pretendard"/>
              <a:cs typeface="Pretendard"/>
            </a:endParaRPr>
          </a:p>
        </p:txBody>
      </p:sp>
      <p:cxnSp>
        <p:nvCxnSpPr>
          <p:cNvPr id="9" name="Connector 8"/>
          <p:cNvCxnSpPr/>
          <p:nvPr/>
        </p:nvCxnSpPr>
        <p:spPr>
          <a:xfrm>
            <a:off x="8534400" y="2834640"/>
            <a:ext cx="3048000" cy="0"/>
          </a:xfrm>
          <a:prstGeom prst="line">
            <a:avLst/>
          </a:prstGeom>
          <a:ln w="12700">
            <a:solidFill>
              <a:srgbClr val="E9E1D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534400" y="2926080"/>
            <a:ext cx="609600" cy="169598"/>
          </a:xfrm>
          <a:prstGeom prst="rect">
            <a:avLst/>
          </a:prstGeom>
          <a:noFill/>
        </p:spPr>
        <p:txBody>
          <a:bodyPr wrap="square" lIns="0" tIns="0" rIns="0" bIns="0" anchor="t">
            <a:spAutoFit/>
          </a:bodyPr>
          <a:lstStyle/>
          <a:p>
            <a:pPr>
              <a:lnSpc>
                <a:spcPct val="120000"/>
              </a:lnSpc>
            </a:pPr>
            <a:r>
              <a:rPr sz="1000" b="1">
                <a:solidFill>
                  <a:srgbClr val="C8641E"/>
                </a:solidFill>
                <a:latin typeface="Pretendard"/>
                <a:ea typeface="Pretendard"/>
                <a:cs typeface="Pretendard"/>
              </a:rPr>
              <a:t>02</a:t>
            </a:r>
          </a:p>
        </p:txBody>
      </p:sp>
      <p:sp>
        <p:nvSpPr>
          <p:cNvPr id="11" name="TextBox 10"/>
          <p:cNvSpPr txBox="1"/>
          <p:nvPr/>
        </p:nvSpPr>
        <p:spPr>
          <a:xfrm>
            <a:off x="8534400" y="3157728"/>
            <a:ext cx="3048000" cy="258532"/>
          </a:xfrm>
          <a:prstGeom prst="rect">
            <a:avLst/>
          </a:prstGeom>
          <a:noFill/>
        </p:spPr>
        <p:txBody>
          <a:bodyPr wrap="square" lIns="0" tIns="0" rIns="0" bIns="0" anchor="t">
            <a:spAutoFit/>
          </a:bodyPr>
          <a:lstStyle/>
          <a:p>
            <a:pPr>
              <a:lnSpc>
                <a:spcPct val="120000"/>
              </a:lnSpc>
            </a:pPr>
            <a:r>
              <a:rPr sz="1400" b="1">
                <a:solidFill>
                  <a:srgbClr val="2A1F17"/>
                </a:solidFill>
                <a:latin typeface="Pretendard"/>
                <a:ea typeface="Pretendard"/>
                <a:cs typeface="Pretendard"/>
              </a:rPr>
              <a:t>회전 촬영</a:t>
            </a:r>
          </a:p>
        </p:txBody>
      </p:sp>
      <p:sp>
        <p:nvSpPr>
          <p:cNvPr id="12" name="TextBox 11"/>
          <p:cNvSpPr txBox="1"/>
          <p:nvPr/>
        </p:nvSpPr>
        <p:spPr>
          <a:xfrm>
            <a:off x="8534400" y="3462528"/>
            <a:ext cx="3048000" cy="211596"/>
          </a:xfrm>
          <a:prstGeom prst="rect">
            <a:avLst/>
          </a:prstGeom>
          <a:noFill/>
        </p:spPr>
        <p:txBody>
          <a:bodyPr wrap="square" lIns="0" tIns="0" rIns="0" bIns="0" anchor="t">
            <a:spAutoFit/>
          </a:bodyPr>
          <a:lstStyle/>
          <a:p>
            <a:pPr>
              <a:lnSpc>
                <a:spcPct val="125000"/>
              </a:lnSpc>
            </a:pPr>
            <a:r>
              <a:rPr sz="1100">
                <a:solidFill>
                  <a:srgbClr val="5B4E44"/>
                </a:solidFill>
                <a:latin typeface="Pretendard"/>
                <a:ea typeface="Pretendard"/>
                <a:cs typeface="Pretendard"/>
              </a:rPr>
              <a:t>박스 자동 지정 · 모터 자동 회전</a:t>
            </a:r>
          </a:p>
        </p:txBody>
      </p:sp>
      <p:cxnSp>
        <p:nvCxnSpPr>
          <p:cNvPr id="13" name="Connector 12"/>
          <p:cNvCxnSpPr/>
          <p:nvPr/>
        </p:nvCxnSpPr>
        <p:spPr>
          <a:xfrm>
            <a:off x="8534400" y="3870960"/>
            <a:ext cx="3048000" cy="0"/>
          </a:xfrm>
          <a:prstGeom prst="line">
            <a:avLst/>
          </a:prstGeom>
          <a:ln w="12700">
            <a:solidFill>
              <a:srgbClr val="E9E1D6"/>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534400" y="3962400"/>
            <a:ext cx="609600" cy="169598"/>
          </a:xfrm>
          <a:prstGeom prst="rect">
            <a:avLst/>
          </a:prstGeom>
          <a:noFill/>
        </p:spPr>
        <p:txBody>
          <a:bodyPr wrap="square" lIns="0" tIns="0" rIns="0" bIns="0" anchor="t">
            <a:spAutoFit/>
          </a:bodyPr>
          <a:lstStyle/>
          <a:p>
            <a:pPr>
              <a:lnSpc>
                <a:spcPct val="120000"/>
              </a:lnSpc>
            </a:pPr>
            <a:r>
              <a:rPr sz="1000" b="1">
                <a:solidFill>
                  <a:srgbClr val="C8641E"/>
                </a:solidFill>
                <a:latin typeface="Pretendard"/>
                <a:ea typeface="Pretendard"/>
                <a:cs typeface="Pretendard"/>
              </a:rPr>
              <a:t>03</a:t>
            </a:r>
          </a:p>
        </p:txBody>
      </p:sp>
      <p:sp>
        <p:nvSpPr>
          <p:cNvPr id="15" name="TextBox 14"/>
          <p:cNvSpPr txBox="1"/>
          <p:nvPr/>
        </p:nvSpPr>
        <p:spPr>
          <a:xfrm>
            <a:off x="8534400" y="4194048"/>
            <a:ext cx="3048000" cy="237437"/>
          </a:xfrm>
          <a:prstGeom prst="rect">
            <a:avLst/>
          </a:prstGeom>
          <a:noFill/>
        </p:spPr>
        <p:txBody>
          <a:bodyPr wrap="square" lIns="0" tIns="0" rIns="0" bIns="0" anchor="t">
            <a:spAutoFit/>
          </a:bodyPr>
          <a:lstStyle/>
          <a:p>
            <a:pPr>
              <a:lnSpc>
                <a:spcPct val="120000"/>
              </a:lnSpc>
            </a:pPr>
            <a:r>
              <a:rPr sz="1400" b="1">
                <a:solidFill>
                  <a:srgbClr val="2A1F17"/>
                </a:solidFill>
                <a:latin typeface="Pretendard"/>
                <a:ea typeface="Pretendard"/>
                <a:cs typeface="Pretendard"/>
              </a:rPr>
              <a:t>학습 · 엔진 배포</a:t>
            </a:r>
          </a:p>
        </p:txBody>
      </p:sp>
      <p:sp>
        <p:nvSpPr>
          <p:cNvPr id="16" name="TextBox 15"/>
          <p:cNvSpPr txBox="1"/>
          <p:nvPr/>
        </p:nvSpPr>
        <p:spPr>
          <a:xfrm>
            <a:off x="8534400" y="4498848"/>
            <a:ext cx="3048000" cy="192938"/>
          </a:xfrm>
          <a:prstGeom prst="rect">
            <a:avLst/>
          </a:prstGeom>
          <a:noFill/>
        </p:spPr>
        <p:txBody>
          <a:bodyPr wrap="square" lIns="0" tIns="0" rIns="0" bIns="0" anchor="t">
            <a:spAutoFit/>
          </a:bodyPr>
          <a:lstStyle/>
          <a:p>
            <a:pPr>
              <a:lnSpc>
                <a:spcPct val="125000"/>
              </a:lnSpc>
            </a:pPr>
            <a:r>
              <a:rPr sz="1100">
                <a:solidFill>
                  <a:srgbClr val="5B4E44"/>
                </a:solidFill>
                <a:latin typeface="Pretendard"/>
                <a:ea typeface="Pretendard"/>
                <a:cs typeface="Pretendard"/>
              </a:rPr>
              <a:t>Jetson 전이학습 → TensorRT 엔진</a:t>
            </a:r>
          </a:p>
        </p:txBody>
      </p:sp>
      <p:cxnSp>
        <p:nvCxnSpPr>
          <p:cNvPr id="17" name="Connector 16"/>
          <p:cNvCxnSpPr/>
          <p:nvPr/>
        </p:nvCxnSpPr>
        <p:spPr>
          <a:xfrm>
            <a:off x="8534400" y="4907280"/>
            <a:ext cx="3048000" cy="0"/>
          </a:xfrm>
          <a:prstGeom prst="line">
            <a:avLst/>
          </a:prstGeom>
          <a:ln w="12700">
            <a:solidFill>
              <a:srgbClr val="E9E1D6"/>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534400" y="4998720"/>
            <a:ext cx="609600" cy="169598"/>
          </a:xfrm>
          <a:prstGeom prst="rect">
            <a:avLst/>
          </a:prstGeom>
          <a:noFill/>
        </p:spPr>
        <p:txBody>
          <a:bodyPr wrap="square" lIns="0" tIns="0" rIns="0" bIns="0" anchor="t">
            <a:spAutoFit/>
          </a:bodyPr>
          <a:lstStyle/>
          <a:p>
            <a:pPr>
              <a:lnSpc>
                <a:spcPct val="120000"/>
              </a:lnSpc>
            </a:pPr>
            <a:r>
              <a:rPr sz="1000" b="1">
                <a:solidFill>
                  <a:srgbClr val="C8641E"/>
                </a:solidFill>
                <a:latin typeface="Pretendard"/>
                <a:ea typeface="Pretendard"/>
                <a:cs typeface="Pretendard"/>
              </a:rPr>
              <a:t>04</a:t>
            </a:r>
          </a:p>
        </p:txBody>
      </p:sp>
      <p:sp>
        <p:nvSpPr>
          <p:cNvPr id="19" name="TextBox 18"/>
          <p:cNvSpPr txBox="1"/>
          <p:nvPr/>
        </p:nvSpPr>
        <p:spPr>
          <a:xfrm>
            <a:off x="8534400" y="5230368"/>
            <a:ext cx="3048000" cy="237437"/>
          </a:xfrm>
          <a:prstGeom prst="rect">
            <a:avLst/>
          </a:prstGeom>
          <a:noFill/>
        </p:spPr>
        <p:txBody>
          <a:bodyPr wrap="square" lIns="0" tIns="0" rIns="0" bIns="0" anchor="t">
            <a:spAutoFit/>
          </a:bodyPr>
          <a:lstStyle/>
          <a:p>
            <a:pPr>
              <a:lnSpc>
                <a:spcPct val="120000"/>
              </a:lnSpc>
            </a:pPr>
            <a:r>
              <a:rPr sz="1400" b="1">
                <a:solidFill>
                  <a:srgbClr val="2A1F17"/>
                </a:solidFill>
                <a:latin typeface="Pretendard"/>
                <a:ea typeface="Pretendard"/>
                <a:cs typeface="Pretendard"/>
              </a:rPr>
              <a:t>인식</a:t>
            </a:r>
          </a:p>
        </p:txBody>
      </p:sp>
      <p:sp>
        <p:nvSpPr>
          <p:cNvPr id="20" name="TextBox 19"/>
          <p:cNvSpPr txBox="1"/>
          <p:nvPr/>
        </p:nvSpPr>
        <p:spPr>
          <a:xfrm>
            <a:off x="8534400" y="5535168"/>
            <a:ext cx="3048000" cy="192938"/>
          </a:xfrm>
          <a:prstGeom prst="rect">
            <a:avLst/>
          </a:prstGeom>
          <a:noFill/>
        </p:spPr>
        <p:txBody>
          <a:bodyPr wrap="square" lIns="0" tIns="0" rIns="0" bIns="0" anchor="t">
            <a:spAutoFit/>
          </a:bodyPr>
          <a:lstStyle/>
          <a:p>
            <a:pPr>
              <a:lnSpc>
                <a:spcPct val="125000"/>
              </a:lnSpc>
            </a:pPr>
            <a:r>
              <a:rPr sz="1100">
                <a:solidFill>
                  <a:srgbClr val="5B4E44"/>
                </a:solidFill>
                <a:latin typeface="Pretendard"/>
                <a:ea typeface="Pretendard"/>
                <a:cs typeface="Pretendard"/>
              </a:rPr>
              <a:t>새 엔진으로 트레이 인식</a:t>
            </a:r>
          </a:p>
        </p:txBody>
      </p:sp>
      <p:sp>
        <p:nvSpPr>
          <p:cNvPr id="21" name="TextBox 20"/>
          <p:cNvSpPr txBox="1"/>
          <p:nvPr/>
        </p:nvSpPr>
        <p:spPr>
          <a:xfrm>
            <a:off x="609600" y="6473952"/>
            <a:ext cx="3657600" cy="130100"/>
          </a:xfrm>
          <a:prstGeom prst="rect">
            <a:avLst/>
          </a:prstGeom>
          <a:noFill/>
        </p:spPr>
        <p:txBody>
          <a:bodyPr wrap="square" lIns="0" tIns="0" rIns="0" bIns="0" anchor="t">
            <a:spAutoFit/>
          </a:bodyPr>
          <a:lstStyle/>
          <a:p>
            <a:pPr>
              <a:lnSpc>
                <a:spcPct val="120000"/>
              </a:lnSpc>
            </a:pPr>
            <a:r>
              <a:rPr sz="767">
                <a:solidFill>
                  <a:srgbClr val="8C8078"/>
                </a:solidFill>
                <a:latin typeface="Pretendard Medium"/>
                <a:ea typeface="Pretendard Medium"/>
                <a:cs typeface="Pretendard Medium"/>
              </a:rPr>
              <a:t>BreadVision · 6조</a:t>
            </a:r>
          </a:p>
        </p:txBody>
      </p:sp>
      <p:sp>
        <p:nvSpPr>
          <p:cNvPr id="22" name="TextBox 21"/>
          <p:cNvSpPr txBox="1"/>
          <p:nvPr/>
        </p:nvSpPr>
        <p:spPr>
          <a:xfrm>
            <a:off x="9144000" y="6473952"/>
            <a:ext cx="2438400" cy="141642"/>
          </a:xfrm>
          <a:prstGeom prst="rect">
            <a:avLst/>
          </a:prstGeom>
          <a:noFill/>
        </p:spPr>
        <p:txBody>
          <a:bodyPr wrap="square" lIns="0" tIns="0" rIns="0" bIns="0" anchor="t">
            <a:spAutoFit/>
          </a:bodyPr>
          <a:lstStyle/>
          <a:p>
            <a:pPr algn="r">
              <a:lnSpc>
                <a:spcPct val="120000"/>
              </a:lnSpc>
            </a:pPr>
            <a:r>
              <a:rPr sz="767" dirty="0">
                <a:solidFill>
                  <a:srgbClr val="8C8078"/>
                </a:solidFill>
                <a:latin typeface="Pretendard Medium"/>
                <a:ea typeface="Pretendard Medium"/>
                <a:cs typeface="Pretendard Medium"/>
              </a:rPr>
              <a:t>12 / </a:t>
            </a:r>
            <a:r>
              <a:rPr lang="en-US" altLang="ko-KR" sz="767" dirty="0" smtClean="0">
                <a:solidFill>
                  <a:srgbClr val="8C8078"/>
                </a:solidFill>
                <a:latin typeface="Pretendard Medium"/>
                <a:ea typeface="Pretendard Medium"/>
                <a:cs typeface="Pretendard Medium"/>
              </a:rPr>
              <a:t>36</a:t>
            </a:r>
            <a:endParaRPr sz="767" dirty="0">
              <a:solidFill>
                <a:srgbClr val="8C8078"/>
              </a:solidFill>
              <a:latin typeface="Pretendard Medium"/>
              <a:ea typeface="Pretendard Medium"/>
              <a:cs typeface="Pretendard Medium"/>
            </a:endParaRP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438912"/>
            <a:ext cx="10972800" cy="147028"/>
          </a:xfrm>
          <a:prstGeom prst="rect">
            <a:avLst/>
          </a:prstGeom>
          <a:noFill/>
        </p:spPr>
        <p:txBody>
          <a:bodyPr wrap="square" lIns="0" tIns="0" rIns="0" bIns="0" anchor="t">
            <a:spAutoFit/>
          </a:bodyPr>
          <a:lstStyle/>
          <a:p>
            <a:pPr>
              <a:lnSpc>
                <a:spcPct val="120000"/>
              </a:lnSpc>
            </a:pPr>
            <a:r>
              <a:rPr sz="867" spc="33">
                <a:solidFill>
                  <a:srgbClr val="C8641E"/>
                </a:solidFill>
                <a:latin typeface="Pretendard SemiBold"/>
                <a:ea typeface="Pretendard SemiBold"/>
                <a:cs typeface="Pretendard SemiBold"/>
              </a:rPr>
              <a:t>02  개발 목표 및 개발 결과</a:t>
            </a:r>
          </a:p>
        </p:txBody>
      </p:sp>
      <p:sp>
        <p:nvSpPr>
          <p:cNvPr id="3" name="TextBox 2"/>
          <p:cNvSpPr txBox="1"/>
          <p:nvPr/>
        </p:nvSpPr>
        <p:spPr>
          <a:xfrm>
            <a:off x="609600" y="621792"/>
            <a:ext cx="10972800" cy="389787"/>
          </a:xfrm>
          <a:prstGeom prst="rect">
            <a:avLst/>
          </a:prstGeom>
          <a:noFill/>
        </p:spPr>
        <p:txBody>
          <a:bodyPr wrap="square" lIns="0" tIns="0" rIns="0" bIns="0" anchor="t">
            <a:spAutoFit/>
          </a:bodyPr>
          <a:lstStyle/>
          <a:p>
            <a:r>
              <a:rPr sz="2533" b="1" spc="-40">
                <a:solidFill>
                  <a:srgbClr val="2A1F17"/>
                </a:solidFill>
                <a:latin typeface="Pretendard"/>
                <a:ea typeface="Pretendard"/>
                <a:cs typeface="Pretendard"/>
              </a:rPr>
              <a:t>시연 ② 새 빵 등록 결과</a:t>
            </a:r>
          </a:p>
        </p:txBody>
      </p:sp>
      <p:sp>
        <p:nvSpPr>
          <p:cNvPr id="4" name="TextBox 3"/>
          <p:cNvSpPr txBox="1"/>
          <p:nvPr/>
        </p:nvSpPr>
        <p:spPr>
          <a:xfrm>
            <a:off x="609600" y="1158240"/>
            <a:ext cx="10972800" cy="184666"/>
          </a:xfrm>
          <a:prstGeom prst="rect">
            <a:avLst/>
          </a:prstGeom>
          <a:noFill/>
        </p:spPr>
        <p:txBody>
          <a:bodyPr wrap="square" lIns="0" tIns="0" rIns="0" bIns="0" anchor="t">
            <a:spAutoFit/>
          </a:bodyPr>
          <a:lstStyle/>
          <a:p>
            <a:r>
              <a:rPr sz="1200">
                <a:solidFill>
                  <a:srgbClr val="8C8078"/>
                </a:solidFill>
                <a:latin typeface="Pretendard Medium"/>
                <a:ea typeface="Pretendard Medium"/>
                <a:cs typeface="Pretendard Medium"/>
              </a:rPr>
              <a:t>신규 학습 엔진 적용 후 트레이 인식 화면</a:t>
            </a:r>
          </a:p>
        </p:txBody>
      </p:sp>
      <p:sp>
        <p:nvSpPr>
          <p:cNvPr id="5" name="Rounded Rectangle 4"/>
          <p:cNvSpPr/>
          <p:nvPr/>
        </p:nvSpPr>
        <p:spPr>
          <a:xfrm>
            <a:off x="609600" y="1706880"/>
            <a:ext cx="7559040" cy="4450080"/>
          </a:xfrm>
          <a:prstGeom prst="roundRect">
            <a:avLst>
              <a:gd name="adj" fmla="val 2465"/>
            </a:avLst>
          </a:prstGeom>
          <a:solidFill>
            <a:srgbClr val="F4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pic>
        <p:nvPicPr>
          <p:cNvPr id="6" name="Picture 5" descr="s13_Group27_0.png"/>
          <p:cNvPicPr>
            <a:picLocks noChangeAspect="1"/>
          </p:cNvPicPr>
          <p:nvPr/>
        </p:nvPicPr>
        <p:blipFill>
          <a:blip r:embed="rId3"/>
          <a:stretch>
            <a:fillRect/>
          </a:stretch>
        </p:blipFill>
        <p:spPr>
          <a:xfrm>
            <a:off x="975472" y="1889760"/>
            <a:ext cx="6827295" cy="4084320"/>
          </a:xfrm>
          <a:prstGeom prst="roundRect">
            <a:avLst>
              <a:gd name="adj" fmla="val 1492"/>
            </a:avLst>
          </a:prstGeom>
          <a:ln w="12700">
            <a:solidFill>
              <a:srgbClr val="E9E1D6"/>
            </a:solidFill>
          </a:ln>
        </p:spPr>
      </p:pic>
      <p:sp>
        <p:nvSpPr>
          <p:cNvPr id="7" name="TextBox 6"/>
          <p:cNvSpPr txBox="1"/>
          <p:nvPr/>
        </p:nvSpPr>
        <p:spPr>
          <a:xfrm>
            <a:off x="8534400" y="1889760"/>
            <a:ext cx="609600" cy="169598"/>
          </a:xfrm>
          <a:prstGeom prst="rect">
            <a:avLst/>
          </a:prstGeom>
          <a:noFill/>
        </p:spPr>
        <p:txBody>
          <a:bodyPr wrap="square" lIns="0" tIns="0" rIns="0" bIns="0" anchor="t">
            <a:spAutoFit/>
          </a:bodyPr>
          <a:lstStyle/>
          <a:p>
            <a:pPr>
              <a:lnSpc>
                <a:spcPct val="120000"/>
              </a:lnSpc>
            </a:pPr>
            <a:r>
              <a:rPr sz="1000" b="1">
                <a:solidFill>
                  <a:srgbClr val="C8641E"/>
                </a:solidFill>
                <a:latin typeface="Pretendard"/>
                <a:ea typeface="Pretendard"/>
                <a:cs typeface="Pretendard"/>
              </a:rPr>
              <a:t>01</a:t>
            </a:r>
          </a:p>
        </p:txBody>
      </p:sp>
      <p:sp>
        <p:nvSpPr>
          <p:cNvPr id="8" name="TextBox 7"/>
          <p:cNvSpPr txBox="1"/>
          <p:nvPr/>
        </p:nvSpPr>
        <p:spPr>
          <a:xfrm>
            <a:off x="8534400" y="2121408"/>
            <a:ext cx="3048000" cy="237437"/>
          </a:xfrm>
          <a:prstGeom prst="rect">
            <a:avLst/>
          </a:prstGeom>
          <a:noFill/>
        </p:spPr>
        <p:txBody>
          <a:bodyPr wrap="square" lIns="0" tIns="0" rIns="0" bIns="0" anchor="t">
            <a:spAutoFit/>
          </a:bodyPr>
          <a:lstStyle/>
          <a:p>
            <a:pPr>
              <a:lnSpc>
                <a:spcPct val="120000"/>
              </a:lnSpc>
            </a:pPr>
            <a:r>
              <a:rPr sz="1400" b="1" dirty="0" err="1">
                <a:solidFill>
                  <a:srgbClr val="2A1F17"/>
                </a:solidFill>
                <a:latin typeface="Pretendard"/>
                <a:ea typeface="Pretendard"/>
                <a:cs typeface="Pretendard"/>
              </a:rPr>
              <a:t>상품</a:t>
            </a:r>
            <a:r>
              <a:rPr sz="1400" b="1" dirty="0">
                <a:solidFill>
                  <a:srgbClr val="2A1F17"/>
                </a:solidFill>
                <a:latin typeface="Pretendard"/>
                <a:ea typeface="Pretendard"/>
                <a:cs typeface="Pretendard"/>
              </a:rPr>
              <a:t> </a:t>
            </a:r>
            <a:r>
              <a:rPr sz="1400" b="1" dirty="0" err="1">
                <a:solidFill>
                  <a:srgbClr val="2A1F17"/>
                </a:solidFill>
                <a:latin typeface="Pretendard"/>
                <a:ea typeface="Pretendard"/>
                <a:cs typeface="Pretendard"/>
              </a:rPr>
              <a:t>등록</a:t>
            </a:r>
            <a:endParaRPr sz="1400" b="1" dirty="0">
              <a:solidFill>
                <a:srgbClr val="2A1F17"/>
              </a:solidFill>
              <a:latin typeface="Pretendard"/>
              <a:ea typeface="Pretendard"/>
              <a:cs typeface="Pretendard"/>
            </a:endParaRPr>
          </a:p>
        </p:txBody>
      </p:sp>
      <p:sp>
        <p:nvSpPr>
          <p:cNvPr id="9" name="TextBox 8"/>
          <p:cNvSpPr txBox="1"/>
          <p:nvPr/>
        </p:nvSpPr>
        <p:spPr>
          <a:xfrm>
            <a:off x="8534400" y="2426208"/>
            <a:ext cx="3048000" cy="192938"/>
          </a:xfrm>
          <a:prstGeom prst="rect">
            <a:avLst/>
          </a:prstGeom>
          <a:noFill/>
        </p:spPr>
        <p:txBody>
          <a:bodyPr wrap="square" lIns="0" tIns="0" rIns="0" bIns="0" anchor="t">
            <a:spAutoFit/>
          </a:bodyPr>
          <a:lstStyle/>
          <a:p>
            <a:pPr>
              <a:lnSpc>
                <a:spcPct val="125000"/>
              </a:lnSpc>
            </a:pPr>
            <a:r>
              <a:rPr sz="1100" dirty="0" err="1">
                <a:solidFill>
                  <a:srgbClr val="5B4E44"/>
                </a:solidFill>
                <a:latin typeface="Pretendard"/>
                <a:ea typeface="Pretendard"/>
                <a:cs typeface="Pretendard"/>
              </a:rPr>
              <a:t>상품</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관리</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탭에서</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신규</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상품</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추가</a:t>
            </a:r>
            <a:endParaRPr sz="1100" dirty="0">
              <a:solidFill>
                <a:srgbClr val="5B4E44"/>
              </a:solidFill>
              <a:latin typeface="Pretendard"/>
              <a:ea typeface="Pretendard"/>
              <a:cs typeface="Pretendard"/>
            </a:endParaRPr>
          </a:p>
        </p:txBody>
      </p:sp>
      <p:cxnSp>
        <p:nvCxnSpPr>
          <p:cNvPr id="10" name="Connector 9"/>
          <p:cNvCxnSpPr/>
          <p:nvPr/>
        </p:nvCxnSpPr>
        <p:spPr>
          <a:xfrm>
            <a:off x="8534400" y="2834640"/>
            <a:ext cx="3048000" cy="0"/>
          </a:xfrm>
          <a:prstGeom prst="line">
            <a:avLst/>
          </a:prstGeom>
          <a:ln w="12700">
            <a:solidFill>
              <a:srgbClr val="E9E1D6"/>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534400" y="2926080"/>
            <a:ext cx="609600" cy="169598"/>
          </a:xfrm>
          <a:prstGeom prst="rect">
            <a:avLst/>
          </a:prstGeom>
          <a:noFill/>
        </p:spPr>
        <p:txBody>
          <a:bodyPr wrap="square" lIns="0" tIns="0" rIns="0" bIns="0" anchor="t">
            <a:spAutoFit/>
          </a:bodyPr>
          <a:lstStyle/>
          <a:p>
            <a:pPr>
              <a:lnSpc>
                <a:spcPct val="120000"/>
              </a:lnSpc>
            </a:pPr>
            <a:r>
              <a:rPr sz="1000" b="1">
                <a:solidFill>
                  <a:srgbClr val="C8641E"/>
                </a:solidFill>
                <a:latin typeface="Pretendard"/>
                <a:ea typeface="Pretendard"/>
                <a:cs typeface="Pretendard"/>
              </a:rPr>
              <a:t>02</a:t>
            </a:r>
          </a:p>
        </p:txBody>
      </p:sp>
      <p:sp>
        <p:nvSpPr>
          <p:cNvPr id="12" name="TextBox 11"/>
          <p:cNvSpPr txBox="1"/>
          <p:nvPr/>
        </p:nvSpPr>
        <p:spPr>
          <a:xfrm>
            <a:off x="8534400" y="3157728"/>
            <a:ext cx="3048000" cy="237437"/>
          </a:xfrm>
          <a:prstGeom prst="rect">
            <a:avLst/>
          </a:prstGeom>
          <a:noFill/>
        </p:spPr>
        <p:txBody>
          <a:bodyPr wrap="square" lIns="0" tIns="0" rIns="0" bIns="0" anchor="t">
            <a:spAutoFit/>
          </a:bodyPr>
          <a:lstStyle/>
          <a:p>
            <a:pPr>
              <a:lnSpc>
                <a:spcPct val="120000"/>
              </a:lnSpc>
            </a:pPr>
            <a:r>
              <a:rPr sz="1400" b="1">
                <a:solidFill>
                  <a:srgbClr val="2A1F17"/>
                </a:solidFill>
                <a:latin typeface="Pretendard"/>
                <a:ea typeface="Pretendard"/>
                <a:cs typeface="Pretendard"/>
              </a:rPr>
              <a:t>회전 촬영</a:t>
            </a:r>
          </a:p>
        </p:txBody>
      </p:sp>
      <p:sp>
        <p:nvSpPr>
          <p:cNvPr id="13" name="TextBox 12"/>
          <p:cNvSpPr txBox="1"/>
          <p:nvPr/>
        </p:nvSpPr>
        <p:spPr>
          <a:xfrm>
            <a:off x="8534400" y="3462528"/>
            <a:ext cx="3048000" cy="192938"/>
          </a:xfrm>
          <a:prstGeom prst="rect">
            <a:avLst/>
          </a:prstGeom>
          <a:noFill/>
        </p:spPr>
        <p:txBody>
          <a:bodyPr wrap="square" lIns="0" tIns="0" rIns="0" bIns="0" anchor="t">
            <a:spAutoFit/>
          </a:bodyPr>
          <a:lstStyle/>
          <a:p>
            <a:pPr>
              <a:lnSpc>
                <a:spcPct val="125000"/>
              </a:lnSpc>
            </a:pPr>
            <a:r>
              <a:rPr sz="1100">
                <a:solidFill>
                  <a:srgbClr val="5B4E44"/>
                </a:solidFill>
                <a:latin typeface="Pretendard"/>
                <a:ea typeface="Pretendard"/>
                <a:cs typeface="Pretendard"/>
              </a:rPr>
              <a:t>박스 자동 지정 · 모터 자동 회전</a:t>
            </a:r>
          </a:p>
        </p:txBody>
      </p:sp>
      <p:cxnSp>
        <p:nvCxnSpPr>
          <p:cNvPr id="14" name="Connector 13"/>
          <p:cNvCxnSpPr/>
          <p:nvPr/>
        </p:nvCxnSpPr>
        <p:spPr>
          <a:xfrm>
            <a:off x="8534400" y="3870960"/>
            <a:ext cx="3048000" cy="0"/>
          </a:xfrm>
          <a:prstGeom prst="line">
            <a:avLst/>
          </a:prstGeom>
          <a:ln w="12700">
            <a:solidFill>
              <a:srgbClr val="E9E1D6"/>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534400" y="3962400"/>
            <a:ext cx="609600" cy="169598"/>
          </a:xfrm>
          <a:prstGeom prst="rect">
            <a:avLst/>
          </a:prstGeom>
          <a:noFill/>
        </p:spPr>
        <p:txBody>
          <a:bodyPr wrap="square" lIns="0" tIns="0" rIns="0" bIns="0" anchor="t">
            <a:spAutoFit/>
          </a:bodyPr>
          <a:lstStyle/>
          <a:p>
            <a:pPr>
              <a:lnSpc>
                <a:spcPct val="120000"/>
              </a:lnSpc>
            </a:pPr>
            <a:r>
              <a:rPr sz="1000" b="1">
                <a:solidFill>
                  <a:srgbClr val="C8641E"/>
                </a:solidFill>
                <a:latin typeface="Pretendard"/>
                <a:ea typeface="Pretendard"/>
                <a:cs typeface="Pretendard"/>
              </a:rPr>
              <a:t>03</a:t>
            </a:r>
          </a:p>
        </p:txBody>
      </p:sp>
      <p:sp>
        <p:nvSpPr>
          <p:cNvPr id="16" name="TextBox 15"/>
          <p:cNvSpPr txBox="1"/>
          <p:nvPr/>
        </p:nvSpPr>
        <p:spPr>
          <a:xfrm>
            <a:off x="8534400" y="4194048"/>
            <a:ext cx="3048000" cy="237437"/>
          </a:xfrm>
          <a:prstGeom prst="rect">
            <a:avLst/>
          </a:prstGeom>
          <a:noFill/>
        </p:spPr>
        <p:txBody>
          <a:bodyPr wrap="square" lIns="0" tIns="0" rIns="0" bIns="0" anchor="t">
            <a:spAutoFit/>
          </a:bodyPr>
          <a:lstStyle/>
          <a:p>
            <a:pPr>
              <a:lnSpc>
                <a:spcPct val="120000"/>
              </a:lnSpc>
            </a:pPr>
            <a:r>
              <a:rPr sz="1400" b="1">
                <a:solidFill>
                  <a:srgbClr val="2A1F17"/>
                </a:solidFill>
                <a:latin typeface="Pretendard"/>
                <a:ea typeface="Pretendard"/>
                <a:cs typeface="Pretendard"/>
              </a:rPr>
              <a:t>학습 · 엔진 배포</a:t>
            </a:r>
          </a:p>
        </p:txBody>
      </p:sp>
      <p:sp>
        <p:nvSpPr>
          <p:cNvPr id="17" name="TextBox 16"/>
          <p:cNvSpPr txBox="1"/>
          <p:nvPr/>
        </p:nvSpPr>
        <p:spPr>
          <a:xfrm>
            <a:off x="8534400" y="4498848"/>
            <a:ext cx="3048000" cy="192938"/>
          </a:xfrm>
          <a:prstGeom prst="rect">
            <a:avLst/>
          </a:prstGeom>
          <a:noFill/>
        </p:spPr>
        <p:txBody>
          <a:bodyPr wrap="square" lIns="0" tIns="0" rIns="0" bIns="0" anchor="t">
            <a:spAutoFit/>
          </a:bodyPr>
          <a:lstStyle/>
          <a:p>
            <a:pPr>
              <a:lnSpc>
                <a:spcPct val="125000"/>
              </a:lnSpc>
            </a:pPr>
            <a:r>
              <a:rPr sz="1100">
                <a:solidFill>
                  <a:srgbClr val="5B4E44"/>
                </a:solidFill>
                <a:latin typeface="Pretendard"/>
                <a:ea typeface="Pretendard"/>
                <a:cs typeface="Pretendard"/>
              </a:rPr>
              <a:t>Jetson 전이학습 → TensorRT 엔진</a:t>
            </a:r>
          </a:p>
        </p:txBody>
      </p:sp>
      <p:cxnSp>
        <p:nvCxnSpPr>
          <p:cNvPr id="18" name="Connector 17"/>
          <p:cNvCxnSpPr/>
          <p:nvPr/>
        </p:nvCxnSpPr>
        <p:spPr>
          <a:xfrm>
            <a:off x="8534400" y="4907280"/>
            <a:ext cx="3048000" cy="0"/>
          </a:xfrm>
          <a:prstGeom prst="line">
            <a:avLst/>
          </a:prstGeom>
          <a:ln w="12700">
            <a:solidFill>
              <a:srgbClr val="E9E1D6"/>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534400" y="4998720"/>
            <a:ext cx="609600" cy="169598"/>
          </a:xfrm>
          <a:prstGeom prst="rect">
            <a:avLst/>
          </a:prstGeom>
          <a:noFill/>
        </p:spPr>
        <p:txBody>
          <a:bodyPr wrap="square" lIns="0" tIns="0" rIns="0" bIns="0" anchor="t">
            <a:spAutoFit/>
          </a:bodyPr>
          <a:lstStyle/>
          <a:p>
            <a:pPr>
              <a:lnSpc>
                <a:spcPct val="120000"/>
              </a:lnSpc>
            </a:pPr>
            <a:r>
              <a:rPr sz="1000" b="1">
                <a:solidFill>
                  <a:srgbClr val="C8641E"/>
                </a:solidFill>
                <a:latin typeface="Pretendard"/>
                <a:ea typeface="Pretendard"/>
                <a:cs typeface="Pretendard"/>
              </a:rPr>
              <a:t>04</a:t>
            </a:r>
          </a:p>
        </p:txBody>
      </p:sp>
      <p:sp>
        <p:nvSpPr>
          <p:cNvPr id="20" name="TextBox 19"/>
          <p:cNvSpPr txBox="1"/>
          <p:nvPr/>
        </p:nvSpPr>
        <p:spPr>
          <a:xfrm>
            <a:off x="8534400" y="5230368"/>
            <a:ext cx="3048000" cy="237437"/>
          </a:xfrm>
          <a:prstGeom prst="rect">
            <a:avLst/>
          </a:prstGeom>
          <a:noFill/>
        </p:spPr>
        <p:txBody>
          <a:bodyPr wrap="square" lIns="0" tIns="0" rIns="0" bIns="0" anchor="t">
            <a:spAutoFit/>
          </a:bodyPr>
          <a:lstStyle/>
          <a:p>
            <a:pPr>
              <a:lnSpc>
                <a:spcPct val="120000"/>
              </a:lnSpc>
            </a:pPr>
            <a:r>
              <a:rPr sz="1400" b="1">
                <a:solidFill>
                  <a:srgbClr val="2A1F17"/>
                </a:solidFill>
                <a:latin typeface="Pretendard"/>
                <a:ea typeface="Pretendard"/>
                <a:cs typeface="Pretendard"/>
              </a:rPr>
              <a:t>인식</a:t>
            </a:r>
          </a:p>
        </p:txBody>
      </p:sp>
      <p:sp>
        <p:nvSpPr>
          <p:cNvPr id="21" name="TextBox 20"/>
          <p:cNvSpPr txBox="1"/>
          <p:nvPr/>
        </p:nvSpPr>
        <p:spPr>
          <a:xfrm>
            <a:off x="8534400" y="5535168"/>
            <a:ext cx="3048000" cy="192938"/>
          </a:xfrm>
          <a:prstGeom prst="rect">
            <a:avLst/>
          </a:prstGeom>
          <a:noFill/>
        </p:spPr>
        <p:txBody>
          <a:bodyPr wrap="square" lIns="0" tIns="0" rIns="0" bIns="0" anchor="t">
            <a:spAutoFit/>
          </a:bodyPr>
          <a:lstStyle/>
          <a:p>
            <a:pPr>
              <a:lnSpc>
                <a:spcPct val="125000"/>
              </a:lnSpc>
            </a:pPr>
            <a:r>
              <a:rPr sz="1100">
                <a:solidFill>
                  <a:srgbClr val="5B4E44"/>
                </a:solidFill>
                <a:latin typeface="Pretendard"/>
                <a:ea typeface="Pretendard"/>
                <a:cs typeface="Pretendard"/>
              </a:rPr>
              <a:t>새 엔진으로 트레이 인식</a:t>
            </a:r>
          </a:p>
        </p:txBody>
      </p:sp>
      <p:sp>
        <p:nvSpPr>
          <p:cNvPr id="22" name="TextBox 21"/>
          <p:cNvSpPr txBox="1"/>
          <p:nvPr/>
        </p:nvSpPr>
        <p:spPr>
          <a:xfrm>
            <a:off x="609600" y="6473952"/>
            <a:ext cx="3657600" cy="130100"/>
          </a:xfrm>
          <a:prstGeom prst="rect">
            <a:avLst/>
          </a:prstGeom>
          <a:noFill/>
        </p:spPr>
        <p:txBody>
          <a:bodyPr wrap="square" lIns="0" tIns="0" rIns="0" bIns="0" anchor="t">
            <a:spAutoFit/>
          </a:bodyPr>
          <a:lstStyle/>
          <a:p>
            <a:pPr>
              <a:lnSpc>
                <a:spcPct val="120000"/>
              </a:lnSpc>
            </a:pPr>
            <a:r>
              <a:rPr sz="767">
                <a:solidFill>
                  <a:srgbClr val="8C8078"/>
                </a:solidFill>
                <a:latin typeface="Pretendard Medium"/>
                <a:ea typeface="Pretendard Medium"/>
                <a:cs typeface="Pretendard Medium"/>
              </a:rPr>
              <a:t>BreadVision · 6조</a:t>
            </a:r>
          </a:p>
        </p:txBody>
      </p:sp>
      <p:sp>
        <p:nvSpPr>
          <p:cNvPr id="23" name="TextBox 22"/>
          <p:cNvSpPr txBox="1"/>
          <p:nvPr/>
        </p:nvSpPr>
        <p:spPr>
          <a:xfrm>
            <a:off x="9144000" y="6473952"/>
            <a:ext cx="2438400" cy="141642"/>
          </a:xfrm>
          <a:prstGeom prst="rect">
            <a:avLst/>
          </a:prstGeom>
          <a:noFill/>
        </p:spPr>
        <p:txBody>
          <a:bodyPr wrap="square" lIns="0" tIns="0" rIns="0" bIns="0" anchor="t">
            <a:spAutoFit/>
          </a:bodyPr>
          <a:lstStyle/>
          <a:p>
            <a:pPr algn="r">
              <a:lnSpc>
                <a:spcPct val="120000"/>
              </a:lnSpc>
            </a:pPr>
            <a:r>
              <a:rPr sz="767" dirty="0">
                <a:solidFill>
                  <a:srgbClr val="8C8078"/>
                </a:solidFill>
                <a:latin typeface="Pretendard Medium"/>
                <a:ea typeface="Pretendard Medium"/>
                <a:cs typeface="Pretendard Medium"/>
              </a:rPr>
              <a:t>13 / </a:t>
            </a:r>
            <a:r>
              <a:rPr lang="en-US" altLang="ko-KR" sz="767" dirty="0" smtClean="0">
                <a:solidFill>
                  <a:srgbClr val="8C8078"/>
                </a:solidFill>
                <a:latin typeface="Pretendard Medium"/>
                <a:ea typeface="Pretendard Medium"/>
                <a:cs typeface="Pretendard Medium"/>
              </a:rPr>
              <a:t>36</a:t>
            </a:r>
            <a:endParaRPr sz="767" dirty="0">
              <a:solidFill>
                <a:srgbClr val="8C8078"/>
              </a:solidFill>
              <a:latin typeface="Pretendard Medium"/>
              <a:ea typeface="Pretendard Medium"/>
              <a:cs typeface="Pretendard Medium"/>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438912"/>
            <a:ext cx="10972800" cy="147028"/>
          </a:xfrm>
          <a:prstGeom prst="rect">
            <a:avLst/>
          </a:prstGeom>
          <a:noFill/>
        </p:spPr>
        <p:txBody>
          <a:bodyPr wrap="square" lIns="0" tIns="0" rIns="0" bIns="0" anchor="t">
            <a:spAutoFit/>
          </a:bodyPr>
          <a:lstStyle/>
          <a:p>
            <a:pPr>
              <a:lnSpc>
                <a:spcPct val="120000"/>
              </a:lnSpc>
            </a:pPr>
            <a:r>
              <a:rPr sz="867" spc="33">
                <a:solidFill>
                  <a:srgbClr val="C8641E"/>
                </a:solidFill>
                <a:latin typeface="Pretendard SemiBold"/>
                <a:ea typeface="Pretendard SemiBold"/>
                <a:cs typeface="Pretendard SemiBold"/>
              </a:rPr>
              <a:t>02  개발 목표 및 개발 결과</a:t>
            </a:r>
          </a:p>
        </p:txBody>
      </p:sp>
      <p:sp>
        <p:nvSpPr>
          <p:cNvPr id="3" name="TextBox 2"/>
          <p:cNvSpPr txBox="1"/>
          <p:nvPr/>
        </p:nvSpPr>
        <p:spPr>
          <a:xfrm>
            <a:off x="609600" y="621792"/>
            <a:ext cx="10972800" cy="389787"/>
          </a:xfrm>
          <a:prstGeom prst="rect">
            <a:avLst/>
          </a:prstGeom>
          <a:noFill/>
        </p:spPr>
        <p:txBody>
          <a:bodyPr wrap="square" lIns="0" tIns="0" rIns="0" bIns="0" anchor="t">
            <a:spAutoFit/>
          </a:bodyPr>
          <a:lstStyle/>
          <a:p>
            <a:r>
              <a:rPr sz="2533" b="1" spc="-40">
                <a:solidFill>
                  <a:srgbClr val="2A1F17"/>
                </a:solidFill>
                <a:latin typeface="Pretendard"/>
                <a:ea typeface="Pretendard"/>
                <a:cs typeface="Pretendard"/>
              </a:rPr>
              <a:t>시연 ③ 회원 적립</a:t>
            </a:r>
          </a:p>
        </p:txBody>
      </p:sp>
      <p:sp>
        <p:nvSpPr>
          <p:cNvPr id="4" name="TextBox 3"/>
          <p:cNvSpPr txBox="1"/>
          <p:nvPr/>
        </p:nvSpPr>
        <p:spPr>
          <a:xfrm>
            <a:off x="609600" y="1158240"/>
            <a:ext cx="10972800" cy="184666"/>
          </a:xfrm>
          <a:prstGeom prst="rect">
            <a:avLst/>
          </a:prstGeom>
          <a:noFill/>
        </p:spPr>
        <p:txBody>
          <a:bodyPr wrap="square" lIns="0" tIns="0" rIns="0" bIns="0" anchor="t">
            <a:spAutoFit/>
          </a:bodyPr>
          <a:lstStyle/>
          <a:p>
            <a:r>
              <a:rPr sz="1200">
                <a:solidFill>
                  <a:srgbClr val="8C8078"/>
                </a:solidFill>
                <a:latin typeface="Pretendard Medium"/>
                <a:ea typeface="Pretendard Medium"/>
                <a:cs typeface="Pretendard Medium"/>
              </a:rPr>
              <a:t>앱 회원가입 → QR 인식 → 포인트 적립 → AI 빵 추천</a:t>
            </a:r>
          </a:p>
        </p:txBody>
      </p:sp>
      <p:pic>
        <p:nvPicPr>
          <p:cNvPr id="5" name="s14_Picture27_video.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609600" y="1713709"/>
            <a:ext cx="2072640" cy="4436420"/>
          </a:xfrm>
          <a:prstGeom prst="rect">
            <a:avLst/>
          </a:prstGeom>
        </p:spPr>
      </p:pic>
      <p:pic>
        <p:nvPicPr>
          <p:cNvPr id="6" name="s14_Picture28_video.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2895600" y="2431732"/>
            <a:ext cx="5334000" cy="3000375"/>
          </a:xfrm>
          <a:prstGeom prst="rect">
            <a:avLst/>
          </a:prstGeom>
        </p:spPr>
      </p:pic>
      <p:sp>
        <p:nvSpPr>
          <p:cNvPr id="7" name="TextBox 6"/>
          <p:cNvSpPr txBox="1"/>
          <p:nvPr/>
        </p:nvSpPr>
        <p:spPr>
          <a:xfrm>
            <a:off x="8534400" y="1889760"/>
            <a:ext cx="609600" cy="169598"/>
          </a:xfrm>
          <a:prstGeom prst="rect">
            <a:avLst/>
          </a:prstGeom>
          <a:noFill/>
        </p:spPr>
        <p:txBody>
          <a:bodyPr wrap="square" lIns="0" tIns="0" rIns="0" bIns="0" anchor="t">
            <a:spAutoFit/>
          </a:bodyPr>
          <a:lstStyle/>
          <a:p>
            <a:pPr>
              <a:lnSpc>
                <a:spcPct val="120000"/>
              </a:lnSpc>
            </a:pPr>
            <a:r>
              <a:rPr sz="1000" b="1">
                <a:solidFill>
                  <a:srgbClr val="C8641E"/>
                </a:solidFill>
                <a:latin typeface="Pretendard"/>
                <a:ea typeface="Pretendard"/>
                <a:cs typeface="Pretendard"/>
              </a:rPr>
              <a:t>01</a:t>
            </a:r>
          </a:p>
        </p:txBody>
      </p:sp>
      <p:sp>
        <p:nvSpPr>
          <p:cNvPr id="8" name="TextBox 7"/>
          <p:cNvSpPr txBox="1"/>
          <p:nvPr/>
        </p:nvSpPr>
        <p:spPr>
          <a:xfrm>
            <a:off x="8534400" y="2121408"/>
            <a:ext cx="3048000" cy="258532"/>
          </a:xfrm>
          <a:prstGeom prst="rect">
            <a:avLst/>
          </a:prstGeom>
          <a:noFill/>
        </p:spPr>
        <p:txBody>
          <a:bodyPr wrap="square" lIns="0" tIns="0" rIns="0" bIns="0" anchor="t">
            <a:spAutoFit/>
          </a:bodyPr>
          <a:lstStyle/>
          <a:p>
            <a:pPr>
              <a:lnSpc>
                <a:spcPct val="120000"/>
              </a:lnSpc>
            </a:pPr>
            <a:r>
              <a:rPr sz="1400" b="1" dirty="0" err="1">
                <a:solidFill>
                  <a:srgbClr val="2A1F17"/>
                </a:solidFill>
                <a:latin typeface="Pretendard"/>
                <a:ea typeface="Pretendard"/>
                <a:cs typeface="Pretendard"/>
              </a:rPr>
              <a:t>회원가입</a:t>
            </a:r>
            <a:endParaRPr sz="1400" b="1" dirty="0">
              <a:solidFill>
                <a:srgbClr val="2A1F17"/>
              </a:solidFill>
              <a:latin typeface="Pretendard"/>
              <a:ea typeface="Pretendard"/>
              <a:cs typeface="Pretendard"/>
            </a:endParaRPr>
          </a:p>
        </p:txBody>
      </p:sp>
      <p:sp>
        <p:nvSpPr>
          <p:cNvPr id="9" name="TextBox 8"/>
          <p:cNvSpPr txBox="1"/>
          <p:nvPr/>
        </p:nvSpPr>
        <p:spPr>
          <a:xfrm>
            <a:off x="8534400" y="2426208"/>
            <a:ext cx="3048000" cy="192938"/>
          </a:xfrm>
          <a:prstGeom prst="rect">
            <a:avLst/>
          </a:prstGeom>
          <a:noFill/>
        </p:spPr>
        <p:txBody>
          <a:bodyPr wrap="square" lIns="0" tIns="0" rIns="0" bIns="0" anchor="t">
            <a:spAutoFit/>
          </a:bodyPr>
          <a:lstStyle/>
          <a:p>
            <a:pPr>
              <a:lnSpc>
                <a:spcPct val="125000"/>
              </a:lnSpc>
            </a:pPr>
            <a:r>
              <a:rPr sz="1100" dirty="0" err="1">
                <a:solidFill>
                  <a:srgbClr val="5B4E44"/>
                </a:solidFill>
                <a:latin typeface="Pretendard"/>
                <a:ea typeface="Pretendard"/>
                <a:cs typeface="Pretendard"/>
              </a:rPr>
              <a:t>앱에서</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계정</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생성</a:t>
            </a:r>
            <a:endParaRPr sz="1100" dirty="0">
              <a:solidFill>
                <a:srgbClr val="5B4E44"/>
              </a:solidFill>
              <a:latin typeface="Pretendard"/>
              <a:ea typeface="Pretendard"/>
              <a:cs typeface="Pretendard"/>
            </a:endParaRPr>
          </a:p>
        </p:txBody>
      </p:sp>
      <p:cxnSp>
        <p:nvCxnSpPr>
          <p:cNvPr id="10" name="Connector 9"/>
          <p:cNvCxnSpPr/>
          <p:nvPr/>
        </p:nvCxnSpPr>
        <p:spPr>
          <a:xfrm>
            <a:off x="8534400" y="2834640"/>
            <a:ext cx="3048000" cy="0"/>
          </a:xfrm>
          <a:prstGeom prst="line">
            <a:avLst/>
          </a:prstGeom>
          <a:ln w="12700">
            <a:solidFill>
              <a:srgbClr val="E9E1D6"/>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534400" y="2926080"/>
            <a:ext cx="609600" cy="169598"/>
          </a:xfrm>
          <a:prstGeom prst="rect">
            <a:avLst/>
          </a:prstGeom>
          <a:noFill/>
        </p:spPr>
        <p:txBody>
          <a:bodyPr wrap="square" lIns="0" tIns="0" rIns="0" bIns="0" anchor="t">
            <a:spAutoFit/>
          </a:bodyPr>
          <a:lstStyle/>
          <a:p>
            <a:pPr>
              <a:lnSpc>
                <a:spcPct val="120000"/>
              </a:lnSpc>
            </a:pPr>
            <a:r>
              <a:rPr sz="1000" b="1">
                <a:solidFill>
                  <a:srgbClr val="C8641E"/>
                </a:solidFill>
                <a:latin typeface="Pretendard"/>
                <a:ea typeface="Pretendard"/>
                <a:cs typeface="Pretendard"/>
              </a:rPr>
              <a:t>02</a:t>
            </a:r>
          </a:p>
        </p:txBody>
      </p:sp>
      <p:sp>
        <p:nvSpPr>
          <p:cNvPr id="12" name="TextBox 11"/>
          <p:cNvSpPr txBox="1"/>
          <p:nvPr/>
        </p:nvSpPr>
        <p:spPr>
          <a:xfrm>
            <a:off x="8534400" y="3157728"/>
            <a:ext cx="3048000" cy="258532"/>
          </a:xfrm>
          <a:prstGeom prst="rect">
            <a:avLst/>
          </a:prstGeom>
          <a:noFill/>
        </p:spPr>
        <p:txBody>
          <a:bodyPr wrap="square" lIns="0" tIns="0" rIns="0" bIns="0" anchor="t">
            <a:spAutoFit/>
          </a:bodyPr>
          <a:lstStyle/>
          <a:p>
            <a:pPr>
              <a:lnSpc>
                <a:spcPct val="120000"/>
              </a:lnSpc>
            </a:pPr>
            <a:r>
              <a:rPr sz="1400" b="1">
                <a:solidFill>
                  <a:srgbClr val="2A1F17"/>
                </a:solidFill>
                <a:latin typeface="Pretendard"/>
                <a:ea typeface="Pretendard"/>
                <a:cs typeface="Pretendard"/>
              </a:rPr>
              <a:t>QR 인식</a:t>
            </a:r>
          </a:p>
        </p:txBody>
      </p:sp>
      <p:sp>
        <p:nvSpPr>
          <p:cNvPr id="13" name="TextBox 12"/>
          <p:cNvSpPr txBox="1"/>
          <p:nvPr/>
        </p:nvSpPr>
        <p:spPr>
          <a:xfrm>
            <a:off x="8534400" y="3462528"/>
            <a:ext cx="3048000" cy="211596"/>
          </a:xfrm>
          <a:prstGeom prst="rect">
            <a:avLst/>
          </a:prstGeom>
          <a:noFill/>
        </p:spPr>
        <p:txBody>
          <a:bodyPr wrap="square" lIns="0" tIns="0" rIns="0" bIns="0" anchor="t">
            <a:spAutoFit/>
          </a:bodyPr>
          <a:lstStyle/>
          <a:p>
            <a:pPr>
              <a:lnSpc>
                <a:spcPct val="125000"/>
              </a:lnSpc>
            </a:pPr>
            <a:r>
              <a:rPr sz="1100">
                <a:solidFill>
                  <a:srgbClr val="5B4E44"/>
                </a:solidFill>
                <a:latin typeface="Pretendard"/>
                <a:ea typeface="Pretendard"/>
                <a:cs typeface="Pretendard"/>
              </a:rPr>
              <a:t>POS 카메라로 개인 QR 스캔</a:t>
            </a:r>
          </a:p>
        </p:txBody>
      </p:sp>
      <p:cxnSp>
        <p:nvCxnSpPr>
          <p:cNvPr id="14" name="Connector 13"/>
          <p:cNvCxnSpPr/>
          <p:nvPr/>
        </p:nvCxnSpPr>
        <p:spPr>
          <a:xfrm>
            <a:off x="8534400" y="3870960"/>
            <a:ext cx="3048000" cy="0"/>
          </a:xfrm>
          <a:prstGeom prst="line">
            <a:avLst/>
          </a:prstGeom>
          <a:ln w="12700">
            <a:solidFill>
              <a:srgbClr val="E9E1D6"/>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534400" y="3962400"/>
            <a:ext cx="609600" cy="169598"/>
          </a:xfrm>
          <a:prstGeom prst="rect">
            <a:avLst/>
          </a:prstGeom>
          <a:noFill/>
        </p:spPr>
        <p:txBody>
          <a:bodyPr wrap="square" lIns="0" tIns="0" rIns="0" bIns="0" anchor="t">
            <a:spAutoFit/>
          </a:bodyPr>
          <a:lstStyle/>
          <a:p>
            <a:pPr>
              <a:lnSpc>
                <a:spcPct val="120000"/>
              </a:lnSpc>
            </a:pPr>
            <a:r>
              <a:rPr sz="1000" b="1">
                <a:solidFill>
                  <a:srgbClr val="C8641E"/>
                </a:solidFill>
                <a:latin typeface="Pretendard"/>
                <a:ea typeface="Pretendard"/>
                <a:cs typeface="Pretendard"/>
              </a:rPr>
              <a:t>03</a:t>
            </a:r>
          </a:p>
        </p:txBody>
      </p:sp>
      <p:sp>
        <p:nvSpPr>
          <p:cNvPr id="16" name="TextBox 15"/>
          <p:cNvSpPr txBox="1"/>
          <p:nvPr/>
        </p:nvSpPr>
        <p:spPr>
          <a:xfrm>
            <a:off x="8534400" y="4194048"/>
            <a:ext cx="3048000" cy="258532"/>
          </a:xfrm>
          <a:prstGeom prst="rect">
            <a:avLst/>
          </a:prstGeom>
          <a:noFill/>
        </p:spPr>
        <p:txBody>
          <a:bodyPr wrap="square" lIns="0" tIns="0" rIns="0" bIns="0" anchor="t">
            <a:spAutoFit/>
          </a:bodyPr>
          <a:lstStyle/>
          <a:p>
            <a:pPr>
              <a:lnSpc>
                <a:spcPct val="120000"/>
              </a:lnSpc>
            </a:pPr>
            <a:r>
              <a:rPr sz="1400" b="1">
                <a:solidFill>
                  <a:srgbClr val="2A1F17"/>
                </a:solidFill>
                <a:latin typeface="Pretendard"/>
                <a:ea typeface="Pretendard"/>
                <a:cs typeface="Pretendard"/>
              </a:rPr>
              <a:t>포인트 적립</a:t>
            </a:r>
          </a:p>
        </p:txBody>
      </p:sp>
      <p:sp>
        <p:nvSpPr>
          <p:cNvPr id="17" name="TextBox 16"/>
          <p:cNvSpPr txBox="1"/>
          <p:nvPr/>
        </p:nvSpPr>
        <p:spPr>
          <a:xfrm>
            <a:off x="8534400" y="4498848"/>
            <a:ext cx="3048000" cy="211596"/>
          </a:xfrm>
          <a:prstGeom prst="rect">
            <a:avLst/>
          </a:prstGeom>
          <a:noFill/>
        </p:spPr>
        <p:txBody>
          <a:bodyPr wrap="square" lIns="0" tIns="0" rIns="0" bIns="0" anchor="t">
            <a:spAutoFit/>
          </a:bodyPr>
          <a:lstStyle/>
          <a:p>
            <a:pPr>
              <a:lnSpc>
                <a:spcPct val="125000"/>
              </a:lnSpc>
            </a:pPr>
            <a:r>
              <a:rPr sz="1100">
                <a:solidFill>
                  <a:srgbClr val="5B4E44"/>
                </a:solidFill>
                <a:latin typeface="Pretendard"/>
                <a:ea typeface="Pretendard"/>
                <a:cs typeface="Pretendard"/>
              </a:rPr>
              <a:t>결제 금액 3% 적립</a:t>
            </a:r>
          </a:p>
        </p:txBody>
      </p:sp>
      <p:cxnSp>
        <p:nvCxnSpPr>
          <p:cNvPr id="18" name="Connector 17"/>
          <p:cNvCxnSpPr/>
          <p:nvPr/>
        </p:nvCxnSpPr>
        <p:spPr>
          <a:xfrm>
            <a:off x="8534400" y="4907280"/>
            <a:ext cx="3048000" cy="0"/>
          </a:xfrm>
          <a:prstGeom prst="line">
            <a:avLst/>
          </a:prstGeom>
          <a:ln w="12700">
            <a:solidFill>
              <a:srgbClr val="E9E1D6"/>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534400" y="4998720"/>
            <a:ext cx="609600" cy="169598"/>
          </a:xfrm>
          <a:prstGeom prst="rect">
            <a:avLst/>
          </a:prstGeom>
          <a:noFill/>
        </p:spPr>
        <p:txBody>
          <a:bodyPr wrap="square" lIns="0" tIns="0" rIns="0" bIns="0" anchor="t">
            <a:spAutoFit/>
          </a:bodyPr>
          <a:lstStyle/>
          <a:p>
            <a:pPr>
              <a:lnSpc>
                <a:spcPct val="120000"/>
              </a:lnSpc>
            </a:pPr>
            <a:r>
              <a:rPr sz="1000" b="1">
                <a:solidFill>
                  <a:srgbClr val="C8641E"/>
                </a:solidFill>
                <a:latin typeface="Pretendard"/>
                <a:ea typeface="Pretendard"/>
                <a:cs typeface="Pretendard"/>
              </a:rPr>
              <a:t>04</a:t>
            </a:r>
          </a:p>
        </p:txBody>
      </p:sp>
      <p:sp>
        <p:nvSpPr>
          <p:cNvPr id="20" name="TextBox 19"/>
          <p:cNvSpPr txBox="1"/>
          <p:nvPr/>
        </p:nvSpPr>
        <p:spPr>
          <a:xfrm>
            <a:off x="8534400" y="5230368"/>
            <a:ext cx="3048000" cy="258532"/>
          </a:xfrm>
          <a:prstGeom prst="rect">
            <a:avLst/>
          </a:prstGeom>
          <a:noFill/>
        </p:spPr>
        <p:txBody>
          <a:bodyPr wrap="square" lIns="0" tIns="0" rIns="0" bIns="0" anchor="t">
            <a:spAutoFit/>
          </a:bodyPr>
          <a:lstStyle/>
          <a:p>
            <a:pPr>
              <a:lnSpc>
                <a:spcPct val="120000"/>
              </a:lnSpc>
            </a:pPr>
            <a:r>
              <a:rPr sz="1400" b="1">
                <a:solidFill>
                  <a:srgbClr val="2A1F17"/>
                </a:solidFill>
                <a:latin typeface="Pretendard"/>
                <a:ea typeface="Pretendard"/>
                <a:cs typeface="Pretendard"/>
              </a:rPr>
              <a:t>AI 빵 추천</a:t>
            </a:r>
          </a:p>
        </p:txBody>
      </p:sp>
      <p:sp>
        <p:nvSpPr>
          <p:cNvPr id="21" name="TextBox 20"/>
          <p:cNvSpPr txBox="1"/>
          <p:nvPr/>
        </p:nvSpPr>
        <p:spPr>
          <a:xfrm>
            <a:off x="8534400" y="5535168"/>
            <a:ext cx="3048000" cy="211596"/>
          </a:xfrm>
          <a:prstGeom prst="rect">
            <a:avLst/>
          </a:prstGeom>
          <a:noFill/>
        </p:spPr>
        <p:txBody>
          <a:bodyPr wrap="square" lIns="0" tIns="0" rIns="0" bIns="0" anchor="t">
            <a:spAutoFit/>
          </a:bodyPr>
          <a:lstStyle/>
          <a:p>
            <a:pPr>
              <a:lnSpc>
                <a:spcPct val="125000"/>
              </a:lnSpc>
            </a:pPr>
            <a:r>
              <a:rPr sz="1100">
                <a:solidFill>
                  <a:srgbClr val="5B4E44"/>
                </a:solidFill>
                <a:latin typeface="Pretendard"/>
                <a:ea typeface="Pretendard"/>
                <a:cs typeface="Pretendard"/>
              </a:rPr>
              <a:t>조건 입력 후 추천 확인</a:t>
            </a:r>
          </a:p>
        </p:txBody>
      </p:sp>
      <p:sp>
        <p:nvSpPr>
          <p:cNvPr id="22" name="TextBox 21"/>
          <p:cNvSpPr txBox="1"/>
          <p:nvPr/>
        </p:nvSpPr>
        <p:spPr>
          <a:xfrm>
            <a:off x="609600" y="6473952"/>
            <a:ext cx="3657600" cy="130100"/>
          </a:xfrm>
          <a:prstGeom prst="rect">
            <a:avLst/>
          </a:prstGeom>
          <a:noFill/>
        </p:spPr>
        <p:txBody>
          <a:bodyPr wrap="square" lIns="0" tIns="0" rIns="0" bIns="0" anchor="t">
            <a:spAutoFit/>
          </a:bodyPr>
          <a:lstStyle/>
          <a:p>
            <a:pPr>
              <a:lnSpc>
                <a:spcPct val="120000"/>
              </a:lnSpc>
            </a:pPr>
            <a:r>
              <a:rPr sz="767">
                <a:solidFill>
                  <a:srgbClr val="8C8078"/>
                </a:solidFill>
                <a:latin typeface="Pretendard Medium"/>
                <a:ea typeface="Pretendard Medium"/>
                <a:cs typeface="Pretendard Medium"/>
              </a:rPr>
              <a:t>BreadVision · 6조</a:t>
            </a:r>
          </a:p>
        </p:txBody>
      </p:sp>
      <p:sp>
        <p:nvSpPr>
          <p:cNvPr id="23" name="TextBox 22"/>
          <p:cNvSpPr txBox="1"/>
          <p:nvPr/>
        </p:nvSpPr>
        <p:spPr>
          <a:xfrm>
            <a:off x="9144000" y="6473952"/>
            <a:ext cx="2438400" cy="130100"/>
          </a:xfrm>
          <a:prstGeom prst="rect">
            <a:avLst/>
          </a:prstGeom>
          <a:noFill/>
        </p:spPr>
        <p:txBody>
          <a:bodyPr wrap="square" lIns="0" tIns="0" rIns="0" bIns="0" anchor="t">
            <a:spAutoFit/>
          </a:bodyPr>
          <a:lstStyle/>
          <a:p>
            <a:pPr algn="r">
              <a:lnSpc>
                <a:spcPct val="120000"/>
              </a:lnSpc>
            </a:pPr>
            <a:r>
              <a:rPr sz="767" dirty="0">
                <a:solidFill>
                  <a:srgbClr val="8C8078"/>
                </a:solidFill>
                <a:latin typeface="Pretendard Medium"/>
                <a:ea typeface="Pretendard Medium"/>
                <a:cs typeface="Pretendard Medium"/>
              </a:rPr>
              <a:t>14 / </a:t>
            </a:r>
            <a:r>
              <a:rPr lang="en-US" altLang="ko-KR" sz="767" dirty="0">
                <a:solidFill>
                  <a:srgbClr val="8C8078"/>
                </a:solidFill>
                <a:latin typeface="Pretendard Medium"/>
                <a:ea typeface="Pretendard Medium"/>
                <a:cs typeface="Pretendard Medium"/>
              </a:rPr>
              <a:t>34</a:t>
            </a:r>
            <a:endParaRPr sz="767" dirty="0">
              <a:solidFill>
                <a:srgbClr val="8C8078"/>
              </a:solidFill>
              <a:latin typeface="Pretendard Medium"/>
              <a:ea typeface="Pretendard Medium"/>
              <a:cs typeface="Pretendard Medium"/>
            </a:endParaRP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video>
              <p:cMediaNode vol="80000">
                <p:cTn id="3" fill="hold" display="0">
                  <p:stCondLst>
                    <p:cond delay="indefinite"/>
                  </p:stCondLst>
                </p:cTn>
                <p:tgtEl>
                  <p:spTgt spid="6"/>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1463040"/>
            <a:ext cx="3657600" cy="984885"/>
          </a:xfrm>
          <a:prstGeom prst="rect">
            <a:avLst/>
          </a:prstGeom>
          <a:noFill/>
        </p:spPr>
        <p:txBody>
          <a:bodyPr wrap="square" lIns="0" tIns="0" rIns="0" bIns="0" anchor="t">
            <a:spAutoFit/>
          </a:bodyPr>
          <a:lstStyle/>
          <a:p>
            <a:r>
              <a:rPr sz="6400" spc="-133" dirty="0">
                <a:solidFill>
                  <a:srgbClr val="C8641E"/>
                </a:solidFill>
                <a:latin typeface="Pretendard ExtraBold"/>
                <a:ea typeface="Pretendard ExtraBold"/>
                <a:cs typeface="Pretendard ExtraBold"/>
              </a:rPr>
              <a:t>03</a:t>
            </a:r>
          </a:p>
        </p:txBody>
      </p:sp>
      <p:sp>
        <p:nvSpPr>
          <p:cNvPr id="3" name="TextBox 2"/>
          <p:cNvSpPr txBox="1"/>
          <p:nvPr/>
        </p:nvSpPr>
        <p:spPr>
          <a:xfrm>
            <a:off x="609600" y="2560320"/>
            <a:ext cx="7315200" cy="553998"/>
          </a:xfrm>
          <a:prstGeom prst="rect">
            <a:avLst/>
          </a:prstGeom>
          <a:noFill/>
        </p:spPr>
        <p:txBody>
          <a:bodyPr wrap="square" lIns="0" tIns="0" rIns="0" bIns="0" anchor="t">
            <a:spAutoFit/>
          </a:bodyPr>
          <a:lstStyle/>
          <a:p>
            <a:r>
              <a:rPr sz="3600" b="1" spc="-67" dirty="0" err="1">
                <a:solidFill>
                  <a:srgbClr val="633D1B"/>
                </a:solidFill>
                <a:latin typeface="Pretendard"/>
                <a:ea typeface="Pretendard"/>
                <a:cs typeface="Pretendard"/>
              </a:rPr>
              <a:t>핵심</a:t>
            </a:r>
            <a:r>
              <a:rPr sz="3600" b="1" spc="-67" dirty="0">
                <a:solidFill>
                  <a:srgbClr val="633D1B"/>
                </a:solidFill>
                <a:latin typeface="Pretendard"/>
                <a:ea typeface="Pretendard"/>
                <a:cs typeface="Pretendard"/>
              </a:rPr>
              <a:t> </a:t>
            </a:r>
            <a:r>
              <a:rPr sz="3600" b="1" spc="-67" dirty="0" err="1">
                <a:solidFill>
                  <a:srgbClr val="633D1B"/>
                </a:solidFill>
                <a:latin typeface="Pretendard"/>
                <a:ea typeface="Pretendard"/>
                <a:cs typeface="Pretendard"/>
              </a:rPr>
              <a:t>기술</a:t>
            </a:r>
            <a:endParaRPr lang="ko-KR" altLang="en-US" sz="3600" b="1" spc="-67" dirty="0" err="1">
              <a:solidFill>
                <a:srgbClr val="633D1B"/>
              </a:solidFill>
              <a:latin typeface="Pretendard"/>
              <a:ea typeface="Pretendard"/>
              <a:cs typeface="Pretendard"/>
            </a:endParaRPr>
          </a:p>
        </p:txBody>
      </p:sp>
      <p:sp>
        <p:nvSpPr>
          <p:cNvPr id="4" name="TextBox 3"/>
          <p:cNvSpPr txBox="1"/>
          <p:nvPr/>
        </p:nvSpPr>
        <p:spPr>
          <a:xfrm>
            <a:off x="609600" y="3474720"/>
            <a:ext cx="7315200" cy="1180323"/>
          </a:xfrm>
          <a:prstGeom prst="rect">
            <a:avLst/>
          </a:prstGeom>
          <a:noFill/>
        </p:spPr>
        <p:txBody>
          <a:bodyPr wrap="square" lIns="0" tIns="0" rIns="0" bIns="0" anchor="t">
            <a:spAutoFit/>
          </a:bodyPr>
          <a:lstStyle/>
          <a:p>
            <a:pPr>
              <a:lnSpc>
                <a:spcPct val="135000"/>
              </a:lnSpc>
              <a:spcAft>
                <a:spcPts val="400"/>
              </a:spcAft>
            </a:pPr>
            <a:r>
              <a:rPr sz="1267">
                <a:solidFill>
                  <a:srgbClr val="B9ACA0"/>
                </a:solidFill>
                <a:latin typeface="Pretendard Medium"/>
                <a:ea typeface="Pretendard Medium"/>
                <a:cs typeface="Pretendard Medium"/>
              </a:rPr>
              <a:t>학습 데이터 구축 · 자동 라벨링</a:t>
            </a:r>
          </a:p>
          <a:p>
            <a:pPr>
              <a:lnSpc>
                <a:spcPct val="135000"/>
              </a:lnSpc>
              <a:spcAft>
                <a:spcPts val="400"/>
              </a:spcAft>
            </a:pPr>
            <a:r>
              <a:rPr sz="1267">
                <a:solidFill>
                  <a:srgbClr val="B9ACA0"/>
                </a:solidFill>
                <a:latin typeface="Pretendard Medium"/>
                <a:ea typeface="Pretendard Medium"/>
                <a:cs typeface="Pretendard Medium"/>
              </a:rPr>
              <a:t>YOLO 모델 비교 · 오류 분석 · 개선</a:t>
            </a:r>
          </a:p>
          <a:p>
            <a:pPr>
              <a:lnSpc>
                <a:spcPct val="135000"/>
              </a:lnSpc>
              <a:spcAft>
                <a:spcPts val="400"/>
              </a:spcAft>
            </a:pPr>
            <a:r>
              <a:rPr sz="1267">
                <a:solidFill>
                  <a:srgbClr val="B9ACA0"/>
                </a:solidFill>
                <a:latin typeface="Pretendard Medium"/>
                <a:ea typeface="Pretendard Medium"/>
                <a:cs typeface="Pretendard Medium"/>
              </a:rPr>
              <a:t>앙상블(WBF) · 합성 데이터 · Jetson 배포</a:t>
            </a:r>
          </a:p>
          <a:p>
            <a:pPr>
              <a:lnSpc>
                <a:spcPct val="135000"/>
              </a:lnSpc>
              <a:spcAft>
                <a:spcPts val="400"/>
              </a:spcAft>
            </a:pPr>
            <a:r>
              <a:rPr sz="1267">
                <a:solidFill>
                  <a:srgbClr val="B9ACA0"/>
                </a:solidFill>
                <a:latin typeface="Pretendard Medium"/>
                <a:ea typeface="Pretendard Medium"/>
                <a:cs typeface="Pretendard Medium"/>
              </a:rPr>
              <a:t>카메라 구동 하드웨어</a:t>
            </a:r>
          </a:p>
        </p:txBody>
      </p:sp>
      <p:sp>
        <p:nvSpPr>
          <p:cNvPr id="5" name="TextBox 4"/>
          <p:cNvSpPr txBox="1"/>
          <p:nvPr/>
        </p:nvSpPr>
        <p:spPr>
          <a:xfrm>
            <a:off x="609600" y="6473952"/>
            <a:ext cx="3657600" cy="130100"/>
          </a:xfrm>
          <a:prstGeom prst="rect">
            <a:avLst/>
          </a:prstGeom>
          <a:noFill/>
        </p:spPr>
        <p:txBody>
          <a:bodyPr wrap="square" lIns="0" tIns="0" rIns="0" bIns="0" anchor="t">
            <a:spAutoFit/>
          </a:bodyPr>
          <a:lstStyle/>
          <a:p>
            <a:pPr>
              <a:lnSpc>
                <a:spcPct val="120000"/>
              </a:lnSpc>
            </a:pPr>
            <a:r>
              <a:rPr sz="767">
                <a:solidFill>
                  <a:srgbClr val="B9ACA0"/>
                </a:solidFill>
                <a:latin typeface="Pretendard Medium"/>
                <a:ea typeface="Pretendard Medium"/>
                <a:cs typeface="Pretendard Medium"/>
              </a:rPr>
              <a:t>BreadVision · 6조</a:t>
            </a:r>
          </a:p>
        </p:txBody>
      </p:sp>
      <p:sp>
        <p:nvSpPr>
          <p:cNvPr id="6" name="TextBox 5"/>
          <p:cNvSpPr txBox="1"/>
          <p:nvPr/>
        </p:nvSpPr>
        <p:spPr>
          <a:xfrm>
            <a:off x="9144000" y="6473952"/>
            <a:ext cx="2438400" cy="141642"/>
          </a:xfrm>
          <a:prstGeom prst="rect">
            <a:avLst/>
          </a:prstGeom>
          <a:noFill/>
        </p:spPr>
        <p:txBody>
          <a:bodyPr wrap="square" lIns="0" tIns="0" rIns="0" bIns="0" anchor="t">
            <a:spAutoFit/>
          </a:bodyPr>
          <a:lstStyle/>
          <a:p>
            <a:pPr algn="r">
              <a:lnSpc>
                <a:spcPct val="120000"/>
              </a:lnSpc>
            </a:pPr>
            <a:r>
              <a:rPr sz="767" dirty="0">
                <a:solidFill>
                  <a:srgbClr val="B9ACA0"/>
                </a:solidFill>
                <a:latin typeface="Pretendard Medium"/>
                <a:ea typeface="Pretendard Medium"/>
                <a:cs typeface="Pretendard Medium"/>
              </a:rPr>
              <a:t>15 / </a:t>
            </a:r>
            <a:r>
              <a:rPr lang="en-US" altLang="ko-KR" sz="767" dirty="0" smtClean="0">
                <a:solidFill>
                  <a:srgbClr val="B9ACA0"/>
                </a:solidFill>
                <a:latin typeface="Pretendard Medium"/>
                <a:ea typeface="Pretendard Medium"/>
                <a:cs typeface="Pretendard Medium"/>
              </a:rPr>
              <a:t>36</a:t>
            </a:r>
            <a:endParaRPr sz="767" dirty="0">
              <a:solidFill>
                <a:srgbClr val="B9ACA0"/>
              </a:solidFill>
              <a:latin typeface="Pretendard Medium"/>
              <a:ea typeface="Pretendard Medium"/>
              <a:cs typeface="Pretendard Medium"/>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a:extLst>
              <a:ext uri="{FF2B5EF4-FFF2-40B4-BE49-F238E27FC236}">
                <a16:creationId xmlns:a16="http://schemas.microsoft.com/office/drawing/2014/main" id="{0EDCA382-F92F-4D8A-B666-336B7C1B7619}"/>
              </a:ext>
            </a:extLst>
          </p:cNvPr>
          <p:cNvSpPr>
            <a:spLocks noGrp="1"/>
          </p:cNvSpPr>
          <p:nvPr/>
        </p:nvSpPr>
        <p:spPr>
          <a:xfrm>
            <a:off x="762000" y="762000"/>
            <a:ext cx="10668000" cy="1066800"/>
          </a:xfrm>
          <a:prstGeom prst="rect">
            <a:avLst/>
          </a:prstGeom>
          <a:noFill/>
          <a:ln w="0">
            <a:noFill/>
            <a:prstDash val="solid"/>
          </a:ln>
        </p:spPr>
        <p:txBody>
          <a:bodyPr wrap="none" lIns="0" tIns="0" rIns="0" bIns="0" anchor="t">
            <a:noAutofit/>
          </a:bodyPr>
          <a:lstStyle/>
          <a:p>
            <a:pPr algn="l">
              <a:buNone/>
              <a:defRPr sz="3150" b="1">
                <a:solidFill>
                  <a:srgbClr val="1D1D1F"/>
                </a:solidFill>
                <a:latin typeface="Noto Sans KR"/>
                <a:ea typeface="Noto Sans KR"/>
                <a:cs typeface="Noto Sans KR"/>
              </a:defRPr>
            </a:pPr>
            <a:endParaRPr sz="3150" b="1" dirty="0">
              <a:solidFill>
                <a:srgbClr val="1D1D1F"/>
              </a:solidFill>
              <a:latin typeface="Noto Sans KR"/>
              <a:ea typeface="Noto Sans KR"/>
              <a:cs typeface="Noto Sans KR"/>
            </a:endParaRPr>
          </a:p>
        </p:txBody>
      </p:sp>
      <p:sp>
        <p:nvSpPr>
          <p:cNvPr id="3" name="slide-subtitle">
            <a:extLst>
              <a:ext uri="{FF2B5EF4-FFF2-40B4-BE49-F238E27FC236}">
                <a16:creationId xmlns:a16="http://schemas.microsoft.com/office/drawing/2014/main" id="{534EC404-202C-49A8-971D-0BFE25706971}"/>
              </a:ext>
            </a:extLst>
          </p:cNvPr>
          <p:cNvSpPr>
            <a:spLocks noGrp="1"/>
          </p:cNvSpPr>
          <p:nvPr/>
        </p:nvSpPr>
        <p:spPr>
          <a:xfrm>
            <a:off x="762000" y="1462046"/>
            <a:ext cx="10668000" cy="333375"/>
          </a:xfrm>
          <a:prstGeom prst="rect">
            <a:avLst/>
          </a:prstGeom>
          <a:noFill/>
          <a:ln w="0">
            <a:noFill/>
            <a:prstDash val="solid"/>
          </a:ln>
        </p:spPr>
        <p:txBody>
          <a:bodyPr wrap="none" lIns="0" tIns="0" rIns="0" bIns="0" anchor="t">
            <a:noAutofit/>
          </a:bodyPr>
          <a:lstStyle/>
          <a:p>
            <a:pPr algn="l">
              <a:buNone/>
              <a:defRPr sz="1575" b="0">
                <a:solidFill>
                  <a:srgbClr val="6E6E73"/>
                </a:solidFill>
                <a:latin typeface="Noto Sans KR"/>
                <a:ea typeface="Noto Sans KR"/>
                <a:cs typeface="Noto Sans KR"/>
              </a:defRPr>
            </a:pPr>
            <a:endParaRPr lang="ko-KR" altLang="en-US" sz="1575" b="0" dirty="0">
              <a:solidFill>
                <a:srgbClr val="6E6E73"/>
              </a:solidFill>
              <a:latin typeface="Noto Sans KR"/>
              <a:ea typeface="Noto Sans KR"/>
              <a:cs typeface="Noto Sans KR"/>
            </a:endParaRPr>
          </a:p>
        </p:txBody>
      </p:sp>
      <p:sp>
        <p:nvSpPr>
          <p:cNvPr id="11" name="text-316">
            <a:extLst>
              <a:ext uri="{FF2B5EF4-FFF2-40B4-BE49-F238E27FC236}">
                <a16:creationId xmlns:a16="http://schemas.microsoft.com/office/drawing/2014/main" id="{DADAFF22-B02B-4E72-AB70-2701F84BC34D}"/>
              </a:ext>
            </a:extLst>
          </p:cNvPr>
          <p:cNvSpPr>
            <a:spLocks noGrp="1"/>
          </p:cNvSpPr>
          <p:nvPr/>
        </p:nvSpPr>
        <p:spPr>
          <a:xfrm>
            <a:off x="762000" y="4850092"/>
            <a:ext cx="4476750" cy="381000"/>
          </a:xfrm>
          <a:prstGeom prst="rect">
            <a:avLst/>
          </a:prstGeom>
          <a:noFill/>
          <a:ln w="0">
            <a:noFill/>
            <a:prstDash val="solid"/>
          </a:ln>
        </p:spPr>
        <p:txBody>
          <a:bodyPr wrap="none" lIns="0" tIns="0" rIns="0" bIns="0" anchor="t">
            <a:noAutofit/>
          </a:bodyPr>
          <a:lstStyle/>
          <a:p>
            <a:pPr algn="l">
              <a:buNone/>
              <a:defRPr sz="2100" b="1">
                <a:solidFill>
                  <a:srgbClr val="1D1D1F"/>
                </a:solidFill>
                <a:latin typeface="Noto Sans KR"/>
                <a:ea typeface="Noto Sans KR"/>
                <a:cs typeface="Noto Sans KR"/>
              </a:defRPr>
            </a:pPr>
            <a:r>
              <a:rPr sz="2100" b="1" dirty="0" err="1">
                <a:solidFill>
                  <a:srgbClr val="2A1F17"/>
                </a:solidFill>
                <a:latin typeface="Noto Sans KR"/>
                <a:ea typeface="Noto Sans KR"/>
                <a:cs typeface="Noto Sans KR"/>
              </a:rPr>
              <a:t>이미지</a:t>
            </a:r>
            <a:r>
              <a:rPr sz="2100" b="1" dirty="0">
                <a:solidFill>
                  <a:srgbClr val="2A1F17"/>
                </a:solidFill>
                <a:latin typeface="Noto Sans KR"/>
                <a:ea typeface="Noto Sans KR"/>
                <a:cs typeface="Noto Sans KR"/>
              </a:rPr>
              <a:t> </a:t>
            </a:r>
            <a:r>
              <a:rPr sz="2100" b="1" dirty="0" err="1">
                <a:solidFill>
                  <a:srgbClr val="2A1F17"/>
                </a:solidFill>
                <a:latin typeface="Noto Sans KR"/>
                <a:ea typeface="Noto Sans KR"/>
                <a:cs typeface="Noto Sans KR"/>
              </a:rPr>
              <a:t>분류</a:t>
            </a:r>
            <a:endParaRPr sz="2100" b="1" dirty="0">
              <a:solidFill>
                <a:srgbClr val="2A1F17"/>
              </a:solidFill>
              <a:latin typeface="Noto Sans KR"/>
              <a:ea typeface="Noto Sans KR"/>
              <a:cs typeface="Noto Sans KR"/>
            </a:endParaRPr>
          </a:p>
        </p:txBody>
      </p:sp>
      <p:sp>
        <p:nvSpPr>
          <p:cNvPr id="12" name="text-317">
            <a:extLst>
              <a:ext uri="{FF2B5EF4-FFF2-40B4-BE49-F238E27FC236}">
                <a16:creationId xmlns:a16="http://schemas.microsoft.com/office/drawing/2014/main" id="{45CB80CB-1B2A-4A86-8C20-0C2C6189E167}"/>
              </a:ext>
            </a:extLst>
          </p:cNvPr>
          <p:cNvSpPr>
            <a:spLocks noGrp="1"/>
          </p:cNvSpPr>
          <p:nvPr/>
        </p:nvSpPr>
        <p:spPr>
          <a:xfrm>
            <a:off x="762000" y="5531143"/>
            <a:ext cx="4476750" cy="333375"/>
          </a:xfrm>
          <a:prstGeom prst="rect">
            <a:avLst/>
          </a:prstGeom>
          <a:noFill/>
          <a:ln w="0">
            <a:noFill/>
            <a:prstDash val="solid"/>
          </a:ln>
        </p:spPr>
        <p:txBody>
          <a:bodyPr wrap="none" lIns="0" tIns="0" rIns="0" bIns="0" anchor="t">
            <a:noAutofit/>
          </a:bodyPr>
          <a:lstStyle/>
          <a:p>
            <a:pPr algn="l">
              <a:buNone/>
              <a:defRPr sz="1500" b="0">
                <a:solidFill>
                  <a:srgbClr val="6E6E73"/>
                </a:solidFill>
                <a:latin typeface="Noto Sans KR"/>
                <a:ea typeface="Noto Sans KR"/>
                <a:cs typeface="Noto Sans KR"/>
              </a:defRPr>
            </a:pPr>
            <a:r>
              <a:rPr sz="1500" b="0" dirty="0" err="1">
                <a:solidFill>
                  <a:srgbClr val="8C8078"/>
                </a:solidFill>
                <a:latin typeface="Noto Sans KR"/>
                <a:ea typeface="Noto Sans KR"/>
                <a:cs typeface="Noto Sans KR"/>
              </a:rPr>
              <a:t>사진</a:t>
            </a:r>
            <a:r>
              <a:rPr sz="1500" b="0" dirty="0">
                <a:solidFill>
                  <a:srgbClr val="8C8078"/>
                </a:solidFill>
                <a:latin typeface="Noto Sans KR"/>
                <a:ea typeface="Noto Sans KR"/>
                <a:cs typeface="Noto Sans KR"/>
              </a:rPr>
              <a:t> </a:t>
            </a:r>
            <a:r>
              <a:rPr sz="1500" b="0" dirty="0" err="1">
                <a:solidFill>
                  <a:srgbClr val="8C8078"/>
                </a:solidFill>
                <a:latin typeface="Noto Sans KR"/>
                <a:ea typeface="Noto Sans KR"/>
                <a:cs typeface="Noto Sans KR"/>
              </a:rPr>
              <a:t>전체에</a:t>
            </a:r>
            <a:r>
              <a:rPr sz="1500" b="0" dirty="0">
                <a:solidFill>
                  <a:srgbClr val="8C8078"/>
                </a:solidFill>
                <a:latin typeface="Noto Sans KR"/>
                <a:ea typeface="Noto Sans KR"/>
                <a:cs typeface="Noto Sans KR"/>
              </a:rPr>
              <a:t> </a:t>
            </a:r>
            <a:r>
              <a:rPr sz="1500" b="0" dirty="0" err="1">
                <a:solidFill>
                  <a:srgbClr val="8C8078"/>
                </a:solidFill>
                <a:latin typeface="Noto Sans KR"/>
                <a:ea typeface="Noto Sans KR"/>
                <a:cs typeface="Noto Sans KR"/>
              </a:rPr>
              <a:t>하나의</a:t>
            </a:r>
            <a:r>
              <a:rPr sz="1500" b="0" dirty="0">
                <a:solidFill>
                  <a:srgbClr val="8C8078"/>
                </a:solidFill>
                <a:latin typeface="Noto Sans KR"/>
                <a:ea typeface="Noto Sans KR"/>
                <a:cs typeface="Noto Sans KR"/>
              </a:rPr>
              <a:t> </a:t>
            </a:r>
            <a:r>
              <a:rPr sz="1500" b="0" dirty="0" err="1">
                <a:solidFill>
                  <a:srgbClr val="8C8078"/>
                </a:solidFill>
                <a:latin typeface="Noto Sans KR"/>
                <a:ea typeface="Noto Sans KR"/>
                <a:cs typeface="Noto Sans KR"/>
              </a:rPr>
              <a:t>범주</a:t>
            </a:r>
            <a:endParaRPr sz="1500" b="0" dirty="0">
              <a:solidFill>
                <a:srgbClr val="8C8078"/>
              </a:solidFill>
              <a:latin typeface="Noto Sans KR"/>
              <a:ea typeface="Noto Sans KR"/>
              <a:cs typeface="Noto Sans KR"/>
            </a:endParaRPr>
          </a:p>
        </p:txBody>
      </p:sp>
      <p:sp>
        <p:nvSpPr>
          <p:cNvPr id="13" name="text-318">
            <a:extLst>
              <a:ext uri="{FF2B5EF4-FFF2-40B4-BE49-F238E27FC236}">
                <a16:creationId xmlns:a16="http://schemas.microsoft.com/office/drawing/2014/main" id="{E7A62D9C-4062-40B9-B98C-DC2734CB68F7}"/>
              </a:ext>
            </a:extLst>
          </p:cNvPr>
          <p:cNvSpPr>
            <a:spLocks noGrp="1"/>
          </p:cNvSpPr>
          <p:nvPr/>
        </p:nvSpPr>
        <p:spPr>
          <a:xfrm>
            <a:off x="6286500" y="4850092"/>
            <a:ext cx="5143500" cy="381000"/>
          </a:xfrm>
          <a:prstGeom prst="rect">
            <a:avLst/>
          </a:prstGeom>
          <a:noFill/>
          <a:ln w="0">
            <a:noFill/>
            <a:prstDash val="solid"/>
          </a:ln>
        </p:spPr>
        <p:txBody>
          <a:bodyPr wrap="none" lIns="0" tIns="0" rIns="0" bIns="0" anchor="t">
            <a:noAutofit/>
          </a:bodyPr>
          <a:lstStyle/>
          <a:p>
            <a:pPr algn="l">
              <a:buNone/>
              <a:defRPr sz="2100" b="1">
                <a:solidFill>
                  <a:srgbClr val="0066CC"/>
                </a:solidFill>
                <a:latin typeface="Noto Sans KR"/>
                <a:ea typeface="Noto Sans KR"/>
                <a:cs typeface="Noto Sans KR"/>
              </a:defRPr>
            </a:pPr>
            <a:r>
              <a:rPr sz="2100" b="1" dirty="0" err="1">
                <a:solidFill>
                  <a:srgbClr val="C8641E"/>
                </a:solidFill>
                <a:latin typeface="Noto Sans KR"/>
                <a:ea typeface="Noto Sans KR"/>
                <a:cs typeface="Noto Sans KR"/>
              </a:rPr>
              <a:t>객체탐지</a:t>
            </a:r>
            <a:endParaRPr sz="2100" b="1" dirty="0">
              <a:solidFill>
                <a:srgbClr val="C8641E"/>
              </a:solidFill>
              <a:latin typeface="Noto Sans KR"/>
              <a:ea typeface="Noto Sans KR"/>
              <a:cs typeface="Noto Sans KR"/>
            </a:endParaRPr>
          </a:p>
        </p:txBody>
      </p:sp>
      <p:sp>
        <p:nvSpPr>
          <p:cNvPr id="14" name="text-319">
            <a:extLst>
              <a:ext uri="{FF2B5EF4-FFF2-40B4-BE49-F238E27FC236}">
                <a16:creationId xmlns:a16="http://schemas.microsoft.com/office/drawing/2014/main" id="{CCBC1DA8-86C1-4B3B-9817-B5DFEB215E3E}"/>
              </a:ext>
            </a:extLst>
          </p:cNvPr>
          <p:cNvSpPr>
            <a:spLocks noGrp="1"/>
          </p:cNvSpPr>
          <p:nvPr/>
        </p:nvSpPr>
        <p:spPr>
          <a:xfrm>
            <a:off x="6286500" y="5564981"/>
            <a:ext cx="5143500" cy="333375"/>
          </a:xfrm>
          <a:prstGeom prst="rect">
            <a:avLst/>
          </a:prstGeom>
          <a:noFill/>
          <a:ln w="0">
            <a:noFill/>
            <a:prstDash val="solid"/>
          </a:ln>
        </p:spPr>
        <p:txBody>
          <a:bodyPr wrap="none" lIns="0" tIns="0" rIns="0" bIns="0" anchor="t">
            <a:noAutofit/>
          </a:bodyPr>
          <a:lstStyle/>
          <a:p>
            <a:pPr algn="l">
              <a:buNone/>
              <a:defRPr sz="1500" b="0">
                <a:solidFill>
                  <a:srgbClr val="6E6E73"/>
                </a:solidFill>
                <a:latin typeface="Noto Sans KR"/>
                <a:ea typeface="Noto Sans KR"/>
                <a:cs typeface="Noto Sans KR"/>
              </a:defRPr>
            </a:pPr>
            <a:r>
              <a:rPr sz="1500" b="0" dirty="0" err="1">
                <a:solidFill>
                  <a:srgbClr val="8C8078"/>
                </a:solidFill>
                <a:latin typeface="Noto Sans KR"/>
                <a:ea typeface="Noto Sans KR"/>
                <a:cs typeface="Noto Sans KR"/>
              </a:rPr>
              <a:t>빵마다</a:t>
            </a:r>
            <a:r>
              <a:rPr sz="1500" b="0" dirty="0">
                <a:solidFill>
                  <a:srgbClr val="8C8078"/>
                </a:solidFill>
                <a:latin typeface="Noto Sans KR"/>
                <a:ea typeface="Noto Sans KR"/>
                <a:cs typeface="Noto Sans KR"/>
              </a:rPr>
              <a:t> </a:t>
            </a:r>
            <a:r>
              <a:rPr sz="1500" b="0" dirty="0" err="1">
                <a:solidFill>
                  <a:srgbClr val="8C8078"/>
                </a:solidFill>
                <a:latin typeface="Noto Sans KR"/>
                <a:ea typeface="Noto Sans KR"/>
                <a:cs typeface="Noto Sans KR"/>
              </a:rPr>
              <a:t>위치</a:t>
            </a:r>
            <a:r>
              <a:rPr sz="1500" b="0" dirty="0">
                <a:solidFill>
                  <a:srgbClr val="8C8078"/>
                </a:solidFill>
                <a:latin typeface="Noto Sans KR"/>
                <a:ea typeface="Noto Sans KR"/>
                <a:cs typeface="Noto Sans KR"/>
              </a:rPr>
              <a:t> + </a:t>
            </a:r>
            <a:r>
              <a:rPr sz="1500" b="0" dirty="0" err="1">
                <a:solidFill>
                  <a:srgbClr val="8C8078"/>
                </a:solidFill>
                <a:latin typeface="Noto Sans KR"/>
                <a:ea typeface="Noto Sans KR"/>
                <a:cs typeface="Noto Sans KR"/>
              </a:rPr>
              <a:t>종류</a:t>
            </a:r>
            <a:r>
              <a:rPr sz="1500" b="0" dirty="0">
                <a:solidFill>
                  <a:srgbClr val="8C8078"/>
                </a:solidFill>
                <a:latin typeface="Noto Sans KR"/>
                <a:ea typeface="Noto Sans KR"/>
                <a:cs typeface="Noto Sans KR"/>
              </a:rPr>
              <a:t> → </a:t>
            </a:r>
            <a:r>
              <a:rPr sz="1500" b="0" dirty="0" err="1">
                <a:solidFill>
                  <a:srgbClr val="8C8078"/>
                </a:solidFill>
                <a:latin typeface="Noto Sans KR"/>
                <a:ea typeface="Noto Sans KR"/>
                <a:cs typeface="Noto Sans KR"/>
              </a:rPr>
              <a:t>수량</a:t>
            </a:r>
            <a:endParaRPr sz="1500" b="0" dirty="0">
              <a:solidFill>
                <a:srgbClr val="8C8078"/>
              </a:solidFill>
              <a:latin typeface="Noto Sans KR"/>
              <a:ea typeface="Noto Sans KR"/>
              <a:cs typeface="Noto Sans KR"/>
            </a:endParaRPr>
          </a:p>
        </p:txBody>
      </p:sp>
      <p:pic>
        <p:nvPicPr>
          <p:cNvPr id="16" name="그림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2078317"/>
            <a:ext cx="4605867" cy="2590800"/>
          </a:xfrm>
          <a:prstGeom prst="rect">
            <a:avLst/>
          </a:prstGeom>
        </p:spPr>
      </p:pic>
      <p:sp>
        <p:nvSpPr>
          <p:cNvPr id="17" name="AutoShape 2" descr="바운딩박스 적용 이미지 받기"/>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p>
        </p:txBody>
      </p:sp>
      <p:pic>
        <p:nvPicPr>
          <p:cNvPr id="18" name="그림 1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86500" y="2044979"/>
            <a:ext cx="4749800" cy="2671763"/>
          </a:xfrm>
          <a:prstGeom prst="rect">
            <a:avLst/>
          </a:prstGeom>
        </p:spPr>
      </p:pic>
      <p:sp>
        <p:nvSpPr>
          <p:cNvPr id="8" name="TextBox 7">
            <a:extLst>
              <a:ext uri="{FF2B5EF4-FFF2-40B4-BE49-F238E27FC236}">
                <a16:creationId xmlns:a16="http://schemas.microsoft.com/office/drawing/2014/main" id="{C3375805-770D-7167-E22A-6DC744D79697}"/>
              </a:ext>
            </a:extLst>
          </p:cNvPr>
          <p:cNvSpPr txBox="1"/>
          <p:nvPr/>
        </p:nvSpPr>
        <p:spPr>
          <a:xfrm>
            <a:off x="609600" y="438912"/>
            <a:ext cx="10972800" cy="147028"/>
          </a:xfrm>
          <a:prstGeom prst="rect">
            <a:avLst/>
          </a:prstGeom>
          <a:noFill/>
        </p:spPr>
        <p:txBody>
          <a:bodyPr wrap="square" lIns="0" tIns="0" rIns="0" bIns="0" anchor="t">
            <a:spAutoFit/>
          </a:bodyPr>
          <a:lstStyle/>
          <a:p>
            <a:pPr>
              <a:lnSpc>
                <a:spcPct val="120000"/>
              </a:lnSpc>
            </a:pPr>
            <a:r>
              <a:rPr sz="867" spc="33" dirty="0">
                <a:solidFill>
                  <a:srgbClr val="C8641E"/>
                </a:solidFill>
                <a:latin typeface="Pretendard SemiBold"/>
                <a:ea typeface="Pretendard SemiBold"/>
                <a:cs typeface="Pretendard SemiBold"/>
              </a:rPr>
              <a:t>03  </a:t>
            </a:r>
            <a:r>
              <a:rPr sz="867" spc="33" dirty="0" err="1">
                <a:solidFill>
                  <a:srgbClr val="C8641E"/>
                </a:solidFill>
                <a:latin typeface="Pretendard SemiBold"/>
                <a:ea typeface="Pretendard SemiBold"/>
                <a:cs typeface="Pretendard SemiBold"/>
              </a:rPr>
              <a:t>핵심</a:t>
            </a:r>
            <a:r>
              <a:rPr sz="867" spc="33" dirty="0">
                <a:solidFill>
                  <a:srgbClr val="C8641E"/>
                </a:solidFill>
                <a:latin typeface="Pretendard SemiBold"/>
                <a:ea typeface="Pretendard SemiBold"/>
                <a:cs typeface="Pretendard SemiBold"/>
              </a:rPr>
              <a:t> </a:t>
            </a:r>
            <a:r>
              <a:rPr sz="867" spc="33" dirty="0" err="1">
                <a:solidFill>
                  <a:srgbClr val="C8641E"/>
                </a:solidFill>
                <a:latin typeface="Pretendard SemiBold"/>
                <a:ea typeface="Pretendard SemiBold"/>
                <a:cs typeface="Pretendard SemiBold"/>
              </a:rPr>
              <a:t>기술</a:t>
            </a:r>
            <a:endParaRPr sz="867" spc="33" dirty="0">
              <a:solidFill>
                <a:srgbClr val="C8641E"/>
              </a:solidFill>
              <a:latin typeface="Pretendard SemiBold"/>
              <a:ea typeface="Pretendard SemiBold"/>
              <a:cs typeface="Pretendard SemiBold"/>
            </a:endParaRPr>
          </a:p>
        </p:txBody>
      </p:sp>
      <p:sp>
        <p:nvSpPr>
          <p:cNvPr id="10" name="TextBox 9">
            <a:extLst>
              <a:ext uri="{FF2B5EF4-FFF2-40B4-BE49-F238E27FC236}">
                <a16:creationId xmlns:a16="http://schemas.microsoft.com/office/drawing/2014/main" id="{4753980C-9EB2-7DC5-2C3A-C47ED1441E43}"/>
              </a:ext>
            </a:extLst>
          </p:cNvPr>
          <p:cNvSpPr txBox="1"/>
          <p:nvPr/>
        </p:nvSpPr>
        <p:spPr>
          <a:xfrm>
            <a:off x="609600" y="621792"/>
            <a:ext cx="10972800" cy="430887"/>
          </a:xfrm>
          <a:prstGeom prst="rect">
            <a:avLst/>
          </a:prstGeom>
          <a:noFill/>
        </p:spPr>
        <p:txBody>
          <a:bodyPr wrap="square" lIns="0" tIns="0" rIns="0" bIns="0" anchor="t">
            <a:spAutoFit/>
          </a:bodyPr>
          <a:lstStyle/>
          <a:p>
            <a:pPr>
              <a:defRPr sz="3150" b="1">
                <a:solidFill>
                  <a:srgbClr val="1D1D1F"/>
                </a:solidFill>
                <a:latin typeface="Noto Sans KR"/>
                <a:ea typeface="Noto Sans KR"/>
                <a:cs typeface="Noto Sans KR"/>
              </a:defRPr>
            </a:pPr>
            <a:r>
              <a:rPr lang="ko-KR" altLang="en-US" sz="2800" b="1" dirty="0">
                <a:solidFill>
                  <a:srgbClr val="1D1D1F"/>
                </a:solidFill>
                <a:latin typeface="Noto Sans KR"/>
                <a:ea typeface="Noto Sans KR"/>
                <a:cs typeface="Noto Sans KR"/>
              </a:rPr>
              <a:t>객체탐지 방식 이용</a:t>
            </a:r>
          </a:p>
        </p:txBody>
      </p:sp>
      <p:sp>
        <p:nvSpPr>
          <p:cNvPr id="22" name="TextBox 21">
            <a:extLst>
              <a:ext uri="{FF2B5EF4-FFF2-40B4-BE49-F238E27FC236}">
                <a16:creationId xmlns:a16="http://schemas.microsoft.com/office/drawing/2014/main" id="{DC4314E0-D553-6ABD-A889-FB5917C1C3B9}"/>
              </a:ext>
            </a:extLst>
          </p:cNvPr>
          <p:cNvSpPr txBox="1"/>
          <p:nvPr/>
        </p:nvSpPr>
        <p:spPr>
          <a:xfrm>
            <a:off x="609600" y="1158240"/>
            <a:ext cx="10972800" cy="184666"/>
          </a:xfrm>
          <a:prstGeom prst="rect">
            <a:avLst/>
          </a:prstGeom>
          <a:noFill/>
        </p:spPr>
        <p:txBody>
          <a:bodyPr wrap="square" lIns="0" tIns="0" rIns="0" bIns="0" anchor="t">
            <a:spAutoFit/>
          </a:bodyPr>
          <a:lstStyle/>
          <a:p>
            <a:r>
              <a:rPr lang="ko-KR" altLang="en-US" sz="1200" dirty="0">
                <a:solidFill>
                  <a:srgbClr val="8C8078"/>
                </a:solidFill>
                <a:latin typeface="Pretendard Medium"/>
                <a:ea typeface="Pretendard Medium"/>
                <a:cs typeface="Pretendard Medium"/>
              </a:rPr>
              <a:t>한 장의 이미지에서 여러 빵의 종류</a:t>
            </a:r>
            <a:r>
              <a:rPr lang="en-US" altLang="ko-KR" sz="1200" dirty="0">
                <a:solidFill>
                  <a:srgbClr val="8C8078"/>
                </a:solidFill>
                <a:latin typeface="Pretendard Medium"/>
                <a:ea typeface="Pretendard Medium"/>
                <a:cs typeface="Pretendard Medium"/>
              </a:rPr>
              <a:t>·</a:t>
            </a:r>
            <a:r>
              <a:rPr lang="ko-KR" altLang="en-US" sz="1200" dirty="0">
                <a:solidFill>
                  <a:srgbClr val="8C8078"/>
                </a:solidFill>
                <a:latin typeface="Pretendard Medium"/>
                <a:ea typeface="Pretendard Medium"/>
                <a:cs typeface="Pretendard Medium"/>
              </a:rPr>
              <a:t>수량을 동시에 인식</a:t>
            </a:r>
          </a:p>
        </p:txBody>
      </p:sp>
      <p:sp>
        <p:nvSpPr>
          <p:cNvPr id="24" name="TextBox 23">
            <a:extLst>
              <a:ext uri="{FF2B5EF4-FFF2-40B4-BE49-F238E27FC236}">
                <a16:creationId xmlns:a16="http://schemas.microsoft.com/office/drawing/2014/main" id="{8C4FC451-F23F-F110-8724-EA9D353E0B60}"/>
              </a:ext>
            </a:extLst>
          </p:cNvPr>
          <p:cNvSpPr txBox="1"/>
          <p:nvPr/>
        </p:nvSpPr>
        <p:spPr>
          <a:xfrm>
            <a:off x="609600" y="6473952"/>
            <a:ext cx="3657600" cy="130100"/>
          </a:xfrm>
          <a:prstGeom prst="rect">
            <a:avLst/>
          </a:prstGeom>
          <a:noFill/>
        </p:spPr>
        <p:txBody>
          <a:bodyPr wrap="square" lIns="0" tIns="0" rIns="0" bIns="0" anchor="t">
            <a:spAutoFit/>
          </a:bodyPr>
          <a:lstStyle/>
          <a:p>
            <a:pPr>
              <a:lnSpc>
                <a:spcPct val="120000"/>
              </a:lnSpc>
            </a:pPr>
            <a:r>
              <a:rPr sz="767">
                <a:solidFill>
                  <a:srgbClr val="8C8078"/>
                </a:solidFill>
                <a:latin typeface="Pretendard Medium"/>
                <a:ea typeface="Pretendard Medium"/>
                <a:cs typeface="Pretendard Medium"/>
              </a:rPr>
              <a:t>BreadVision · 6조</a:t>
            </a:r>
          </a:p>
        </p:txBody>
      </p:sp>
      <p:sp>
        <p:nvSpPr>
          <p:cNvPr id="26" name="TextBox 25">
            <a:extLst>
              <a:ext uri="{FF2B5EF4-FFF2-40B4-BE49-F238E27FC236}">
                <a16:creationId xmlns:a16="http://schemas.microsoft.com/office/drawing/2014/main" id="{9197E08C-5C57-06CD-58EB-635ADA1E9BF3}"/>
              </a:ext>
            </a:extLst>
          </p:cNvPr>
          <p:cNvSpPr txBox="1"/>
          <p:nvPr/>
        </p:nvSpPr>
        <p:spPr>
          <a:xfrm>
            <a:off x="9144000" y="6473952"/>
            <a:ext cx="2438400" cy="141642"/>
          </a:xfrm>
          <a:prstGeom prst="rect">
            <a:avLst/>
          </a:prstGeom>
          <a:noFill/>
        </p:spPr>
        <p:txBody>
          <a:bodyPr wrap="square" lIns="0" tIns="0" rIns="0" bIns="0" anchor="t">
            <a:spAutoFit/>
          </a:bodyPr>
          <a:lstStyle/>
          <a:p>
            <a:pPr algn="r">
              <a:lnSpc>
                <a:spcPct val="120000"/>
              </a:lnSpc>
            </a:pPr>
            <a:r>
              <a:rPr sz="767" dirty="0">
                <a:solidFill>
                  <a:srgbClr val="8C8078"/>
                </a:solidFill>
                <a:latin typeface="Pretendard Medium"/>
                <a:ea typeface="Pretendard Medium"/>
                <a:cs typeface="Pretendard Medium"/>
              </a:rPr>
              <a:t>1</a:t>
            </a:r>
            <a:r>
              <a:rPr lang="en-US" sz="767" dirty="0">
                <a:solidFill>
                  <a:srgbClr val="8C8078"/>
                </a:solidFill>
                <a:latin typeface="Pretendard Medium"/>
                <a:ea typeface="Pretendard Medium"/>
                <a:cs typeface="Pretendard Medium"/>
              </a:rPr>
              <a:t>6</a:t>
            </a:r>
            <a:r>
              <a:rPr sz="767" dirty="0">
                <a:solidFill>
                  <a:srgbClr val="8C8078"/>
                </a:solidFill>
                <a:latin typeface="Pretendard Medium"/>
                <a:ea typeface="Pretendard Medium"/>
                <a:cs typeface="Pretendard Medium"/>
              </a:rPr>
              <a:t> / </a:t>
            </a:r>
            <a:r>
              <a:rPr lang="en-US" altLang="ko-KR" sz="767" dirty="0" smtClean="0">
                <a:solidFill>
                  <a:srgbClr val="8C8078"/>
                </a:solidFill>
                <a:latin typeface="Pretendard Medium"/>
                <a:ea typeface="Pretendard Medium"/>
                <a:cs typeface="Pretendard Medium"/>
              </a:rPr>
              <a:t>36</a:t>
            </a:r>
            <a:endParaRPr sz="767" dirty="0">
              <a:solidFill>
                <a:srgbClr val="8C8078"/>
              </a:solidFill>
              <a:latin typeface="Pretendard Medium"/>
              <a:ea typeface="Pretendard Medium"/>
              <a:cs typeface="Pretendard Medium"/>
            </a:endParaRPr>
          </a:p>
        </p:txBody>
      </p:sp>
    </p:spTree>
    <p:extLst>
      <p:ext uri="{BB962C8B-B14F-4D97-AF65-F5344CB8AC3E}">
        <p14:creationId xmlns:p14="http://schemas.microsoft.com/office/powerpoint/2010/main" val="98427289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438912"/>
            <a:ext cx="10972800" cy="147028"/>
          </a:xfrm>
          <a:prstGeom prst="rect">
            <a:avLst/>
          </a:prstGeom>
          <a:noFill/>
        </p:spPr>
        <p:txBody>
          <a:bodyPr wrap="square" lIns="0" tIns="0" rIns="0" bIns="0" anchor="t">
            <a:spAutoFit/>
          </a:bodyPr>
          <a:lstStyle/>
          <a:p>
            <a:pPr>
              <a:lnSpc>
                <a:spcPct val="120000"/>
              </a:lnSpc>
            </a:pPr>
            <a:r>
              <a:rPr sz="867" spc="33" dirty="0">
                <a:solidFill>
                  <a:srgbClr val="C8641E"/>
                </a:solidFill>
                <a:latin typeface="Pretendard SemiBold"/>
                <a:ea typeface="Pretendard SemiBold"/>
                <a:cs typeface="Pretendard SemiBold"/>
              </a:rPr>
              <a:t>03  </a:t>
            </a:r>
            <a:r>
              <a:rPr sz="867" spc="33" dirty="0" err="1">
                <a:solidFill>
                  <a:srgbClr val="C8641E"/>
                </a:solidFill>
                <a:latin typeface="Pretendard SemiBold"/>
                <a:ea typeface="Pretendard SemiBold"/>
                <a:cs typeface="Pretendard SemiBold"/>
              </a:rPr>
              <a:t>핵심</a:t>
            </a:r>
            <a:r>
              <a:rPr sz="867" spc="33" dirty="0">
                <a:solidFill>
                  <a:srgbClr val="C8641E"/>
                </a:solidFill>
                <a:latin typeface="Pretendard SemiBold"/>
                <a:ea typeface="Pretendard SemiBold"/>
                <a:cs typeface="Pretendard SemiBold"/>
              </a:rPr>
              <a:t> </a:t>
            </a:r>
            <a:r>
              <a:rPr sz="867" spc="33" dirty="0" err="1">
                <a:solidFill>
                  <a:srgbClr val="C8641E"/>
                </a:solidFill>
                <a:latin typeface="Pretendard SemiBold"/>
                <a:ea typeface="Pretendard SemiBold"/>
                <a:cs typeface="Pretendard SemiBold"/>
              </a:rPr>
              <a:t>기술</a:t>
            </a:r>
            <a:endParaRPr sz="867" spc="33" dirty="0">
              <a:solidFill>
                <a:srgbClr val="C8641E"/>
              </a:solidFill>
              <a:latin typeface="Pretendard SemiBold"/>
              <a:ea typeface="Pretendard SemiBold"/>
              <a:cs typeface="Pretendard SemiBold"/>
            </a:endParaRPr>
          </a:p>
        </p:txBody>
      </p:sp>
      <p:sp>
        <p:nvSpPr>
          <p:cNvPr id="3" name="TextBox 2"/>
          <p:cNvSpPr txBox="1"/>
          <p:nvPr/>
        </p:nvSpPr>
        <p:spPr>
          <a:xfrm>
            <a:off x="609600" y="621792"/>
            <a:ext cx="10972800" cy="389787"/>
          </a:xfrm>
          <a:prstGeom prst="rect">
            <a:avLst/>
          </a:prstGeom>
          <a:noFill/>
        </p:spPr>
        <p:txBody>
          <a:bodyPr wrap="square" lIns="0" tIns="0" rIns="0" bIns="0" anchor="t">
            <a:spAutoFit/>
          </a:bodyPr>
          <a:lstStyle/>
          <a:p>
            <a:r>
              <a:rPr sz="2533" b="1" spc="-40" dirty="0" err="1">
                <a:solidFill>
                  <a:srgbClr val="2A1F17"/>
                </a:solidFill>
                <a:latin typeface="Pretendard"/>
                <a:ea typeface="Pretendard"/>
                <a:cs typeface="Pretendard"/>
              </a:rPr>
              <a:t>자동</a:t>
            </a:r>
            <a:r>
              <a:rPr sz="2533" b="1" spc="-40" dirty="0">
                <a:solidFill>
                  <a:srgbClr val="2A1F17"/>
                </a:solidFill>
                <a:latin typeface="Pretendard"/>
                <a:ea typeface="Pretendard"/>
                <a:cs typeface="Pretendard"/>
              </a:rPr>
              <a:t> </a:t>
            </a:r>
            <a:r>
              <a:rPr sz="2533" b="1" spc="-40" dirty="0" err="1">
                <a:solidFill>
                  <a:srgbClr val="2A1F17"/>
                </a:solidFill>
                <a:latin typeface="Pretendard"/>
                <a:ea typeface="Pretendard"/>
                <a:cs typeface="Pretendard"/>
              </a:rPr>
              <a:t>라벨링</a:t>
            </a:r>
            <a:r>
              <a:rPr sz="2533" b="1" spc="-40" dirty="0">
                <a:solidFill>
                  <a:srgbClr val="2A1F17"/>
                </a:solidFill>
                <a:latin typeface="Pretendard"/>
                <a:ea typeface="Pretendard"/>
                <a:cs typeface="Pretendard"/>
              </a:rPr>
              <a:t> 후 </a:t>
            </a:r>
            <a:r>
              <a:rPr sz="2533" b="1" spc="-40" dirty="0" err="1">
                <a:solidFill>
                  <a:srgbClr val="2A1F17"/>
                </a:solidFill>
                <a:latin typeface="Pretendard"/>
                <a:ea typeface="Pretendard"/>
                <a:cs typeface="Pretendard"/>
              </a:rPr>
              <a:t>직접</a:t>
            </a:r>
            <a:r>
              <a:rPr sz="2533" b="1" spc="-40" dirty="0">
                <a:solidFill>
                  <a:srgbClr val="2A1F17"/>
                </a:solidFill>
                <a:latin typeface="Pretendard"/>
                <a:ea typeface="Pretendard"/>
                <a:cs typeface="Pretendard"/>
              </a:rPr>
              <a:t> </a:t>
            </a:r>
            <a:r>
              <a:rPr sz="2533" b="1" spc="-40" dirty="0" err="1">
                <a:solidFill>
                  <a:srgbClr val="2A1F17"/>
                </a:solidFill>
                <a:latin typeface="Pretendard"/>
                <a:ea typeface="Pretendard"/>
                <a:cs typeface="Pretendard"/>
              </a:rPr>
              <a:t>검수</a:t>
            </a:r>
            <a:endParaRPr sz="2533" b="1" spc="-40" dirty="0">
              <a:solidFill>
                <a:srgbClr val="2A1F17"/>
              </a:solidFill>
              <a:latin typeface="Pretendard"/>
              <a:ea typeface="Pretendard"/>
              <a:cs typeface="Pretendard"/>
            </a:endParaRPr>
          </a:p>
        </p:txBody>
      </p:sp>
      <p:sp>
        <p:nvSpPr>
          <p:cNvPr id="4" name="TextBox 3"/>
          <p:cNvSpPr txBox="1"/>
          <p:nvPr/>
        </p:nvSpPr>
        <p:spPr>
          <a:xfrm>
            <a:off x="609600" y="1158240"/>
            <a:ext cx="10972800" cy="184666"/>
          </a:xfrm>
          <a:prstGeom prst="rect">
            <a:avLst/>
          </a:prstGeom>
          <a:noFill/>
        </p:spPr>
        <p:txBody>
          <a:bodyPr wrap="square" lIns="0" tIns="0" rIns="0" bIns="0" anchor="t">
            <a:spAutoFit/>
          </a:bodyPr>
          <a:lstStyle/>
          <a:p>
            <a:r>
              <a:rPr sz="1200" dirty="0" err="1">
                <a:solidFill>
                  <a:srgbClr val="8C8078"/>
                </a:solidFill>
                <a:latin typeface="Pretendard Medium"/>
                <a:ea typeface="Pretendard Medium"/>
                <a:cs typeface="Pretendard Medium"/>
              </a:rPr>
              <a:t>기존</a:t>
            </a:r>
            <a:r>
              <a:rPr sz="1200" dirty="0">
                <a:solidFill>
                  <a:srgbClr val="8C8078"/>
                </a:solidFill>
                <a:latin typeface="Pretendard Medium"/>
                <a:ea typeface="Pretendard Medium"/>
                <a:cs typeface="Pretendard Medium"/>
              </a:rPr>
              <a:t> </a:t>
            </a:r>
            <a:r>
              <a:rPr sz="1200" dirty="0" err="1">
                <a:solidFill>
                  <a:srgbClr val="8C8078"/>
                </a:solidFill>
                <a:latin typeface="Pretendard Medium"/>
                <a:ea typeface="Pretendard Medium"/>
                <a:cs typeface="Pretendard Medium"/>
              </a:rPr>
              <a:t>학습</a:t>
            </a:r>
            <a:r>
              <a:rPr sz="1200" dirty="0">
                <a:solidFill>
                  <a:srgbClr val="8C8078"/>
                </a:solidFill>
                <a:latin typeface="Pretendard Medium"/>
                <a:ea typeface="Pretendard Medium"/>
                <a:cs typeface="Pretendard Medium"/>
              </a:rPr>
              <a:t> </a:t>
            </a:r>
            <a:r>
              <a:rPr sz="1200" dirty="0" err="1">
                <a:solidFill>
                  <a:srgbClr val="8C8078"/>
                </a:solidFill>
                <a:latin typeface="Pretendard Medium"/>
                <a:ea typeface="Pretendard Medium"/>
                <a:cs typeface="Pretendard Medium"/>
              </a:rPr>
              <a:t>모델로</a:t>
            </a:r>
            <a:r>
              <a:rPr sz="1200" dirty="0">
                <a:solidFill>
                  <a:srgbClr val="8C8078"/>
                </a:solidFill>
                <a:latin typeface="Pretendard Medium"/>
                <a:ea typeface="Pretendard Medium"/>
                <a:cs typeface="Pretendard Medium"/>
              </a:rPr>
              <a:t> </a:t>
            </a:r>
            <a:r>
              <a:rPr sz="1200" dirty="0" err="1">
                <a:solidFill>
                  <a:srgbClr val="8C8078"/>
                </a:solidFill>
                <a:latin typeface="Pretendard Medium"/>
                <a:ea typeface="Pretendard Medium"/>
                <a:cs typeface="Pretendard Medium"/>
              </a:rPr>
              <a:t>자동</a:t>
            </a:r>
            <a:r>
              <a:rPr sz="1200" dirty="0">
                <a:solidFill>
                  <a:srgbClr val="8C8078"/>
                </a:solidFill>
                <a:latin typeface="Pretendard Medium"/>
                <a:ea typeface="Pretendard Medium"/>
                <a:cs typeface="Pretendard Medium"/>
              </a:rPr>
              <a:t> </a:t>
            </a:r>
            <a:r>
              <a:rPr sz="1200" dirty="0" err="1">
                <a:solidFill>
                  <a:srgbClr val="8C8078"/>
                </a:solidFill>
                <a:latin typeface="Pretendard Medium"/>
                <a:ea typeface="Pretendard Medium"/>
                <a:cs typeface="Pretendard Medium"/>
              </a:rPr>
              <a:t>라벨링</a:t>
            </a:r>
            <a:r>
              <a:rPr sz="1200" dirty="0">
                <a:solidFill>
                  <a:srgbClr val="8C8078"/>
                </a:solidFill>
                <a:latin typeface="Pretendard Medium"/>
                <a:ea typeface="Pretendard Medium"/>
                <a:cs typeface="Pretendard Medium"/>
              </a:rPr>
              <a:t> </a:t>
            </a:r>
            <a:r>
              <a:rPr sz="1200" dirty="0" err="1">
                <a:solidFill>
                  <a:srgbClr val="8C8078"/>
                </a:solidFill>
                <a:latin typeface="Pretendard Medium"/>
                <a:ea typeface="Pretendard Medium"/>
                <a:cs typeface="Pretendard Medium"/>
              </a:rPr>
              <a:t>진행</a:t>
            </a:r>
            <a:r>
              <a:rPr sz="1200" dirty="0">
                <a:solidFill>
                  <a:srgbClr val="8C8078"/>
                </a:solidFill>
                <a:latin typeface="Pretendard Medium"/>
                <a:ea typeface="Pretendard Medium"/>
                <a:cs typeface="Pretendard Medium"/>
              </a:rPr>
              <a:t> 후 </a:t>
            </a:r>
            <a:r>
              <a:rPr sz="1200" dirty="0" err="1">
                <a:solidFill>
                  <a:srgbClr val="8C8078"/>
                </a:solidFill>
                <a:latin typeface="Pretendard Medium"/>
                <a:ea typeface="Pretendard Medium"/>
                <a:cs typeface="Pretendard Medium"/>
              </a:rPr>
              <a:t>직접</a:t>
            </a:r>
            <a:r>
              <a:rPr sz="1200" dirty="0">
                <a:solidFill>
                  <a:srgbClr val="8C8078"/>
                </a:solidFill>
                <a:latin typeface="Pretendard Medium"/>
                <a:ea typeface="Pretendard Medium"/>
                <a:cs typeface="Pretendard Medium"/>
              </a:rPr>
              <a:t> </a:t>
            </a:r>
            <a:r>
              <a:rPr sz="1200" dirty="0" err="1">
                <a:solidFill>
                  <a:srgbClr val="8C8078"/>
                </a:solidFill>
                <a:latin typeface="Pretendard Medium"/>
                <a:ea typeface="Pretendard Medium"/>
                <a:cs typeface="Pretendard Medium"/>
              </a:rPr>
              <a:t>검수</a:t>
            </a:r>
            <a:r>
              <a:rPr sz="1200" dirty="0">
                <a:solidFill>
                  <a:srgbClr val="8C8078"/>
                </a:solidFill>
                <a:latin typeface="Pretendard Medium"/>
                <a:ea typeface="Pretendard Medium"/>
                <a:cs typeface="Pretendard Medium"/>
              </a:rPr>
              <a:t> (autolabel.py · </a:t>
            </a:r>
            <a:r>
              <a:rPr sz="1200" dirty="0" err="1">
                <a:solidFill>
                  <a:srgbClr val="8C8078"/>
                </a:solidFill>
                <a:latin typeface="Pretendard Medium"/>
                <a:ea typeface="Pretendard Medium"/>
                <a:cs typeface="Pretendard Medium"/>
              </a:rPr>
              <a:t>LabelImg</a:t>
            </a:r>
            <a:r>
              <a:rPr sz="1200" dirty="0">
                <a:solidFill>
                  <a:srgbClr val="8C8078"/>
                </a:solidFill>
                <a:latin typeface="Pretendard Medium"/>
                <a:ea typeface="Pretendard Medium"/>
                <a:cs typeface="Pretendard Medium"/>
              </a:rPr>
              <a:t> YOLO </a:t>
            </a:r>
            <a:r>
              <a:rPr sz="1200" dirty="0" err="1">
                <a:solidFill>
                  <a:srgbClr val="8C8078"/>
                </a:solidFill>
                <a:latin typeface="Pretendard Medium"/>
                <a:ea typeface="Pretendard Medium"/>
                <a:cs typeface="Pretendard Medium"/>
              </a:rPr>
              <a:t>형식</a:t>
            </a:r>
            <a:r>
              <a:rPr sz="1200" dirty="0">
                <a:solidFill>
                  <a:srgbClr val="8C8078"/>
                </a:solidFill>
                <a:latin typeface="Pretendard Medium"/>
                <a:ea typeface="Pretendard Medium"/>
                <a:cs typeface="Pretendard Medium"/>
              </a:rPr>
              <a:t> </a:t>
            </a:r>
            <a:r>
              <a:rPr sz="1200" dirty="0" err="1">
                <a:solidFill>
                  <a:srgbClr val="8C8078"/>
                </a:solidFill>
                <a:latin typeface="Pretendard Medium"/>
                <a:ea typeface="Pretendard Medium"/>
                <a:cs typeface="Pretendard Medium"/>
              </a:rPr>
              <a:t>호환</a:t>
            </a:r>
            <a:r>
              <a:rPr sz="1200" dirty="0">
                <a:solidFill>
                  <a:srgbClr val="8C8078"/>
                </a:solidFill>
                <a:latin typeface="Pretendard Medium"/>
                <a:ea typeface="Pretendard Medium"/>
                <a:cs typeface="Pretendard Medium"/>
              </a:rPr>
              <a:t>)</a:t>
            </a:r>
          </a:p>
        </p:txBody>
      </p:sp>
      <p:sp>
        <p:nvSpPr>
          <p:cNvPr id="5" name="Rounded Rectangle 4"/>
          <p:cNvSpPr/>
          <p:nvPr/>
        </p:nvSpPr>
        <p:spPr>
          <a:xfrm>
            <a:off x="609600" y="1706880"/>
            <a:ext cx="5120640" cy="4450080"/>
          </a:xfrm>
          <a:prstGeom prst="roundRect">
            <a:avLst>
              <a:gd name="adj" fmla="val 2465"/>
            </a:avLst>
          </a:prstGeom>
          <a:solidFill>
            <a:srgbClr val="F4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pic>
        <p:nvPicPr>
          <p:cNvPr id="6" name="Picture 5" descr="s19_Group15_0.png"/>
          <p:cNvPicPr>
            <a:picLocks noChangeAspect="1"/>
          </p:cNvPicPr>
          <p:nvPr/>
        </p:nvPicPr>
        <p:blipFill>
          <a:blip r:embed="rId3"/>
          <a:stretch>
            <a:fillRect/>
          </a:stretch>
        </p:blipFill>
        <p:spPr>
          <a:xfrm>
            <a:off x="792480" y="2023607"/>
            <a:ext cx="4754880" cy="3328946"/>
          </a:xfrm>
          <a:prstGeom prst="roundRect">
            <a:avLst>
              <a:gd name="adj" fmla="val 1831"/>
            </a:avLst>
          </a:prstGeom>
          <a:ln w="12700">
            <a:solidFill>
              <a:srgbClr val="E9E1D6"/>
            </a:solidFill>
          </a:ln>
        </p:spPr>
      </p:pic>
      <p:sp>
        <p:nvSpPr>
          <p:cNvPr id="7" name="TextBox 6"/>
          <p:cNvSpPr txBox="1"/>
          <p:nvPr/>
        </p:nvSpPr>
        <p:spPr>
          <a:xfrm>
            <a:off x="792480" y="5699760"/>
            <a:ext cx="4754880" cy="186590"/>
          </a:xfrm>
          <a:prstGeom prst="rect">
            <a:avLst/>
          </a:prstGeom>
          <a:noFill/>
        </p:spPr>
        <p:txBody>
          <a:bodyPr wrap="square" lIns="0" tIns="0" rIns="0" bIns="0" anchor="t">
            <a:spAutoFit/>
          </a:bodyPr>
          <a:lstStyle/>
          <a:p>
            <a:pPr algn="ctr">
              <a:lnSpc>
                <a:spcPct val="120000"/>
              </a:lnSpc>
            </a:pPr>
            <a:r>
              <a:rPr sz="1100" dirty="0" err="1">
                <a:solidFill>
                  <a:srgbClr val="8C8078"/>
                </a:solidFill>
                <a:latin typeface="Pretendard Medium"/>
                <a:ea typeface="Pretendard Medium"/>
                <a:cs typeface="Pretendard Medium"/>
              </a:rPr>
              <a:t>초기</a:t>
            </a:r>
            <a:r>
              <a:rPr sz="1100" dirty="0">
                <a:solidFill>
                  <a:srgbClr val="8C8078"/>
                </a:solidFill>
                <a:latin typeface="Pretendard Medium"/>
                <a:ea typeface="Pretendard Medium"/>
                <a:cs typeface="Pretendard Medium"/>
              </a:rPr>
              <a:t> </a:t>
            </a:r>
            <a:r>
              <a:rPr sz="1100" dirty="0" err="1">
                <a:solidFill>
                  <a:srgbClr val="8C8078"/>
                </a:solidFill>
                <a:latin typeface="Pretendard Medium"/>
                <a:ea typeface="Pretendard Medium"/>
                <a:cs typeface="Pretendard Medium"/>
              </a:rPr>
              <a:t>방식</a:t>
            </a:r>
            <a:r>
              <a:rPr sz="1100" dirty="0">
                <a:solidFill>
                  <a:srgbClr val="8C8078"/>
                </a:solidFill>
                <a:latin typeface="Pretendard Medium"/>
                <a:ea typeface="Pretendard Medium"/>
                <a:cs typeface="Pretendard Medium"/>
              </a:rPr>
              <a:t>: </a:t>
            </a:r>
            <a:r>
              <a:rPr sz="1100" dirty="0" err="1">
                <a:solidFill>
                  <a:srgbClr val="8C8078"/>
                </a:solidFill>
                <a:latin typeface="Pretendard Medium"/>
                <a:ea typeface="Pretendard Medium"/>
                <a:cs typeface="Pretendard Medium"/>
              </a:rPr>
              <a:t>LabelImg로</a:t>
            </a:r>
            <a:r>
              <a:rPr sz="1100" dirty="0">
                <a:solidFill>
                  <a:srgbClr val="8C8078"/>
                </a:solidFill>
                <a:latin typeface="Pretendard Medium"/>
                <a:ea typeface="Pretendard Medium"/>
                <a:cs typeface="Pretendard Medium"/>
              </a:rPr>
              <a:t> </a:t>
            </a:r>
            <a:r>
              <a:rPr sz="1100" dirty="0" err="1">
                <a:solidFill>
                  <a:srgbClr val="8C8078"/>
                </a:solidFill>
                <a:latin typeface="Pretendard Medium"/>
                <a:ea typeface="Pretendard Medium"/>
                <a:cs typeface="Pretendard Medium"/>
              </a:rPr>
              <a:t>모든</a:t>
            </a:r>
            <a:r>
              <a:rPr sz="1100" dirty="0">
                <a:solidFill>
                  <a:srgbClr val="8C8078"/>
                </a:solidFill>
                <a:latin typeface="Pretendard Medium"/>
                <a:ea typeface="Pretendard Medium"/>
                <a:cs typeface="Pretendard Medium"/>
              </a:rPr>
              <a:t> </a:t>
            </a:r>
            <a:r>
              <a:rPr sz="1100" dirty="0" err="1">
                <a:solidFill>
                  <a:srgbClr val="8C8078"/>
                </a:solidFill>
                <a:latin typeface="Pretendard Medium"/>
                <a:ea typeface="Pretendard Medium"/>
                <a:cs typeface="Pretendard Medium"/>
              </a:rPr>
              <a:t>박스</a:t>
            </a:r>
            <a:r>
              <a:rPr sz="1100" dirty="0">
                <a:solidFill>
                  <a:srgbClr val="8C8078"/>
                </a:solidFill>
                <a:latin typeface="Pretendard Medium"/>
                <a:ea typeface="Pretendard Medium"/>
                <a:cs typeface="Pretendard Medium"/>
              </a:rPr>
              <a:t> </a:t>
            </a:r>
            <a:r>
              <a:rPr sz="1100" dirty="0" err="1">
                <a:solidFill>
                  <a:srgbClr val="8C8078"/>
                </a:solidFill>
                <a:latin typeface="Pretendard Medium"/>
                <a:ea typeface="Pretendard Medium"/>
                <a:cs typeface="Pretendard Medium"/>
              </a:rPr>
              <a:t>수동</a:t>
            </a:r>
            <a:r>
              <a:rPr sz="1100" dirty="0">
                <a:solidFill>
                  <a:srgbClr val="8C8078"/>
                </a:solidFill>
                <a:latin typeface="Pretendard Medium"/>
                <a:ea typeface="Pretendard Medium"/>
                <a:cs typeface="Pretendard Medium"/>
              </a:rPr>
              <a:t> </a:t>
            </a:r>
            <a:r>
              <a:rPr sz="1100" dirty="0" err="1">
                <a:solidFill>
                  <a:srgbClr val="8C8078"/>
                </a:solidFill>
                <a:latin typeface="Pretendard Medium"/>
                <a:ea typeface="Pretendard Medium"/>
                <a:cs typeface="Pretendard Medium"/>
              </a:rPr>
              <a:t>작성</a:t>
            </a:r>
            <a:endParaRPr sz="1100" dirty="0">
              <a:solidFill>
                <a:srgbClr val="8C8078"/>
              </a:solidFill>
              <a:latin typeface="Pretendard Medium"/>
              <a:ea typeface="Pretendard Medium"/>
              <a:cs typeface="Pretendard Medium"/>
            </a:endParaRPr>
          </a:p>
        </p:txBody>
      </p:sp>
      <p:sp>
        <p:nvSpPr>
          <p:cNvPr id="8" name="Rounded Rectangle 7"/>
          <p:cNvSpPr/>
          <p:nvPr/>
        </p:nvSpPr>
        <p:spPr>
          <a:xfrm>
            <a:off x="5913120" y="1706880"/>
            <a:ext cx="5669280" cy="3200400"/>
          </a:xfrm>
          <a:prstGeom prst="roundRect">
            <a:avLst>
              <a:gd name="adj" fmla="val 3428"/>
            </a:avLst>
          </a:prstGeom>
          <a:solidFill>
            <a:srgbClr val="FFFFFF"/>
          </a:solidFill>
          <a:ln w="12700">
            <a:solidFill>
              <a:srgbClr val="E9E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9" name="TextBox 8"/>
          <p:cNvSpPr txBox="1"/>
          <p:nvPr/>
        </p:nvSpPr>
        <p:spPr>
          <a:xfrm>
            <a:off x="6156960" y="1938527"/>
            <a:ext cx="5181600" cy="147028"/>
          </a:xfrm>
          <a:prstGeom prst="rect">
            <a:avLst/>
          </a:prstGeom>
          <a:noFill/>
        </p:spPr>
        <p:txBody>
          <a:bodyPr wrap="square" lIns="0" tIns="0" rIns="0" bIns="0" anchor="t">
            <a:spAutoFit/>
          </a:bodyPr>
          <a:lstStyle/>
          <a:p>
            <a:pPr>
              <a:lnSpc>
                <a:spcPct val="120000"/>
              </a:lnSpc>
            </a:pPr>
            <a:r>
              <a:rPr sz="867" spc="27">
                <a:solidFill>
                  <a:srgbClr val="C8641E"/>
                </a:solidFill>
                <a:latin typeface="Pretendard SemiBold"/>
                <a:ea typeface="Pretendard SemiBold"/>
                <a:cs typeface="Pretendard SemiBold"/>
              </a:rPr>
              <a:t>자동 라벨링 절차</a:t>
            </a:r>
          </a:p>
        </p:txBody>
      </p:sp>
      <p:sp>
        <p:nvSpPr>
          <p:cNvPr id="10" name="Oval 9"/>
          <p:cNvSpPr/>
          <p:nvPr/>
        </p:nvSpPr>
        <p:spPr>
          <a:xfrm>
            <a:off x="6156960" y="2225040"/>
            <a:ext cx="316992" cy="316992"/>
          </a:xfrm>
          <a:prstGeom prst="ellipse">
            <a:avLst/>
          </a:prstGeom>
          <a:solidFill>
            <a:srgbClr val="F8E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1" name="TextBox 10"/>
          <p:cNvSpPr txBox="1"/>
          <p:nvPr/>
        </p:nvSpPr>
        <p:spPr>
          <a:xfrm>
            <a:off x="6156960" y="2306592"/>
            <a:ext cx="316992" cy="153888"/>
          </a:xfrm>
          <a:prstGeom prst="rect">
            <a:avLst/>
          </a:prstGeom>
          <a:noFill/>
        </p:spPr>
        <p:txBody>
          <a:bodyPr wrap="square" lIns="0" tIns="0" rIns="0" bIns="0" anchor="ctr">
            <a:spAutoFit/>
          </a:bodyPr>
          <a:lstStyle/>
          <a:p>
            <a:pPr algn="ctr"/>
            <a:r>
              <a:rPr sz="1000" b="1">
                <a:solidFill>
                  <a:srgbClr val="C8641E"/>
                </a:solidFill>
                <a:latin typeface="Pretendard"/>
                <a:ea typeface="Pretendard"/>
                <a:cs typeface="Pretendard"/>
              </a:rPr>
              <a:t>1</a:t>
            </a:r>
          </a:p>
        </p:txBody>
      </p:sp>
      <p:sp>
        <p:nvSpPr>
          <p:cNvPr id="12" name="TextBox 11"/>
          <p:cNvSpPr txBox="1"/>
          <p:nvPr/>
        </p:nvSpPr>
        <p:spPr>
          <a:xfrm>
            <a:off x="6614160" y="2237232"/>
            <a:ext cx="4785360" cy="237437"/>
          </a:xfrm>
          <a:prstGeom prst="rect">
            <a:avLst/>
          </a:prstGeom>
          <a:noFill/>
        </p:spPr>
        <p:txBody>
          <a:bodyPr wrap="square" lIns="0" tIns="0" rIns="0" bIns="0" anchor="t">
            <a:spAutoFit/>
          </a:bodyPr>
          <a:lstStyle/>
          <a:p>
            <a:pPr>
              <a:lnSpc>
                <a:spcPct val="120000"/>
              </a:lnSpc>
            </a:pPr>
            <a:r>
              <a:rPr sz="1400" b="1" dirty="0" err="1">
                <a:solidFill>
                  <a:srgbClr val="2A1F17"/>
                </a:solidFill>
                <a:latin typeface="Pretendard"/>
                <a:ea typeface="Pretendard"/>
                <a:cs typeface="Pretendard"/>
              </a:rPr>
              <a:t>자동</a:t>
            </a:r>
            <a:r>
              <a:rPr sz="1400" b="1" dirty="0">
                <a:solidFill>
                  <a:srgbClr val="2A1F17"/>
                </a:solidFill>
                <a:latin typeface="Pretendard"/>
                <a:ea typeface="Pretendard"/>
                <a:cs typeface="Pretendard"/>
              </a:rPr>
              <a:t> </a:t>
            </a:r>
            <a:r>
              <a:rPr sz="1400" b="1" dirty="0" err="1">
                <a:solidFill>
                  <a:srgbClr val="2A1F17"/>
                </a:solidFill>
                <a:latin typeface="Pretendard"/>
                <a:ea typeface="Pretendard"/>
                <a:cs typeface="Pretendard"/>
              </a:rPr>
              <a:t>라벨링</a:t>
            </a:r>
            <a:r>
              <a:rPr sz="1400" b="1" dirty="0">
                <a:solidFill>
                  <a:srgbClr val="2A1F17"/>
                </a:solidFill>
                <a:latin typeface="Pretendard"/>
                <a:ea typeface="Pretendard"/>
                <a:cs typeface="Pretendard"/>
              </a:rPr>
              <a:t> </a:t>
            </a:r>
            <a:r>
              <a:rPr sz="1400" b="1" dirty="0" err="1">
                <a:solidFill>
                  <a:srgbClr val="2A1F17"/>
                </a:solidFill>
                <a:latin typeface="Pretendard"/>
                <a:ea typeface="Pretendard"/>
                <a:cs typeface="Pretendard"/>
              </a:rPr>
              <a:t>실행</a:t>
            </a:r>
            <a:endParaRPr sz="1400" b="1" dirty="0">
              <a:solidFill>
                <a:srgbClr val="2A1F17"/>
              </a:solidFill>
              <a:latin typeface="Pretendard"/>
              <a:ea typeface="Pretendard"/>
              <a:cs typeface="Pretendard"/>
            </a:endParaRPr>
          </a:p>
        </p:txBody>
      </p:sp>
      <p:sp>
        <p:nvSpPr>
          <p:cNvPr id="13" name="TextBox 12"/>
          <p:cNvSpPr txBox="1"/>
          <p:nvPr/>
        </p:nvSpPr>
        <p:spPr>
          <a:xfrm>
            <a:off x="6614160" y="2511552"/>
            <a:ext cx="4785360" cy="211596"/>
          </a:xfrm>
          <a:prstGeom prst="rect">
            <a:avLst/>
          </a:prstGeom>
          <a:noFill/>
        </p:spPr>
        <p:txBody>
          <a:bodyPr wrap="square" lIns="0" tIns="0" rIns="0" bIns="0" anchor="t">
            <a:spAutoFit/>
          </a:bodyPr>
          <a:lstStyle/>
          <a:p>
            <a:pPr>
              <a:lnSpc>
                <a:spcPct val="125000"/>
              </a:lnSpc>
            </a:pPr>
            <a:r>
              <a:rPr sz="1100" dirty="0">
                <a:solidFill>
                  <a:srgbClr val="5B4E44"/>
                </a:solidFill>
                <a:latin typeface="Pretendard"/>
                <a:ea typeface="Pretendard"/>
                <a:cs typeface="Pretendard"/>
              </a:rPr>
              <a:t>Jetson </a:t>
            </a:r>
            <a:r>
              <a:rPr sz="1100" dirty="0" err="1">
                <a:solidFill>
                  <a:srgbClr val="5B4E44"/>
                </a:solidFill>
                <a:latin typeface="Pretendard"/>
                <a:ea typeface="Pretendard"/>
                <a:cs typeface="Pretendard"/>
              </a:rPr>
              <a:t>추론</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서버로</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폴더</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전체</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추론</a:t>
            </a:r>
            <a:r>
              <a:rPr sz="1100" dirty="0">
                <a:solidFill>
                  <a:srgbClr val="5B4E44"/>
                </a:solidFill>
                <a:latin typeface="Pretendard"/>
                <a:ea typeface="Pretendard"/>
                <a:cs typeface="Pretendard"/>
              </a:rPr>
              <a:t> · </a:t>
            </a:r>
            <a:r>
              <a:rPr sz="1100" dirty="0" err="1">
                <a:solidFill>
                  <a:srgbClr val="5B4E44"/>
                </a:solidFill>
                <a:latin typeface="Pretendard"/>
                <a:ea typeface="Pretendard"/>
                <a:cs typeface="Pretendard"/>
              </a:rPr>
              <a:t>신뢰도</a:t>
            </a:r>
            <a:r>
              <a:rPr sz="1100" dirty="0">
                <a:solidFill>
                  <a:srgbClr val="5B4E44"/>
                </a:solidFill>
                <a:latin typeface="Pretendard"/>
                <a:ea typeface="Pretendard"/>
                <a:cs typeface="Pretendard"/>
              </a:rPr>
              <a:t> 0.30 </a:t>
            </a:r>
            <a:r>
              <a:rPr sz="1100" dirty="0" err="1">
                <a:solidFill>
                  <a:srgbClr val="5B4E44"/>
                </a:solidFill>
                <a:latin typeface="Pretendard"/>
                <a:ea typeface="Pretendard"/>
                <a:cs typeface="Pretendard"/>
              </a:rPr>
              <a:t>이상</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박스</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저장</a:t>
            </a:r>
            <a:r>
              <a:rPr sz="1100" dirty="0">
                <a:solidFill>
                  <a:srgbClr val="5B4E44"/>
                </a:solidFill>
                <a:latin typeface="Pretendard"/>
                <a:ea typeface="Pretendard"/>
                <a:cs typeface="Pretendard"/>
              </a:rPr>
              <a:t> (100장 약 1분)</a:t>
            </a:r>
          </a:p>
        </p:txBody>
      </p:sp>
      <p:sp>
        <p:nvSpPr>
          <p:cNvPr id="14" name="Oval 13"/>
          <p:cNvSpPr/>
          <p:nvPr/>
        </p:nvSpPr>
        <p:spPr>
          <a:xfrm>
            <a:off x="6156960" y="3090672"/>
            <a:ext cx="316992" cy="316992"/>
          </a:xfrm>
          <a:prstGeom prst="ellipse">
            <a:avLst/>
          </a:prstGeom>
          <a:solidFill>
            <a:srgbClr val="F8E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5" name="TextBox 14"/>
          <p:cNvSpPr txBox="1"/>
          <p:nvPr/>
        </p:nvSpPr>
        <p:spPr>
          <a:xfrm>
            <a:off x="6156960" y="3172224"/>
            <a:ext cx="316992" cy="153888"/>
          </a:xfrm>
          <a:prstGeom prst="rect">
            <a:avLst/>
          </a:prstGeom>
          <a:noFill/>
        </p:spPr>
        <p:txBody>
          <a:bodyPr wrap="square" lIns="0" tIns="0" rIns="0" bIns="0" anchor="ctr">
            <a:spAutoFit/>
          </a:bodyPr>
          <a:lstStyle/>
          <a:p>
            <a:pPr algn="ctr"/>
            <a:r>
              <a:rPr sz="1000" b="1">
                <a:solidFill>
                  <a:srgbClr val="C8641E"/>
                </a:solidFill>
                <a:latin typeface="Pretendard"/>
                <a:ea typeface="Pretendard"/>
                <a:cs typeface="Pretendard"/>
              </a:rPr>
              <a:t>2</a:t>
            </a:r>
          </a:p>
        </p:txBody>
      </p:sp>
      <p:sp>
        <p:nvSpPr>
          <p:cNvPr id="16" name="TextBox 15"/>
          <p:cNvSpPr txBox="1"/>
          <p:nvPr/>
        </p:nvSpPr>
        <p:spPr>
          <a:xfrm>
            <a:off x="6614160" y="3102864"/>
            <a:ext cx="4785360" cy="237437"/>
          </a:xfrm>
          <a:prstGeom prst="rect">
            <a:avLst/>
          </a:prstGeom>
          <a:noFill/>
        </p:spPr>
        <p:txBody>
          <a:bodyPr wrap="square" lIns="0" tIns="0" rIns="0" bIns="0" anchor="t">
            <a:spAutoFit/>
          </a:bodyPr>
          <a:lstStyle/>
          <a:p>
            <a:pPr>
              <a:lnSpc>
                <a:spcPct val="120000"/>
              </a:lnSpc>
            </a:pPr>
            <a:r>
              <a:rPr sz="1400" b="1">
                <a:solidFill>
                  <a:srgbClr val="2A1F17"/>
                </a:solidFill>
                <a:latin typeface="Pretendard"/>
                <a:ea typeface="Pretendard"/>
                <a:cs typeface="Pretendard"/>
              </a:rPr>
              <a:t>「확인 필요」 이미지 필터링</a:t>
            </a:r>
          </a:p>
        </p:txBody>
      </p:sp>
      <p:sp>
        <p:nvSpPr>
          <p:cNvPr id="17" name="TextBox 16"/>
          <p:cNvSpPr txBox="1"/>
          <p:nvPr/>
        </p:nvSpPr>
        <p:spPr>
          <a:xfrm>
            <a:off x="6614160" y="3377184"/>
            <a:ext cx="4785360" cy="211596"/>
          </a:xfrm>
          <a:prstGeom prst="rect">
            <a:avLst/>
          </a:prstGeom>
          <a:noFill/>
        </p:spPr>
        <p:txBody>
          <a:bodyPr wrap="square" lIns="0" tIns="0" rIns="0" bIns="0" anchor="t">
            <a:spAutoFit/>
          </a:bodyPr>
          <a:lstStyle/>
          <a:p>
            <a:pPr>
              <a:lnSpc>
                <a:spcPct val="125000"/>
              </a:lnSpc>
            </a:pPr>
            <a:r>
              <a:rPr sz="1100">
                <a:solidFill>
                  <a:srgbClr val="5B4E44"/>
                </a:solidFill>
                <a:latin typeface="Pretendard"/>
                <a:ea typeface="Pretendard"/>
                <a:cs typeface="Pretendard"/>
              </a:rPr>
              <a:t>신뢰도 낮은 박스 또는 검출 없음 이미지만 표시</a:t>
            </a:r>
          </a:p>
        </p:txBody>
      </p:sp>
      <p:sp>
        <p:nvSpPr>
          <p:cNvPr id="18" name="Oval 17"/>
          <p:cNvSpPr/>
          <p:nvPr/>
        </p:nvSpPr>
        <p:spPr>
          <a:xfrm>
            <a:off x="6156960" y="3956304"/>
            <a:ext cx="316992" cy="316992"/>
          </a:xfrm>
          <a:prstGeom prst="ellipse">
            <a:avLst/>
          </a:prstGeom>
          <a:solidFill>
            <a:srgbClr val="F8E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9" name="TextBox 18"/>
          <p:cNvSpPr txBox="1"/>
          <p:nvPr/>
        </p:nvSpPr>
        <p:spPr>
          <a:xfrm>
            <a:off x="6156960" y="4037856"/>
            <a:ext cx="316992" cy="153888"/>
          </a:xfrm>
          <a:prstGeom prst="rect">
            <a:avLst/>
          </a:prstGeom>
          <a:noFill/>
        </p:spPr>
        <p:txBody>
          <a:bodyPr wrap="square" lIns="0" tIns="0" rIns="0" bIns="0" anchor="ctr">
            <a:spAutoFit/>
          </a:bodyPr>
          <a:lstStyle/>
          <a:p>
            <a:pPr algn="ctr"/>
            <a:r>
              <a:rPr sz="1000" b="1">
                <a:solidFill>
                  <a:srgbClr val="C8641E"/>
                </a:solidFill>
                <a:latin typeface="Pretendard"/>
                <a:ea typeface="Pretendard"/>
                <a:cs typeface="Pretendard"/>
              </a:rPr>
              <a:t>3</a:t>
            </a:r>
          </a:p>
        </p:txBody>
      </p:sp>
      <p:sp>
        <p:nvSpPr>
          <p:cNvPr id="20" name="TextBox 19"/>
          <p:cNvSpPr txBox="1"/>
          <p:nvPr/>
        </p:nvSpPr>
        <p:spPr>
          <a:xfrm>
            <a:off x="6614160" y="3968496"/>
            <a:ext cx="4785360" cy="237437"/>
          </a:xfrm>
          <a:prstGeom prst="rect">
            <a:avLst/>
          </a:prstGeom>
          <a:noFill/>
        </p:spPr>
        <p:txBody>
          <a:bodyPr wrap="square" lIns="0" tIns="0" rIns="0" bIns="0" anchor="t">
            <a:spAutoFit/>
          </a:bodyPr>
          <a:lstStyle/>
          <a:p>
            <a:pPr>
              <a:lnSpc>
                <a:spcPct val="120000"/>
              </a:lnSpc>
            </a:pPr>
            <a:r>
              <a:rPr sz="1400" b="1">
                <a:solidFill>
                  <a:srgbClr val="2A1F17"/>
                </a:solidFill>
                <a:latin typeface="Pretendard"/>
                <a:ea typeface="Pretendard"/>
                <a:cs typeface="Pretendard"/>
              </a:rPr>
              <a:t>직접 검수 · 수정</a:t>
            </a:r>
          </a:p>
        </p:txBody>
      </p:sp>
      <p:sp>
        <p:nvSpPr>
          <p:cNvPr id="21" name="TextBox 20"/>
          <p:cNvSpPr txBox="1"/>
          <p:nvPr/>
        </p:nvSpPr>
        <p:spPr>
          <a:xfrm>
            <a:off x="6614160" y="4242816"/>
            <a:ext cx="4785360" cy="211596"/>
          </a:xfrm>
          <a:prstGeom prst="rect">
            <a:avLst/>
          </a:prstGeom>
          <a:noFill/>
        </p:spPr>
        <p:txBody>
          <a:bodyPr wrap="square" lIns="0" tIns="0" rIns="0" bIns="0" anchor="t">
            <a:spAutoFit/>
          </a:bodyPr>
          <a:lstStyle/>
          <a:p>
            <a:pPr>
              <a:lnSpc>
                <a:spcPct val="125000"/>
              </a:lnSpc>
            </a:pPr>
            <a:r>
              <a:rPr sz="1100">
                <a:solidFill>
                  <a:srgbClr val="5B4E44"/>
                </a:solidFill>
                <a:latin typeface="Pretendard"/>
                <a:ea typeface="Pretendard"/>
                <a:cs typeface="Pretendard"/>
              </a:rPr>
              <a:t>숫자키 = 클래스 변경 · 모서리 드래그 = 박스 수정 · Space = 확인 완료</a:t>
            </a:r>
          </a:p>
        </p:txBody>
      </p:sp>
      <p:sp>
        <p:nvSpPr>
          <p:cNvPr id="22" name="Rounded Rectangle 21"/>
          <p:cNvSpPr/>
          <p:nvPr/>
        </p:nvSpPr>
        <p:spPr>
          <a:xfrm>
            <a:off x="5913120" y="5090160"/>
            <a:ext cx="5669280" cy="1066800"/>
          </a:xfrm>
          <a:prstGeom prst="roundRect">
            <a:avLst>
              <a:gd name="adj" fmla="val 10285"/>
            </a:avLst>
          </a:prstGeom>
          <a:solidFill>
            <a:srgbClr val="F8E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3" name="TextBox 22"/>
          <p:cNvSpPr txBox="1"/>
          <p:nvPr/>
        </p:nvSpPr>
        <p:spPr>
          <a:xfrm>
            <a:off x="6156960" y="5254751"/>
            <a:ext cx="5181600" cy="147028"/>
          </a:xfrm>
          <a:prstGeom prst="rect">
            <a:avLst/>
          </a:prstGeom>
          <a:noFill/>
        </p:spPr>
        <p:txBody>
          <a:bodyPr wrap="square" lIns="0" tIns="0" rIns="0" bIns="0" anchor="t">
            <a:spAutoFit/>
          </a:bodyPr>
          <a:lstStyle/>
          <a:p>
            <a:pPr>
              <a:lnSpc>
                <a:spcPct val="120000"/>
              </a:lnSpc>
            </a:pPr>
            <a:r>
              <a:rPr sz="867">
                <a:solidFill>
                  <a:srgbClr val="C8641E"/>
                </a:solidFill>
                <a:latin typeface="Pretendard SemiBold"/>
                <a:ea typeface="Pretendard SemiBold"/>
                <a:cs typeface="Pretendard SemiBold"/>
              </a:rPr>
              <a:t>검수 기준</a:t>
            </a:r>
          </a:p>
        </p:txBody>
      </p:sp>
      <p:sp>
        <p:nvSpPr>
          <p:cNvPr id="24" name="TextBox 23"/>
          <p:cNvSpPr txBox="1"/>
          <p:nvPr/>
        </p:nvSpPr>
        <p:spPr>
          <a:xfrm>
            <a:off x="6156960" y="5486400"/>
            <a:ext cx="5181600" cy="187167"/>
          </a:xfrm>
          <a:prstGeom prst="rect">
            <a:avLst/>
          </a:prstGeom>
          <a:noFill/>
        </p:spPr>
        <p:txBody>
          <a:bodyPr wrap="square" lIns="0" tIns="0" rIns="0" bIns="0" anchor="t">
            <a:spAutoFit/>
          </a:bodyPr>
          <a:lstStyle/>
          <a:p>
            <a:pPr>
              <a:lnSpc>
                <a:spcPct val="130000"/>
              </a:lnSpc>
            </a:pPr>
            <a:r>
              <a:rPr sz="1033" dirty="0">
                <a:solidFill>
                  <a:srgbClr val="2A1F17"/>
                </a:solidFill>
                <a:latin typeface="Pretendard Medium"/>
                <a:ea typeface="Pretendard Medium"/>
                <a:cs typeface="Pretendard Medium"/>
              </a:rPr>
              <a:t>빵 </a:t>
            </a:r>
            <a:r>
              <a:rPr sz="1033" dirty="0" err="1">
                <a:solidFill>
                  <a:srgbClr val="2A1F17"/>
                </a:solidFill>
                <a:latin typeface="Pretendard Medium"/>
                <a:ea typeface="Pretendard Medium"/>
                <a:cs typeface="Pretendard Medium"/>
              </a:rPr>
              <a:t>개수</a:t>
            </a:r>
            <a:r>
              <a:rPr sz="1033" dirty="0">
                <a:solidFill>
                  <a:srgbClr val="2A1F17"/>
                </a:solidFill>
                <a:latin typeface="Pretendard Medium"/>
                <a:ea typeface="Pretendard Medium"/>
                <a:cs typeface="Pretendard Medium"/>
              </a:rPr>
              <a:t> = </a:t>
            </a:r>
            <a:r>
              <a:rPr sz="1033" dirty="0" err="1">
                <a:solidFill>
                  <a:srgbClr val="2A1F17"/>
                </a:solidFill>
                <a:latin typeface="Pretendard Medium"/>
                <a:ea typeface="Pretendard Medium"/>
                <a:cs typeface="Pretendard Medium"/>
              </a:rPr>
              <a:t>박스</a:t>
            </a:r>
            <a:r>
              <a:rPr sz="1033" dirty="0">
                <a:solidFill>
                  <a:srgbClr val="2A1F17"/>
                </a:solidFill>
                <a:latin typeface="Pretendard Medium"/>
                <a:ea typeface="Pretendard Medium"/>
                <a:cs typeface="Pretendard Medium"/>
              </a:rPr>
              <a:t> </a:t>
            </a:r>
            <a:r>
              <a:rPr sz="1033" dirty="0" err="1">
                <a:solidFill>
                  <a:srgbClr val="2A1F17"/>
                </a:solidFill>
                <a:latin typeface="Pretendard Medium"/>
                <a:ea typeface="Pretendard Medium"/>
                <a:cs typeface="Pretendard Medium"/>
              </a:rPr>
              <a:t>개수</a:t>
            </a:r>
            <a:r>
              <a:rPr sz="1033" dirty="0">
                <a:solidFill>
                  <a:srgbClr val="2A1F17"/>
                </a:solidFill>
                <a:latin typeface="Pretendard Medium"/>
                <a:ea typeface="Pretendard Medium"/>
                <a:cs typeface="Pretendard Medium"/>
              </a:rPr>
              <a:t> </a:t>
            </a:r>
            <a:r>
              <a:rPr sz="1033" dirty="0" err="1">
                <a:solidFill>
                  <a:srgbClr val="2A1F17"/>
                </a:solidFill>
                <a:latin typeface="Pretendard Medium"/>
                <a:ea typeface="Pretendard Medium"/>
                <a:cs typeface="Pretendard Medium"/>
              </a:rPr>
              <a:t>확인</a:t>
            </a:r>
            <a:r>
              <a:rPr sz="1033" dirty="0">
                <a:solidFill>
                  <a:srgbClr val="2A1F17"/>
                </a:solidFill>
                <a:latin typeface="Pretendard Medium"/>
                <a:ea typeface="Pretendard Medium"/>
                <a:cs typeface="Pretendard Medium"/>
              </a:rPr>
              <a:t> · </a:t>
            </a:r>
            <a:r>
              <a:rPr sz="1033" dirty="0" err="1">
                <a:solidFill>
                  <a:srgbClr val="2A1F17"/>
                </a:solidFill>
                <a:latin typeface="Pretendard Medium"/>
                <a:ea typeface="Pretendard Medium"/>
                <a:cs typeface="Pretendard Medium"/>
              </a:rPr>
              <a:t>누락</a:t>
            </a:r>
            <a:r>
              <a:rPr sz="1033" dirty="0">
                <a:solidFill>
                  <a:srgbClr val="2A1F17"/>
                </a:solidFill>
                <a:latin typeface="Pretendard Medium"/>
                <a:ea typeface="Pretendard Medium"/>
                <a:cs typeface="Pretendard Medium"/>
              </a:rPr>
              <a:t> </a:t>
            </a:r>
            <a:r>
              <a:rPr sz="1033" dirty="0" err="1">
                <a:solidFill>
                  <a:srgbClr val="2A1F17"/>
                </a:solidFill>
                <a:latin typeface="Pretendard Medium"/>
                <a:ea typeface="Pretendard Medium"/>
                <a:cs typeface="Pretendard Medium"/>
              </a:rPr>
              <a:t>박스는</a:t>
            </a:r>
            <a:r>
              <a:rPr sz="1033" dirty="0">
                <a:solidFill>
                  <a:srgbClr val="2A1F17"/>
                </a:solidFill>
                <a:latin typeface="Pretendard Medium"/>
                <a:ea typeface="Pretendard Medium"/>
                <a:cs typeface="Pretendard Medium"/>
              </a:rPr>
              <a:t> </a:t>
            </a:r>
            <a:r>
              <a:rPr sz="1033" dirty="0" err="1">
                <a:solidFill>
                  <a:srgbClr val="2A1F17"/>
                </a:solidFill>
                <a:latin typeface="Pretendard Medium"/>
                <a:ea typeface="Pretendard Medium"/>
                <a:cs typeface="Pretendard Medium"/>
              </a:rPr>
              <a:t>해당</a:t>
            </a:r>
            <a:r>
              <a:rPr sz="1033" dirty="0">
                <a:solidFill>
                  <a:srgbClr val="2A1F17"/>
                </a:solidFill>
                <a:latin typeface="Pretendard Medium"/>
                <a:ea typeface="Pretendard Medium"/>
                <a:cs typeface="Pretendard Medium"/>
              </a:rPr>
              <a:t> </a:t>
            </a:r>
            <a:r>
              <a:rPr sz="1033" dirty="0" err="1">
                <a:solidFill>
                  <a:srgbClr val="2A1F17"/>
                </a:solidFill>
                <a:latin typeface="Pretendard Medium"/>
                <a:ea typeface="Pretendard Medium"/>
                <a:cs typeface="Pretendard Medium"/>
              </a:rPr>
              <a:t>빵이</a:t>
            </a:r>
            <a:r>
              <a:rPr sz="1033" dirty="0">
                <a:solidFill>
                  <a:srgbClr val="2A1F17"/>
                </a:solidFill>
                <a:latin typeface="Pretendard Medium"/>
                <a:ea typeface="Pretendard Medium"/>
                <a:cs typeface="Pretendard Medium"/>
              </a:rPr>
              <a:t> </a:t>
            </a:r>
            <a:r>
              <a:rPr sz="1033" dirty="0" err="1">
                <a:solidFill>
                  <a:srgbClr val="2A1F17"/>
                </a:solidFill>
                <a:latin typeface="Pretendard Medium"/>
                <a:ea typeface="Pretendard Medium"/>
                <a:cs typeface="Pretendard Medium"/>
              </a:rPr>
              <a:t>배경으로</a:t>
            </a:r>
            <a:r>
              <a:rPr sz="1033" dirty="0">
                <a:solidFill>
                  <a:srgbClr val="2A1F17"/>
                </a:solidFill>
                <a:latin typeface="Pretendard Medium"/>
                <a:ea typeface="Pretendard Medium"/>
                <a:cs typeface="Pretendard Medium"/>
              </a:rPr>
              <a:t> </a:t>
            </a:r>
            <a:r>
              <a:rPr sz="1033" dirty="0" err="1">
                <a:solidFill>
                  <a:srgbClr val="2A1F17"/>
                </a:solidFill>
                <a:latin typeface="Pretendard Medium"/>
                <a:ea typeface="Pretendard Medium"/>
                <a:cs typeface="Pretendard Medium"/>
              </a:rPr>
              <a:t>학습되므로</a:t>
            </a:r>
            <a:r>
              <a:rPr sz="1033" dirty="0">
                <a:solidFill>
                  <a:srgbClr val="2A1F17"/>
                </a:solidFill>
                <a:latin typeface="Pretendard Medium"/>
                <a:ea typeface="Pretendard Medium"/>
                <a:cs typeface="Pretendard Medium"/>
              </a:rPr>
              <a:t> </a:t>
            </a:r>
            <a:r>
              <a:rPr sz="1033" dirty="0" err="1">
                <a:solidFill>
                  <a:srgbClr val="2A1F17"/>
                </a:solidFill>
                <a:latin typeface="Pretendard Medium"/>
                <a:ea typeface="Pretendard Medium"/>
                <a:cs typeface="Pretendard Medium"/>
              </a:rPr>
              <a:t>오분류</a:t>
            </a:r>
            <a:r>
              <a:rPr sz="1033" dirty="0">
                <a:solidFill>
                  <a:srgbClr val="2A1F17"/>
                </a:solidFill>
                <a:latin typeface="Pretendard Medium"/>
                <a:ea typeface="Pretendard Medium"/>
                <a:cs typeface="Pretendard Medium"/>
              </a:rPr>
              <a:t> </a:t>
            </a:r>
            <a:r>
              <a:rPr sz="1033" dirty="0" err="1">
                <a:solidFill>
                  <a:srgbClr val="2A1F17"/>
                </a:solidFill>
                <a:latin typeface="Pretendard Medium"/>
                <a:ea typeface="Pretendard Medium"/>
                <a:cs typeface="Pretendard Medium"/>
              </a:rPr>
              <a:t>박스보다</a:t>
            </a:r>
            <a:r>
              <a:rPr sz="1033" dirty="0">
                <a:solidFill>
                  <a:srgbClr val="2A1F17"/>
                </a:solidFill>
                <a:latin typeface="Pretendard Medium"/>
                <a:ea typeface="Pretendard Medium"/>
                <a:cs typeface="Pretendard Medium"/>
              </a:rPr>
              <a:t> </a:t>
            </a:r>
            <a:r>
              <a:rPr sz="1033" dirty="0" err="1">
                <a:solidFill>
                  <a:srgbClr val="2A1F17"/>
                </a:solidFill>
                <a:latin typeface="Pretendard Medium"/>
                <a:ea typeface="Pretendard Medium"/>
                <a:cs typeface="Pretendard Medium"/>
              </a:rPr>
              <a:t>우선</a:t>
            </a:r>
            <a:r>
              <a:rPr sz="1033" dirty="0">
                <a:solidFill>
                  <a:srgbClr val="2A1F17"/>
                </a:solidFill>
                <a:latin typeface="Pretendard Medium"/>
                <a:ea typeface="Pretendard Medium"/>
                <a:cs typeface="Pretendard Medium"/>
              </a:rPr>
              <a:t> </a:t>
            </a:r>
            <a:r>
              <a:rPr sz="1033" dirty="0" err="1">
                <a:solidFill>
                  <a:srgbClr val="2A1F17"/>
                </a:solidFill>
                <a:latin typeface="Pretendard Medium"/>
                <a:ea typeface="Pretendard Medium"/>
                <a:cs typeface="Pretendard Medium"/>
              </a:rPr>
              <a:t>확인</a:t>
            </a:r>
            <a:endParaRPr sz="1033" dirty="0">
              <a:solidFill>
                <a:srgbClr val="2A1F17"/>
              </a:solidFill>
              <a:latin typeface="Pretendard Medium"/>
              <a:ea typeface="Pretendard Medium"/>
              <a:cs typeface="Pretendard Medium"/>
            </a:endParaRPr>
          </a:p>
        </p:txBody>
      </p:sp>
      <p:sp>
        <p:nvSpPr>
          <p:cNvPr id="25" name="TextBox 24"/>
          <p:cNvSpPr txBox="1"/>
          <p:nvPr/>
        </p:nvSpPr>
        <p:spPr>
          <a:xfrm>
            <a:off x="609600" y="6473952"/>
            <a:ext cx="3657600" cy="130100"/>
          </a:xfrm>
          <a:prstGeom prst="rect">
            <a:avLst/>
          </a:prstGeom>
          <a:noFill/>
        </p:spPr>
        <p:txBody>
          <a:bodyPr wrap="square" lIns="0" tIns="0" rIns="0" bIns="0" anchor="t">
            <a:spAutoFit/>
          </a:bodyPr>
          <a:lstStyle/>
          <a:p>
            <a:pPr>
              <a:lnSpc>
                <a:spcPct val="120000"/>
              </a:lnSpc>
            </a:pPr>
            <a:r>
              <a:rPr sz="767">
                <a:solidFill>
                  <a:srgbClr val="8C8078"/>
                </a:solidFill>
                <a:latin typeface="Pretendard Medium"/>
                <a:ea typeface="Pretendard Medium"/>
                <a:cs typeface="Pretendard Medium"/>
              </a:rPr>
              <a:t>BreadVision · 6조</a:t>
            </a:r>
          </a:p>
        </p:txBody>
      </p:sp>
      <p:sp>
        <p:nvSpPr>
          <p:cNvPr id="26" name="TextBox 25"/>
          <p:cNvSpPr txBox="1"/>
          <p:nvPr/>
        </p:nvSpPr>
        <p:spPr>
          <a:xfrm>
            <a:off x="9144000" y="6473952"/>
            <a:ext cx="2438400" cy="141642"/>
          </a:xfrm>
          <a:prstGeom prst="rect">
            <a:avLst/>
          </a:prstGeom>
          <a:noFill/>
        </p:spPr>
        <p:txBody>
          <a:bodyPr wrap="square" lIns="0" tIns="0" rIns="0" bIns="0" anchor="t">
            <a:spAutoFit/>
          </a:bodyPr>
          <a:lstStyle/>
          <a:p>
            <a:pPr algn="r">
              <a:lnSpc>
                <a:spcPct val="120000"/>
              </a:lnSpc>
            </a:pPr>
            <a:r>
              <a:rPr sz="767" dirty="0">
                <a:solidFill>
                  <a:srgbClr val="8C8078"/>
                </a:solidFill>
                <a:latin typeface="Pretendard Medium"/>
                <a:ea typeface="Pretendard Medium"/>
                <a:cs typeface="Pretendard Medium"/>
              </a:rPr>
              <a:t>1</a:t>
            </a:r>
            <a:r>
              <a:rPr lang="en-US" sz="767" dirty="0">
                <a:solidFill>
                  <a:srgbClr val="8C8078"/>
                </a:solidFill>
                <a:latin typeface="Pretendard Medium"/>
                <a:ea typeface="Pretendard Medium"/>
                <a:cs typeface="Pretendard Medium"/>
              </a:rPr>
              <a:t>7</a:t>
            </a:r>
            <a:r>
              <a:rPr sz="767" dirty="0">
                <a:solidFill>
                  <a:srgbClr val="8C8078"/>
                </a:solidFill>
                <a:latin typeface="Pretendard Medium"/>
                <a:ea typeface="Pretendard Medium"/>
                <a:cs typeface="Pretendard Medium"/>
              </a:rPr>
              <a:t> / </a:t>
            </a:r>
            <a:r>
              <a:rPr lang="en-US" altLang="ko-KR" sz="767" dirty="0" smtClean="0">
                <a:solidFill>
                  <a:srgbClr val="8C8078"/>
                </a:solidFill>
                <a:latin typeface="Pretendard Medium"/>
                <a:ea typeface="Pretendard Medium"/>
                <a:cs typeface="Pretendard Medium"/>
              </a:rPr>
              <a:t>36</a:t>
            </a:r>
            <a:endParaRPr sz="767" dirty="0">
              <a:solidFill>
                <a:srgbClr val="8C8078"/>
              </a:solidFill>
              <a:latin typeface="Pretendard Medium"/>
              <a:ea typeface="Pretendard Medium"/>
              <a:cs typeface="Pretendard Medium"/>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828904" y="2929362"/>
            <a:ext cx="1828800" cy="1005840"/>
          </a:xfrm>
          <a:prstGeom prst="roundRect">
            <a:avLst>
              <a:gd name="adj" fmla="val 50000"/>
            </a:avLst>
          </a:prstGeom>
          <a:solidFill>
            <a:srgbClr val="DDA95C"/>
          </a:solidFill>
          <a:ln w="15240">
            <a:solidFill>
              <a:srgbClr val="AA7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맑은 고딕" panose="020B0503020000020004" pitchFamily="34" charset="-127"/>
              <a:ea typeface="맑은 고딕" panose="020B0503020000020004" pitchFamily="34" charset="-127"/>
            </a:endParaRPr>
          </a:p>
        </p:txBody>
      </p:sp>
      <p:cxnSp>
        <p:nvCxnSpPr>
          <p:cNvPr id="6" name="Connector 5"/>
          <p:cNvCxnSpPr/>
          <p:nvPr/>
        </p:nvCxnSpPr>
        <p:spPr>
          <a:xfrm>
            <a:off x="1322680" y="3180822"/>
            <a:ext cx="109728" cy="301752"/>
          </a:xfrm>
          <a:prstGeom prst="line">
            <a:avLst/>
          </a:prstGeom>
          <a:ln w="25400">
            <a:solidFill>
              <a:srgbClr val="AA7637"/>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725016" y="3180822"/>
            <a:ext cx="109727" cy="301752"/>
          </a:xfrm>
          <a:prstGeom prst="line">
            <a:avLst/>
          </a:prstGeom>
          <a:ln w="25400">
            <a:solidFill>
              <a:srgbClr val="AA7637"/>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127352" y="3180822"/>
            <a:ext cx="109728" cy="301752"/>
          </a:xfrm>
          <a:prstGeom prst="line">
            <a:avLst/>
          </a:prstGeom>
          <a:ln w="25400">
            <a:solidFill>
              <a:srgbClr val="AA7637"/>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286104" y="4054074"/>
            <a:ext cx="914400" cy="200055"/>
          </a:xfrm>
          <a:prstGeom prst="rect">
            <a:avLst/>
          </a:prstGeom>
          <a:noFill/>
        </p:spPr>
        <p:txBody>
          <a:bodyPr wrap="square" lIns="0" tIns="0" rIns="0" bIns="0" anchor="t">
            <a:spAutoFit/>
          </a:bodyPr>
          <a:lstStyle/>
          <a:p>
            <a:pPr algn="ctr"/>
            <a:r>
              <a:rPr sz="1300" b="1" dirty="0" err="1">
                <a:solidFill>
                  <a:srgbClr val="1D1D1F"/>
                </a:solidFill>
                <a:latin typeface="Pretendard" panose="02000503000000020004" pitchFamily="50" charset="-127"/>
                <a:ea typeface="Pretendard" panose="02000503000000020004" pitchFamily="50" charset="-127"/>
                <a:cs typeface="Pretendard" panose="02000503000000020004" pitchFamily="50" charset="-127"/>
              </a:rPr>
              <a:t>원본</a:t>
            </a:r>
            <a:endParaRPr sz="1300" b="1" dirty="0">
              <a:solidFill>
                <a:srgbClr val="1D1D1F"/>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10" name="Rounded Rectangle 9"/>
          <p:cNvSpPr/>
          <p:nvPr/>
        </p:nvSpPr>
        <p:spPr>
          <a:xfrm>
            <a:off x="3619534" y="2361258"/>
            <a:ext cx="1417320" cy="786384"/>
          </a:xfrm>
          <a:prstGeom prst="roundRect">
            <a:avLst>
              <a:gd name="adj" fmla="val 50000"/>
            </a:avLst>
          </a:prstGeom>
          <a:solidFill>
            <a:srgbClr val="DDA95C"/>
          </a:solidFill>
          <a:ln w="1524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맑은 고딕" panose="020B0503020000020004" pitchFamily="34" charset="-127"/>
              <a:ea typeface="맑은 고딕" panose="020B0503020000020004" pitchFamily="34" charset="-127"/>
            </a:endParaRPr>
          </a:p>
        </p:txBody>
      </p:sp>
      <p:cxnSp>
        <p:nvCxnSpPr>
          <p:cNvPr id="11" name="Connector 10"/>
          <p:cNvCxnSpPr/>
          <p:nvPr/>
        </p:nvCxnSpPr>
        <p:spPr>
          <a:xfrm>
            <a:off x="4002210" y="2557854"/>
            <a:ext cx="85039" cy="235915"/>
          </a:xfrm>
          <a:prstGeom prst="line">
            <a:avLst/>
          </a:prstGeom>
          <a:ln w="25400">
            <a:solidFill>
              <a:srgbClr val="0066C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314020" y="2557854"/>
            <a:ext cx="85040" cy="235915"/>
          </a:xfrm>
          <a:prstGeom prst="line">
            <a:avLst/>
          </a:prstGeom>
          <a:ln w="25400">
            <a:solidFill>
              <a:srgbClr val="0066CC"/>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625831" y="2557854"/>
            <a:ext cx="85039" cy="235915"/>
          </a:xfrm>
          <a:prstGeom prst="line">
            <a:avLst/>
          </a:prstGeom>
          <a:ln w="25400">
            <a:solidFill>
              <a:srgbClr val="0066CC"/>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510720" y="2057686"/>
            <a:ext cx="1691640" cy="184666"/>
          </a:xfrm>
          <a:prstGeom prst="rect">
            <a:avLst/>
          </a:prstGeom>
          <a:noFill/>
        </p:spPr>
        <p:txBody>
          <a:bodyPr wrap="square" lIns="0" tIns="0" rIns="0" bIns="0" anchor="t">
            <a:spAutoFit/>
          </a:bodyPr>
          <a:lstStyle/>
          <a:p>
            <a:pPr algn="ctr"/>
            <a:r>
              <a:rPr sz="1200" b="0" dirty="0" err="1">
                <a:solidFill>
                  <a:srgbClr val="1D1D1F"/>
                </a:solidFill>
                <a:latin typeface="Pretendard" panose="02000503000000020004" pitchFamily="50" charset="-127"/>
                <a:ea typeface="Pretendard" panose="02000503000000020004" pitchFamily="50" charset="-127"/>
                <a:cs typeface="Pretendard" panose="02000503000000020004" pitchFamily="50" charset="-127"/>
              </a:rPr>
              <a:t>밝기</a:t>
            </a:r>
            <a:r>
              <a:rPr sz="1200" b="0" dirty="0">
                <a:solidFill>
                  <a:srgbClr val="1D1D1F"/>
                </a:solidFill>
                <a:latin typeface="Pretendard" panose="02000503000000020004" pitchFamily="50" charset="-127"/>
                <a:ea typeface="Pretendard" panose="02000503000000020004" pitchFamily="50" charset="-127"/>
                <a:cs typeface="Pretendard" panose="02000503000000020004" pitchFamily="50" charset="-127"/>
              </a:rPr>
              <a:t> </a:t>
            </a:r>
            <a:r>
              <a:rPr sz="1200" b="0" dirty="0" err="1">
                <a:solidFill>
                  <a:srgbClr val="1D1D1F"/>
                </a:solidFill>
                <a:latin typeface="Pretendard" panose="02000503000000020004" pitchFamily="50" charset="-127"/>
                <a:ea typeface="Pretendard" panose="02000503000000020004" pitchFamily="50" charset="-127"/>
                <a:cs typeface="Pretendard" panose="02000503000000020004" pitchFamily="50" charset="-127"/>
              </a:rPr>
              <a:t>변화</a:t>
            </a:r>
            <a:endParaRPr sz="1200" b="0" u="sng" dirty="0">
              <a:solidFill>
                <a:srgbClr val="1D1D1F"/>
              </a:solidFill>
              <a:latin typeface="Pretendard" panose="02000503000000020004" pitchFamily="50" charset="-127"/>
              <a:ea typeface="Pretendard" panose="02000503000000020004" pitchFamily="50" charset="-127"/>
              <a:cs typeface="Pretendard" panose="02000503000000020004" pitchFamily="50" charset="-127"/>
            </a:endParaRPr>
          </a:p>
        </p:txBody>
      </p:sp>
      <p:cxnSp>
        <p:nvCxnSpPr>
          <p:cNvPr id="15" name="Connector 14"/>
          <p:cNvCxnSpPr>
            <a:endCxn id="10" idx="1"/>
          </p:cNvCxnSpPr>
          <p:nvPr/>
        </p:nvCxnSpPr>
        <p:spPr>
          <a:xfrm flipV="1">
            <a:off x="2657704" y="2754450"/>
            <a:ext cx="961830" cy="696120"/>
          </a:xfrm>
          <a:prstGeom prst="line">
            <a:avLst/>
          </a:prstGeom>
          <a:ln w="17780">
            <a:solidFill>
              <a:srgbClr val="0066CC"/>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766666" y="4043808"/>
            <a:ext cx="1417320" cy="786384"/>
          </a:xfrm>
          <a:prstGeom prst="roundRect">
            <a:avLst>
              <a:gd name="adj" fmla="val 50000"/>
            </a:avLst>
          </a:prstGeom>
          <a:solidFill>
            <a:srgbClr val="DDA95C"/>
          </a:solidFill>
          <a:ln w="15240">
            <a:solidFill>
              <a:srgbClr val="EB81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맑은 고딕" panose="020B0503020000020004" pitchFamily="34" charset="-127"/>
              <a:ea typeface="맑은 고딕" panose="020B0503020000020004" pitchFamily="34" charset="-127"/>
            </a:endParaRPr>
          </a:p>
        </p:txBody>
      </p:sp>
      <p:cxnSp>
        <p:nvCxnSpPr>
          <p:cNvPr id="17" name="Connector 16"/>
          <p:cNvCxnSpPr/>
          <p:nvPr/>
        </p:nvCxnSpPr>
        <p:spPr>
          <a:xfrm>
            <a:off x="6149342" y="4240404"/>
            <a:ext cx="85039" cy="235915"/>
          </a:xfrm>
          <a:prstGeom prst="line">
            <a:avLst/>
          </a:prstGeom>
          <a:ln w="25400">
            <a:solidFill>
              <a:srgbClr val="EB812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461152" y="4240404"/>
            <a:ext cx="85040" cy="235915"/>
          </a:xfrm>
          <a:prstGeom prst="line">
            <a:avLst/>
          </a:prstGeom>
          <a:ln w="25400">
            <a:solidFill>
              <a:srgbClr val="EB812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772963" y="4240404"/>
            <a:ext cx="85039" cy="235915"/>
          </a:xfrm>
          <a:prstGeom prst="line">
            <a:avLst/>
          </a:prstGeom>
          <a:ln w="25400">
            <a:solidFill>
              <a:srgbClr val="EB812D"/>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629505" y="4985639"/>
            <a:ext cx="1691640" cy="184666"/>
          </a:xfrm>
          <a:prstGeom prst="rect">
            <a:avLst/>
          </a:prstGeom>
          <a:noFill/>
        </p:spPr>
        <p:txBody>
          <a:bodyPr wrap="square" lIns="0" tIns="0" rIns="0" bIns="0" anchor="t">
            <a:spAutoFit/>
          </a:bodyPr>
          <a:lstStyle/>
          <a:p>
            <a:pPr algn="ctr"/>
            <a:r>
              <a:rPr sz="1200" b="0">
                <a:solidFill>
                  <a:srgbClr val="1D1D1F"/>
                </a:solidFill>
                <a:latin typeface="Pretendard" panose="02000503000000020004" pitchFamily="50" charset="-127"/>
                <a:ea typeface="Pretendard" panose="02000503000000020004" pitchFamily="50" charset="-127"/>
                <a:cs typeface="Pretendard" panose="02000503000000020004" pitchFamily="50" charset="-127"/>
              </a:rPr>
              <a:t>가림/포장</a:t>
            </a:r>
          </a:p>
        </p:txBody>
      </p:sp>
      <p:cxnSp>
        <p:nvCxnSpPr>
          <p:cNvPr id="21" name="Connector 20"/>
          <p:cNvCxnSpPr>
            <a:stCxn id="5" idx="3"/>
            <a:endCxn id="16" idx="1"/>
          </p:cNvCxnSpPr>
          <p:nvPr/>
        </p:nvCxnSpPr>
        <p:spPr>
          <a:xfrm>
            <a:off x="2657704" y="3432282"/>
            <a:ext cx="3108962" cy="1004718"/>
          </a:xfrm>
          <a:prstGeom prst="line">
            <a:avLst/>
          </a:prstGeom>
          <a:ln w="17780">
            <a:solidFill>
              <a:srgbClr val="EB812D"/>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915503" y="2563602"/>
            <a:ext cx="1417320" cy="786384"/>
          </a:xfrm>
          <a:prstGeom prst="roundRect">
            <a:avLst>
              <a:gd name="adj" fmla="val 50000"/>
            </a:avLst>
          </a:prstGeom>
          <a:solidFill>
            <a:srgbClr val="DDA95C"/>
          </a:solidFill>
          <a:ln w="15240">
            <a:solidFill>
              <a:srgbClr val="34A8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맑은 고딕" panose="020B0503020000020004" pitchFamily="34" charset="-127"/>
              <a:ea typeface="맑은 고딕" panose="020B0503020000020004" pitchFamily="34" charset="-127"/>
            </a:endParaRPr>
          </a:p>
        </p:txBody>
      </p:sp>
      <p:cxnSp>
        <p:nvCxnSpPr>
          <p:cNvPr id="23" name="Connector 22"/>
          <p:cNvCxnSpPr/>
          <p:nvPr/>
        </p:nvCxnSpPr>
        <p:spPr>
          <a:xfrm>
            <a:off x="8298180" y="2760198"/>
            <a:ext cx="85039" cy="235915"/>
          </a:xfrm>
          <a:prstGeom prst="line">
            <a:avLst/>
          </a:prstGeom>
          <a:ln w="25400">
            <a:solidFill>
              <a:srgbClr val="34A853"/>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609990" y="2760198"/>
            <a:ext cx="85040" cy="235915"/>
          </a:xfrm>
          <a:prstGeom prst="line">
            <a:avLst/>
          </a:prstGeom>
          <a:ln w="25400">
            <a:solidFill>
              <a:srgbClr val="34A853"/>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921801" y="2760198"/>
            <a:ext cx="85039" cy="235915"/>
          </a:xfrm>
          <a:prstGeom prst="line">
            <a:avLst/>
          </a:prstGeom>
          <a:ln w="25400">
            <a:solidFill>
              <a:srgbClr val="34A853"/>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778343" y="2262622"/>
            <a:ext cx="1691640" cy="184666"/>
          </a:xfrm>
          <a:prstGeom prst="rect">
            <a:avLst/>
          </a:prstGeom>
          <a:noFill/>
        </p:spPr>
        <p:txBody>
          <a:bodyPr wrap="square" lIns="0" tIns="0" rIns="0" bIns="0" anchor="t">
            <a:spAutoFit/>
          </a:bodyPr>
          <a:lstStyle/>
          <a:p>
            <a:pPr algn="ctr"/>
            <a:r>
              <a:rPr sz="1200" b="0" dirty="0" err="1">
                <a:solidFill>
                  <a:srgbClr val="1D1D1F"/>
                </a:solidFill>
                <a:latin typeface="Pretendard" panose="02000503000000020004" pitchFamily="50" charset="-127"/>
                <a:ea typeface="Pretendard" panose="02000503000000020004" pitchFamily="50" charset="-127"/>
                <a:cs typeface="Pretendard" panose="02000503000000020004" pitchFamily="50" charset="-127"/>
              </a:rPr>
              <a:t>회전</a:t>
            </a:r>
            <a:r>
              <a:rPr sz="1200" b="0" dirty="0">
                <a:solidFill>
                  <a:srgbClr val="1D1D1F"/>
                </a:solidFill>
                <a:latin typeface="Pretendard" panose="02000503000000020004" pitchFamily="50" charset="-127"/>
                <a:ea typeface="Pretendard" panose="02000503000000020004" pitchFamily="50" charset="-127"/>
                <a:cs typeface="Pretendard" panose="02000503000000020004" pitchFamily="50" charset="-127"/>
              </a:rPr>
              <a:t>/</a:t>
            </a:r>
            <a:r>
              <a:rPr sz="1200" b="0" dirty="0" err="1">
                <a:solidFill>
                  <a:srgbClr val="1D1D1F"/>
                </a:solidFill>
                <a:latin typeface="Pretendard" panose="02000503000000020004" pitchFamily="50" charset="-127"/>
                <a:ea typeface="Pretendard" panose="02000503000000020004" pitchFamily="50" charset="-127"/>
                <a:cs typeface="Pretendard" panose="02000503000000020004" pitchFamily="50" charset="-127"/>
              </a:rPr>
              <a:t>크롭</a:t>
            </a:r>
            <a:endParaRPr sz="1200" b="0" dirty="0">
              <a:solidFill>
                <a:srgbClr val="1D1D1F"/>
              </a:solidFill>
              <a:latin typeface="Pretendard" panose="02000503000000020004" pitchFamily="50" charset="-127"/>
              <a:ea typeface="Pretendard" panose="02000503000000020004" pitchFamily="50" charset="-127"/>
              <a:cs typeface="Pretendard" panose="02000503000000020004" pitchFamily="50" charset="-127"/>
            </a:endParaRPr>
          </a:p>
        </p:txBody>
      </p:sp>
      <p:cxnSp>
        <p:nvCxnSpPr>
          <p:cNvPr id="27" name="Connector 26"/>
          <p:cNvCxnSpPr/>
          <p:nvPr/>
        </p:nvCxnSpPr>
        <p:spPr>
          <a:xfrm flipV="1">
            <a:off x="2657704" y="2947650"/>
            <a:ext cx="5257799" cy="502920"/>
          </a:xfrm>
          <a:prstGeom prst="line">
            <a:avLst/>
          </a:prstGeom>
          <a:ln w="17780">
            <a:solidFill>
              <a:srgbClr val="34A853"/>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10018624" y="3845548"/>
            <a:ext cx="1417320" cy="786384"/>
          </a:xfrm>
          <a:prstGeom prst="roundRect">
            <a:avLst>
              <a:gd name="adj" fmla="val 50000"/>
            </a:avLst>
          </a:prstGeom>
          <a:solidFill>
            <a:srgbClr val="DDA95C"/>
          </a:solidFill>
          <a:ln w="15240">
            <a:solidFill>
              <a:srgbClr val="DC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맑은 고딕" panose="020B0503020000020004" pitchFamily="34" charset="-127"/>
              <a:ea typeface="맑은 고딕" panose="020B0503020000020004" pitchFamily="34" charset="-127"/>
            </a:endParaRPr>
          </a:p>
        </p:txBody>
      </p:sp>
      <p:cxnSp>
        <p:nvCxnSpPr>
          <p:cNvPr id="29" name="Connector 28"/>
          <p:cNvCxnSpPr/>
          <p:nvPr/>
        </p:nvCxnSpPr>
        <p:spPr>
          <a:xfrm>
            <a:off x="10401300" y="4042144"/>
            <a:ext cx="85039" cy="235915"/>
          </a:xfrm>
          <a:prstGeom prst="line">
            <a:avLst/>
          </a:prstGeom>
          <a:ln w="25400">
            <a:solidFill>
              <a:srgbClr val="DC464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0713110" y="4042144"/>
            <a:ext cx="85040" cy="235915"/>
          </a:xfrm>
          <a:prstGeom prst="line">
            <a:avLst/>
          </a:prstGeom>
          <a:ln w="25400">
            <a:solidFill>
              <a:srgbClr val="DC464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1024921" y="4042144"/>
            <a:ext cx="85039" cy="235915"/>
          </a:xfrm>
          <a:prstGeom prst="line">
            <a:avLst/>
          </a:prstGeom>
          <a:ln w="25400">
            <a:solidFill>
              <a:srgbClr val="DC4646"/>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881464" y="4787379"/>
            <a:ext cx="1691640" cy="184666"/>
          </a:xfrm>
          <a:prstGeom prst="rect">
            <a:avLst/>
          </a:prstGeom>
          <a:noFill/>
        </p:spPr>
        <p:txBody>
          <a:bodyPr wrap="square" lIns="0" tIns="0" rIns="0" bIns="0" anchor="t">
            <a:spAutoFit/>
          </a:bodyPr>
          <a:lstStyle/>
          <a:p>
            <a:pPr algn="ctr"/>
            <a:r>
              <a:rPr sz="1200" b="0">
                <a:solidFill>
                  <a:srgbClr val="1D1D1F"/>
                </a:solidFill>
                <a:latin typeface="Pretendard" panose="02000503000000020004" pitchFamily="50" charset="-127"/>
                <a:ea typeface="Pretendard" panose="02000503000000020004" pitchFamily="50" charset="-127"/>
                <a:cs typeface="Pretendard" panose="02000503000000020004" pitchFamily="50" charset="-127"/>
              </a:rPr>
              <a:t>위치 변화</a:t>
            </a:r>
          </a:p>
        </p:txBody>
      </p:sp>
      <p:cxnSp>
        <p:nvCxnSpPr>
          <p:cNvPr id="33" name="Connector 32"/>
          <p:cNvCxnSpPr>
            <a:stCxn id="5" idx="3"/>
          </p:cNvCxnSpPr>
          <p:nvPr/>
        </p:nvCxnSpPr>
        <p:spPr>
          <a:xfrm>
            <a:off x="2657704" y="3432282"/>
            <a:ext cx="7360920" cy="797314"/>
          </a:xfrm>
          <a:prstGeom prst="line">
            <a:avLst/>
          </a:prstGeom>
          <a:ln w="17780">
            <a:solidFill>
              <a:srgbClr val="DC4646"/>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28904" y="5476638"/>
            <a:ext cx="10241280" cy="696088"/>
          </a:xfrm>
          <a:prstGeom prst="rect">
            <a:avLst/>
          </a:prstGeom>
          <a:noFill/>
        </p:spPr>
        <p:txBody>
          <a:bodyPr wrap="square" lIns="0" tIns="0" rIns="0" bIns="0" anchor="t">
            <a:spAutoFit/>
          </a:bodyPr>
          <a:lstStyle/>
          <a:p>
            <a:pPr algn="ctr">
              <a:lnSpc>
                <a:spcPct val="150000"/>
              </a:lnSpc>
            </a:pPr>
            <a:r>
              <a:rPr sz="1600" b="1" dirty="0" err="1">
                <a:solidFill>
                  <a:srgbClr val="2A1F17"/>
                </a:solidFill>
                <a:latin typeface="Pretendard" panose="02000503000000020004" pitchFamily="50" charset="-127"/>
                <a:ea typeface="Pretendard" panose="02000503000000020004" pitchFamily="50" charset="-127"/>
                <a:cs typeface="Pretendard" panose="02000503000000020004" pitchFamily="50" charset="-127"/>
              </a:rPr>
              <a:t>실제</a:t>
            </a:r>
            <a:r>
              <a:rPr sz="1600" b="1" dirty="0">
                <a:solidFill>
                  <a:srgbClr val="2A1F17"/>
                </a:solidFill>
                <a:latin typeface="Pretendard" panose="02000503000000020004" pitchFamily="50" charset="-127"/>
                <a:ea typeface="Pretendard" panose="02000503000000020004" pitchFamily="50" charset="-127"/>
                <a:cs typeface="Pretendard" panose="02000503000000020004" pitchFamily="50" charset="-127"/>
              </a:rPr>
              <a:t> </a:t>
            </a:r>
            <a:r>
              <a:rPr sz="1600" b="1" dirty="0" err="1">
                <a:solidFill>
                  <a:srgbClr val="2A1F17"/>
                </a:solidFill>
                <a:latin typeface="Pretendard" panose="02000503000000020004" pitchFamily="50" charset="-127"/>
                <a:ea typeface="Pretendard" panose="02000503000000020004" pitchFamily="50" charset="-127"/>
                <a:cs typeface="Pretendard" panose="02000503000000020004" pitchFamily="50" charset="-127"/>
              </a:rPr>
              <a:t>매장에서는</a:t>
            </a:r>
            <a:r>
              <a:rPr sz="1600" b="1" dirty="0">
                <a:solidFill>
                  <a:srgbClr val="2A1F17"/>
                </a:solidFill>
                <a:latin typeface="Pretendard" panose="02000503000000020004" pitchFamily="50" charset="-127"/>
                <a:ea typeface="Pretendard" panose="02000503000000020004" pitchFamily="50" charset="-127"/>
                <a:cs typeface="Pretendard" panose="02000503000000020004" pitchFamily="50" charset="-127"/>
              </a:rPr>
              <a:t> </a:t>
            </a:r>
            <a:r>
              <a:rPr sz="1600" b="1" dirty="0" err="1">
                <a:solidFill>
                  <a:srgbClr val="2A1F17"/>
                </a:solidFill>
                <a:latin typeface="Pretendard" panose="02000503000000020004" pitchFamily="50" charset="-127"/>
                <a:ea typeface="Pretendard" panose="02000503000000020004" pitchFamily="50" charset="-127"/>
                <a:cs typeface="Pretendard" panose="02000503000000020004" pitchFamily="50" charset="-127"/>
              </a:rPr>
              <a:t>빛·각도·포장·가림</a:t>
            </a:r>
            <a:r>
              <a:rPr lang="en-US" sz="1600" b="1" dirty="0">
                <a:solidFill>
                  <a:srgbClr val="2A1F17"/>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600" b="1" dirty="0">
                <a:solidFill>
                  <a:srgbClr val="2A1F17"/>
                </a:solidFill>
                <a:latin typeface="Pretendard" panose="02000503000000020004" pitchFamily="50" charset="-127"/>
                <a:ea typeface="Pretendard" panose="02000503000000020004" pitchFamily="50" charset="-127"/>
                <a:cs typeface="Pretendard" panose="02000503000000020004" pitchFamily="50" charset="-127"/>
              </a:rPr>
              <a:t>차이 발생</a:t>
            </a:r>
            <a:r>
              <a:rPr sz="1600" b="1" dirty="0">
                <a:solidFill>
                  <a:srgbClr val="2A1F17"/>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600" dirty="0">
                <a:solidFill>
                  <a:srgbClr val="2A1F17"/>
                </a:solidFill>
                <a:latin typeface="Pretendard" panose="02000503000000020004" pitchFamily="50" charset="-127"/>
                <a:ea typeface="Pretendard" panose="02000503000000020004" pitchFamily="50" charset="-127"/>
                <a:cs typeface="Pretendard" panose="02000503000000020004" pitchFamily="50" charset="-127"/>
              </a:rPr>
              <a:t>→ </a:t>
            </a:r>
            <a:r>
              <a:rPr sz="1600" b="1" dirty="0" err="1">
                <a:solidFill>
                  <a:srgbClr val="2A1F17"/>
                </a:solidFill>
                <a:latin typeface="Pretendard" panose="02000503000000020004" pitchFamily="50" charset="-127"/>
                <a:ea typeface="Pretendard" panose="02000503000000020004" pitchFamily="50" charset="-127"/>
                <a:cs typeface="Pretendard" panose="02000503000000020004" pitchFamily="50" charset="-127"/>
              </a:rPr>
              <a:t>학습</a:t>
            </a:r>
            <a:r>
              <a:rPr sz="1600" b="1" dirty="0">
                <a:solidFill>
                  <a:srgbClr val="2A1F17"/>
                </a:solidFill>
                <a:latin typeface="Pretendard" panose="02000503000000020004" pitchFamily="50" charset="-127"/>
                <a:ea typeface="Pretendard" panose="02000503000000020004" pitchFamily="50" charset="-127"/>
                <a:cs typeface="Pretendard" panose="02000503000000020004" pitchFamily="50" charset="-127"/>
              </a:rPr>
              <a:t> </a:t>
            </a:r>
            <a:r>
              <a:rPr sz="1600" b="1" dirty="0" err="1">
                <a:solidFill>
                  <a:srgbClr val="2A1F17"/>
                </a:solidFill>
                <a:latin typeface="Pretendard" panose="02000503000000020004" pitchFamily="50" charset="-127"/>
                <a:ea typeface="Pretendard" panose="02000503000000020004" pitchFamily="50" charset="-127"/>
                <a:cs typeface="Pretendard" panose="02000503000000020004" pitchFamily="50" charset="-127"/>
              </a:rPr>
              <a:t>단계에서</a:t>
            </a:r>
            <a:r>
              <a:rPr sz="1600" b="1" dirty="0">
                <a:solidFill>
                  <a:srgbClr val="2A1F17"/>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600" b="1" dirty="0">
                <a:solidFill>
                  <a:srgbClr val="2A1F17"/>
                </a:solidFill>
                <a:latin typeface="Pretendard" panose="02000503000000020004" pitchFamily="50" charset="-127"/>
                <a:ea typeface="Pretendard" panose="02000503000000020004" pitchFamily="50" charset="-127"/>
                <a:cs typeface="Pretendard" panose="02000503000000020004" pitchFamily="50" charset="-127"/>
              </a:rPr>
              <a:t>다양한 변화 </a:t>
            </a:r>
            <a:r>
              <a:rPr lang="ko-KR" altLang="en-US" sz="1600" b="1" dirty="0" smtClean="0">
                <a:solidFill>
                  <a:srgbClr val="2A1F17"/>
                </a:solidFill>
                <a:latin typeface="Pretendard" panose="02000503000000020004" pitchFamily="50" charset="-127"/>
                <a:ea typeface="Pretendard" panose="02000503000000020004" pitchFamily="50" charset="-127"/>
                <a:cs typeface="Pretendard" panose="02000503000000020004" pitchFamily="50" charset="-127"/>
              </a:rPr>
              <a:t>경험을 </a:t>
            </a:r>
            <a:r>
              <a:rPr lang="ko-KR" altLang="en-US" sz="1600" b="1" dirty="0">
                <a:solidFill>
                  <a:srgbClr val="2A1F17"/>
                </a:solidFill>
                <a:latin typeface="Pretendard" panose="02000503000000020004" pitchFamily="50" charset="-127"/>
                <a:ea typeface="Pretendard" panose="02000503000000020004" pitchFamily="50" charset="-127"/>
                <a:cs typeface="Pretendard" panose="02000503000000020004" pitchFamily="50" charset="-127"/>
              </a:rPr>
              <a:t>줌</a:t>
            </a:r>
            <a:endParaRPr sz="1600" b="1" dirty="0">
              <a:solidFill>
                <a:srgbClr val="2A1F17"/>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37" name="TextBox 36">
            <a:extLst>
              <a:ext uri="{FF2B5EF4-FFF2-40B4-BE49-F238E27FC236}">
                <a16:creationId xmlns:a16="http://schemas.microsoft.com/office/drawing/2014/main" id="{47132976-D9DD-B169-FD90-8E5A04454BA0}"/>
              </a:ext>
            </a:extLst>
          </p:cNvPr>
          <p:cNvSpPr txBox="1"/>
          <p:nvPr/>
        </p:nvSpPr>
        <p:spPr>
          <a:xfrm>
            <a:off x="609600" y="6473952"/>
            <a:ext cx="3657600" cy="130100"/>
          </a:xfrm>
          <a:prstGeom prst="rect">
            <a:avLst/>
          </a:prstGeom>
          <a:noFill/>
        </p:spPr>
        <p:txBody>
          <a:bodyPr wrap="square" lIns="0" tIns="0" rIns="0" bIns="0" anchor="t">
            <a:spAutoFit/>
          </a:bodyPr>
          <a:lstStyle/>
          <a:p>
            <a:pPr>
              <a:lnSpc>
                <a:spcPct val="120000"/>
              </a:lnSpc>
            </a:pPr>
            <a:r>
              <a:rPr sz="767">
                <a:solidFill>
                  <a:srgbClr val="8C8078"/>
                </a:solidFill>
                <a:latin typeface="Pretendard Medium"/>
                <a:ea typeface="Pretendard Medium"/>
                <a:cs typeface="Pretendard Medium"/>
              </a:rPr>
              <a:t>BreadVision · 6조</a:t>
            </a:r>
          </a:p>
        </p:txBody>
      </p:sp>
      <p:sp>
        <p:nvSpPr>
          <p:cNvPr id="39" name="TextBox 38">
            <a:extLst>
              <a:ext uri="{FF2B5EF4-FFF2-40B4-BE49-F238E27FC236}">
                <a16:creationId xmlns:a16="http://schemas.microsoft.com/office/drawing/2014/main" id="{70A8DF05-ACE3-6741-1987-58824B0046C9}"/>
              </a:ext>
            </a:extLst>
          </p:cNvPr>
          <p:cNvSpPr txBox="1"/>
          <p:nvPr/>
        </p:nvSpPr>
        <p:spPr>
          <a:xfrm>
            <a:off x="9144000" y="6473952"/>
            <a:ext cx="2438400" cy="141642"/>
          </a:xfrm>
          <a:prstGeom prst="rect">
            <a:avLst/>
          </a:prstGeom>
          <a:noFill/>
        </p:spPr>
        <p:txBody>
          <a:bodyPr wrap="square" lIns="0" tIns="0" rIns="0" bIns="0" anchor="t">
            <a:spAutoFit/>
          </a:bodyPr>
          <a:lstStyle/>
          <a:p>
            <a:pPr algn="r">
              <a:lnSpc>
                <a:spcPct val="120000"/>
              </a:lnSpc>
            </a:pPr>
            <a:r>
              <a:rPr sz="767" dirty="0">
                <a:solidFill>
                  <a:srgbClr val="8C8078"/>
                </a:solidFill>
                <a:latin typeface="Pretendard Medium"/>
                <a:ea typeface="Pretendard Medium"/>
                <a:cs typeface="Pretendard Medium"/>
              </a:rPr>
              <a:t>1</a:t>
            </a:r>
            <a:r>
              <a:rPr lang="en-US" sz="767" dirty="0" smtClean="0">
                <a:solidFill>
                  <a:srgbClr val="8C8078"/>
                </a:solidFill>
                <a:latin typeface="Pretendard Medium"/>
                <a:ea typeface="Pretendard Medium"/>
                <a:cs typeface="Pretendard Medium"/>
              </a:rPr>
              <a:t>8</a:t>
            </a:r>
            <a:r>
              <a:rPr sz="767" dirty="0" smtClean="0">
                <a:solidFill>
                  <a:srgbClr val="8C8078"/>
                </a:solidFill>
                <a:latin typeface="Pretendard Medium"/>
                <a:ea typeface="Pretendard Medium"/>
                <a:cs typeface="Pretendard Medium"/>
              </a:rPr>
              <a:t> </a:t>
            </a:r>
            <a:r>
              <a:rPr sz="767" dirty="0">
                <a:solidFill>
                  <a:srgbClr val="8C8078"/>
                </a:solidFill>
                <a:latin typeface="Pretendard Medium"/>
                <a:ea typeface="Pretendard Medium"/>
                <a:cs typeface="Pretendard Medium"/>
              </a:rPr>
              <a:t>/ </a:t>
            </a:r>
            <a:r>
              <a:rPr lang="en-US" altLang="ko-KR" sz="767" dirty="0" smtClean="0">
                <a:solidFill>
                  <a:srgbClr val="8C8078"/>
                </a:solidFill>
                <a:latin typeface="Pretendard Medium"/>
                <a:ea typeface="Pretendard Medium"/>
                <a:cs typeface="Pretendard Medium"/>
              </a:rPr>
              <a:t>36</a:t>
            </a:r>
            <a:endParaRPr sz="767" dirty="0">
              <a:solidFill>
                <a:srgbClr val="8C8078"/>
              </a:solidFill>
              <a:latin typeface="Pretendard Medium"/>
              <a:ea typeface="Pretendard Medium"/>
              <a:cs typeface="Pretendard Medium"/>
            </a:endParaRPr>
          </a:p>
        </p:txBody>
      </p:sp>
      <p:sp>
        <p:nvSpPr>
          <p:cNvPr id="43" name="TextBox 42">
            <a:extLst>
              <a:ext uri="{FF2B5EF4-FFF2-40B4-BE49-F238E27FC236}">
                <a16:creationId xmlns:a16="http://schemas.microsoft.com/office/drawing/2014/main" id="{A5EC8F6E-4504-E4BE-43F4-A239E9C7697E}"/>
              </a:ext>
            </a:extLst>
          </p:cNvPr>
          <p:cNvSpPr txBox="1"/>
          <p:nvPr/>
        </p:nvSpPr>
        <p:spPr>
          <a:xfrm>
            <a:off x="609600" y="438912"/>
            <a:ext cx="10972800" cy="147028"/>
          </a:xfrm>
          <a:prstGeom prst="rect">
            <a:avLst/>
          </a:prstGeom>
          <a:noFill/>
        </p:spPr>
        <p:txBody>
          <a:bodyPr wrap="square" lIns="0" tIns="0" rIns="0" bIns="0" anchor="t">
            <a:spAutoFit/>
          </a:bodyPr>
          <a:lstStyle/>
          <a:p>
            <a:pPr>
              <a:lnSpc>
                <a:spcPct val="120000"/>
              </a:lnSpc>
            </a:pPr>
            <a:r>
              <a:rPr sz="867" spc="33" dirty="0">
                <a:solidFill>
                  <a:srgbClr val="C8641E"/>
                </a:solidFill>
                <a:latin typeface="Pretendard SemiBold"/>
                <a:ea typeface="Pretendard SemiBold"/>
                <a:cs typeface="Pretendard SemiBold"/>
              </a:rPr>
              <a:t>03  </a:t>
            </a:r>
            <a:r>
              <a:rPr sz="867" spc="33" dirty="0" err="1">
                <a:solidFill>
                  <a:srgbClr val="C8641E"/>
                </a:solidFill>
                <a:latin typeface="Pretendard SemiBold"/>
                <a:ea typeface="Pretendard SemiBold"/>
                <a:cs typeface="Pretendard SemiBold"/>
              </a:rPr>
              <a:t>핵심</a:t>
            </a:r>
            <a:r>
              <a:rPr sz="867" spc="33" dirty="0">
                <a:solidFill>
                  <a:srgbClr val="C8641E"/>
                </a:solidFill>
                <a:latin typeface="Pretendard SemiBold"/>
                <a:ea typeface="Pretendard SemiBold"/>
                <a:cs typeface="Pretendard SemiBold"/>
              </a:rPr>
              <a:t> </a:t>
            </a:r>
            <a:r>
              <a:rPr sz="867" spc="33" dirty="0" err="1">
                <a:solidFill>
                  <a:srgbClr val="C8641E"/>
                </a:solidFill>
                <a:latin typeface="Pretendard SemiBold"/>
                <a:ea typeface="Pretendard SemiBold"/>
                <a:cs typeface="Pretendard SemiBold"/>
              </a:rPr>
              <a:t>기술</a:t>
            </a:r>
            <a:endParaRPr sz="867" spc="33" dirty="0">
              <a:solidFill>
                <a:srgbClr val="C8641E"/>
              </a:solidFill>
              <a:latin typeface="Pretendard SemiBold"/>
              <a:ea typeface="Pretendard SemiBold"/>
              <a:cs typeface="Pretendard SemiBold"/>
            </a:endParaRPr>
          </a:p>
        </p:txBody>
      </p:sp>
      <p:sp>
        <p:nvSpPr>
          <p:cNvPr id="48" name="TextBox 47">
            <a:extLst>
              <a:ext uri="{FF2B5EF4-FFF2-40B4-BE49-F238E27FC236}">
                <a16:creationId xmlns:a16="http://schemas.microsoft.com/office/drawing/2014/main" id="{520C9449-B26F-B187-0CE5-10C9922EAF12}"/>
              </a:ext>
            </a:extLst>
          </p:cNvPr>
          <p:cNvSpPr txBox="1"/>
          <p:nvPr/>
        </p:nvSpPr>
        <p:spPr>
          <a:xfrm>
            <a:off x="609600" y="621792"/>
            <a:ext cx="10972800" cy="389787"/>
          </a:xfrm>
          <a:prstGeom prst="rect">
            <a:avLst/>
          </a:prstGeom>
          <a:noFill/>
        </p:spPr>
        <p:txBody>
          <a:bodyPr wrap="square" lIns="0" tIns="0" rIns="0" bIns="0" anchor="t">
            <a:spAutoFit/>
          </a:bodyPr>
          <a:lstStyle/>
          <a:p>
            <a:r>
              <a:rPr lang="ko-KR" altLang="en-US" sz="2533" b="1" spc="-40" dirty="0">
                <a:solidFill>
                  <a:srgbClr val="2A1F17"/>
                </a:solidFill>
                <a:latin typeface="Pretendard"/>
                <a:ea typeface="Pretendard"/>
                <a:cs typeface="Pretendard"/>
              </a:rPr>
              <a:t>데이터 증강</a:t>
            </a:r>
          </a:p>
        </p:txBody>
      </p:sp>
      <p:sp>
        <p:nvSpPr>
          <p:cNvPr id="50" name="TextBox 49">
            <a:extLst>
              <a:ext uri="{FF2B5EF4-FFF2-40B4-BE49-F238E27FC236}">
                <a16:creationId xmlns:a16="http://schemas.microsoft.com/office/drawing/2014/main" id="{6A45CD5B-6C78-4A29-C66B-240A248DD638}"/>
              </a:ext>
            </a:extLst>
          </p:cNvPr>
          <p:cNvSpPr txBox="1"/>
          <p:nvPr/>
        </p:nvSpPr>
        <p:spPr>
          <a:xfrm>
            <a:off x="609600" y="1158240"/>
            <a:ext cx="10972800" cy="369332"/>
          </a:xfrm>
          <a:prstGeom prst="rect">
            <a:avLst/>
          </a:prstGeom>
          <a:noFill/>
        </p:spPr>
        <p:txBody>
          <a:bodyPr wrap="square" lIns="0" tIns="0" rIns="0" bIns="0" anchor="t">
            <a:spAutoFit/>
          </a:bodyPr>
          <a:lstStyle/>
          <a:p>
            <a:r>
              <a:rPr lang="ko-KR" altLang="en-US" sz="1200" dirty="0">
                <a:solidFill>
                  <a:srgbClr val="8C8078"/>
                </a:solidFill>
                <a:latin typeface="Pretendard Medium"/>
                <a:ea typeface="Pretendard Medium"/>
                <a:cs typeface="Pretendard Medium"/>
              </a:rPr>
              <a:t>실제 촬영 환경의 변화를 학습 데이터에 반영</a:t>
            </a:r>
          </a:p>
          <a:p>
            <a:r>
              <a:rPr lang="ko-KR" altLang="en-US" sz="1200" dirty="0">
                <a:solidFill>
                  <a:srgbClr val="8C8078"/>
                </a:solidFill>
                <a:latin typeface="Pretendard Medium"/>
                <a:ea typeface="Pretendard Medium"/>
                <a:cs typeface="Pretendard Medium"/>
              </a:rPr>
              <a:t>한 장의 이미지에서 여러 조건을 만들어 인식의 범위를 넓힘</a:t>
            </a:r>
          </a:p>
        </p:txBody>
      </p:sp>
    </p:spTree>
    <p:extLst>
      <p:ext uri="{BB962C8B-B14F-4D97-AF65-F5344CB8AC3E}">
        <p14:creationId xmlns:p14="http://schemas.microsoft.com/office/powerpoint/2010/main" val="92459015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438912"/>
            <a:ext cx="10972800" cy="147028"/>
          </a:xfrm>
          <a:prstGeom prst="rect">
            <a:avLst/>
          </a:prstGeom>
          <a:noFill/>
        </p:spPr>
        <p:txBody>
          <a:bodyPr wrap="square" lIns="0" tIns="0" rIns="0" bIns="0" anchor="t">
            <a:spAutoFit/>
          </a:bodyPr>
          <a:lstStyle/>
          <a:p>
            <a:pPr>
              <a:lnSpc>
                <a:spcPct val="120000"/>
              </a:lnSpc>
            </a:pPr>
            <a:r>
              <a:rPr sz="867" spc="33">
                <a:solidFill>
                  <a:srgbClr val="C8641E"/>
                </a:solidFill>
                <a:latin typeface="Pretendard SemiBold"/>
                <a:ea typeface="Pretendard SemiBold"/>
                <a:cs typeface="Pretendard SemiBold"/>
              </a:rPr>
              <a:t>03  핵심 기술</a:t>
            </a:r>
          </a:p>
        </p:txBody>
      </p:sp>
      <p:sp>
        <p:nvSpPr>
          <p:cNvPr id="3" name="TextBox 2"/>
          <p:cNvSpPr txBox="1"/>
          <p:nvPr/>
        </p:nvSpPr>
        <p:spPr>
          <a:xfrm>
            <a:off x="609600" y="621792"/>
            <a:ext cx="10972800" cy="389787"/>
          </a:xfrm>
          <a:prstGeom prst="rect">
            <a:avLst/>
          </a:prstGeom>
          <a:noFill/>
        </p:spPr>
        <p:txBody>
          <a:bodyPr wrap="square" lIns="0" tIns="0" rIns="0" bIns="0" anchor="t">
            <a:spAutoFit/>
          </a:bodyPr>
          <a:lstStyle/>
          <a:p>
            <a:r>
              <a:rPr sz="2533" b="1" spc="-40">
                <a:solidFill>
                  <a:srgbClr val="2A1F17"/>
                </a:solidFill>
                <a:latin typeface="Pretendard"/>
                <a:ea typeface="Pretendard"/>
                <a:cs typeface="Pretendard"/>
              </a:rPr>
              <a:t>YOLO 모델 비교 및 선정</a:t>
            </a:r>
          </a:p>
        </p:txBody>
      </p:sp>
      <p:sp>
        <p:nvSpPr>
          <p:cNvPr id="4" name="TextBox 3"/>
          <p:cNvSpPr txBox="1"/>
          <p:nvPr/>
        </p:nvSpPr>
        <p:spPr>
          <a:xfrm>
            <a:off x="609600" y="1158240"/>
            <a:ext cx="10972800" cy="184666"/>
          </a:xfrm>
          <a:prstGeom prst="rect">
            <a:avLst/>
          </a:prstGeom>
          <a:noFill/>
        </p:spPr>
        <p:txBody>
          <a:bodyPr wrap="square" lIns="0" tIns="0" rIns="0" bIns="0" anchor="t">
            <a:spAutoFit/>
          </a:bodyPr>
          <a:lstStyle/>
          <a:p>
            <a:r>
              <a:rPr sz="1200" dirty="0">
                <a:solidFill>
                  <a:srgbClr val="8C8078"/>
                </a:solidFill>
                <a:latin typeface="Pretendard Medium"/>
                <a:ea typeface="Pretendard Medium"/>
                <a:cs typeface="Pretendard Medium"/>
              </a:rPr>
              <a:t>YOLOv8n · YOLO11n · YOLO26n · </a:t>
            </a:r>
            <a:r>
              <a:rPr lang="ko-KR" altLang="en-US" sz="1200" dirty="0">
                <a:solidFill>
                  <a:srgbClr val="8C8078"/>
                </a:solidFill>
                <a:latin typeface="Pretendard Medium"/>
                <a:ea typeface="Pretendard Medium"/>
                <a:cs typeface="Pretendard Medium"/>
              </a:rPr>
              <a:t>동일 데이터로 </a:t>
            </a:r>
            <a:r>
              <a:rPr lang="en-US" altLang="ko-KR" sz="1200" dirty="0">
                <a:solidFill>
                  <a:srgbClr val="8C8078"/>
                </a:solidFill>
                <a:latin typeface="Pretendard Medium"/>
                <a:ea typeface="Pretendard Medium"/>
                <a:cs typeface="Pretendard Medium"/>
              </a:rPr>
              <a:t>100 epoch </a:t>
            </a:r>
            <a:r>
              <a:rPr lang="ko-KR" altLang="en-US" sz="1200" dirty="0">
                <a:solidFill>
                  <a:srgbClr val="8C8078"/>
                </a:solidFill>
                <a:latin typeface="Pretendard Medium"/>
                <a:ea typeface="Pretendard Medium"/>
                <a:cs typeface="Pretendard Medium"/>
              </a:rPr>
              <a:t>학습 후 비교</a:t>
            </a:r>
            <a:endParaRPr sz="1200" dirty="0">
              <a:solidFill>
                <a:srgbClr val="8C8078"/>
              </a:solidFill>
              <a:latin typeface="Pretendard Medium"/>
              <a:ea typeface="Pretendard Medium"/>
              <a:cs typeface="Pretendard Medium"/>
            </a:endParaRPr>
          </a:p>
        </p:txBody>
      </p:sp>
      <p:graphicFrame>
        <p:nvGraphicFramePr>
          <p:cNvPr id="5" name="Table 4"/>
          <p:cNvGraphicFramePr>
            <a:graphicFrameLocks noGrp="1"/>
          </p:cNvGraphicFramePr>
          <p:nvPr>
            <p:extLst>
              <p:ext uri="{D42A27DB-BD31-4B8C-83A1-F6EECF244321}">
                <p14:modId xmlns:p14="http://schemas.microsoft.com/office/powerpoint/2010/main" val="4007800093"/>
              </p:ext>
            </p:extLst>
          </p:nvPr>
        </p:nvGraphicFramePr>
        <p:xfrm>
          <a:off x="609600" y="1706880"/>
          <a:ext cx="10972800" cy="1621536"/>
        </p:xfrm>
        <a:graphic>
          <a:graphicData uri="http://schemas.openxmlformats.org/drawingml/2006/table">
            <a:tbl>
              <a:tblPr>
                <a:tableStyleId>{2D5ABB26-0587-4C30-8999-92F81FD0307C}</a:tableStyleId>
              </a:tblPr>
              <a:tblGrid>
                <a:gridCol w="21336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gridCol w="1828800">
                  <a:extLst>
                    <a:ext uri="{9D8B030D-6E8A-4147-A177-3AD203B41FA5}">
                      <a16:colId xmlns:a16="http://schemas.microsoft.com/office/drawing/2014/main" val="20005"/>
                    </a:ext>
                  </a:extLst>
                </a:gridCol>
              </a:tblGrid>
              <a:tr h="304800">
                <a:tc>
                  <a:txBody>
                    <a:bodyPr/>
                    <a:lstStyle/>
                    <a:p>
                      <a:pPr algn="l">
                        <a:lnSpc>
                          <a:spcPct val="115000"/>
                        </a:lnSpc>
                      </a:pPr>
                      <a:r>
                        <a:rPr sz="900" b="0" dirty="0" err="1">
                          <a:solidFill>
                            <a:srgbClr val="8C8078"/>
                          </a:solidFill>
                          <a:latin typeface="Pretendard SemiBold"/>
                          <a:ea typeface="Pretendard SemiBold"/>
                          <a:cs typeface="Pretendard SemiBold"/>
                        </a:rPr>
                        <a:t>모델</a:t>
                      </a:r>
                      <a:endParaRPr sz="900" b="0" dirty="0">
                        <a:solidFill>
                          <a:srgbClr val="8C8078"/>
                        </a:solidFill>
                        <a:latin typeface="Pretendard SemiBold"/>
                        <a:ea typeface="Pretendard SemiBold"/>
                        <a:cs typeface="Pretendard SemiBold"/>
                      </a:endParaRPr>
                    </a:p>
                  </a:txBody>
                  <a:tcPr marL="97536" marR="97536" marT="30480" marB="30480" anchor="ctr">
                    <a:lnL w="12700">
                      <a:noFill/>
                    </a:lnL>
                    <a:lnR w="12700">
                      <a:noFill/>
                    </a:lnR>
                    <a:lnT w="12700">
                      <a:noFill/>
                    </a:lnT>
                    <a:lnB w="12700">
                      <a:solidFill>
                        <a:srgbClr val="E9E1D6"/>
                      </a:solidFill>
                    </a:lnB>
                    <a:solidFill>
                      <a:srgbClr val="F4EEE6"/>
                    </a:solidFill>
                  </a:tcPr>
                </a:tc>
                <a:tc>
                  <a:txBody>
                    <a:bodyPr/>
                    <a:lstStyle/>
                    <a:p>
                      <a:pPr algn="ctr">
                        <a:lnSpc>
                          <a:spcPct val="115000"/>
                        </a:lnSpc>
                      </a:pPr>
                      <a:r>
                        <a:rPr sz="1100" b="0">
                          <a:solidFill>
                            <a:srgbClr val="8C8078"/>
                          </a:solidFill>
                          <a:latin typeface="Pretendard SemiBold"/>
                          <a:ea typeface="Pretendard SemiBold"/>
                          <a:cs typeface="Pretendard SemiBold"/>
                        </a:rPr>
                        <a:t>파라미터</a:t>
                      </a:r>
                    </a:p>
                  </a:txBody>
                  <a:tcPr marL="97536" marR="97536" marT="30480" marB="30480" anchor="ctr">
                    <a:lnL w="12700">
                      <a:noFill/>
                    </a:lnL>
                    <a:lnR w="12700">
                      <a:noFill/>
                    </a:lnR>
                    <a:lnT w="12700">
                      <a:noFill/>
                    </a:lnT>
                    <a:lnB w="12700">
                      <a:solidFill>
                        <a:srgbClr val="E9E1D6"/>
                      </a:solidFill>
                    </a:lnB>
                    <a:solidFill>
                      <a:srgbClr val="F4EEE6"/>
                    </a:solidFill>
                  </a:tcPr>
                </a:tc>
                <a:tc>
                  <a:txBody>
                    <a:bodyPr/>
                    <a:lstStyle/>
                    <a:p>
                      <a:pPr algn="ctr">
                        <a:lnSpc>
                          <a:spcPct val="115000"/>
                        </a:lnSpc>
                      </a:pPr>
                      <a:r>
                        <a:rPr sz="1100" b="0">
                          <a:solidFill>
                            <a:srgbClr val="8C8078"/>
                          </a:solidFill>
                          <a:latin typeface="Pretendard SemiBold"/>
                          <a:ea typeface="Pretendard SemiBold"/>
                          <a:cs typeface="Pretendard SemiBold"/>
                        </a:rPr>
                        <a:t>검증 mAP50-95</a:t>
                      </a:r>
                    </a:p>
                  </a:txBody>
                  <a:tcPr marL="97536" marR="97536" marT="30480" marB="30480" anchor="ctr">
                    <a:lnL w="12700">
                      <a:noFill/>
                    </a:lnL>
                    <a:lnR w="12700">
                      <a:noFill/>
                    </a:lnR>
                    <a:lnT w="12700">
                      <a:noFill/>
                    </a:lnT>
                    <a:lnB w="12700">
                      <a:solidFill>
                        <a:srgbClr val="E9E1D6"/>
                      </a:solidFill>
                    </a:lnB>
                    <a:solidFill>
                      <a:srgbClr val="F4EEE6"/>
                    </a:solidFill>
                  </a:tcPr>
                </a:tc>
                <a:tc>
                  <a:txBody>
                    <a:bodyPr/>
                    <a:lstStyle/>
                    <a:p>
                      <a:pPr algn="ctr">
                        <a:lnSpc>
                          <a:spcPct val="115000"/>
                        </a:lnSpc>
                      </a:pPr>
                      <a:r>
                        <a:rPr sz="1100" b="0">
                          <a:solidFill>
                            <a:srgbClr val="8C8078"/>
                          </a:solidFill>
                          <a:latin typeface="Pretendard SemiBold"/>
                          <a:ea typeface="Pretendard SemiBold"/>
                          <a:cs typeface="Pretendard SemiBold"/>
                        </a:rPr>
                        <a:t>테스트 mAP50-95</a:t>
                      </a:r>
                    </a:p>
                  </a:txBody>
                  <a:tcPr marL="97536" marR="97536" marT="30480" marB="30480" anchor="ctr">
                    <a:lnL w="12700">
                      <a:noFill/>
                    </a:lnL>
                    <a:lnR w="12700">
                      <a:noFill/>
                    </a:lnR>
                    <a:lnT w="12700">
                      <a:noFill/>
                    </a:lnT>
                    <a:lnB w="12700">
                      <a:solidFill>
                        <a:srgbClr val="E9E1D6"/>
                      </a:solidFill>
                    </a:lnB>
                    <a:solidFill>
                      <a:srgbClr val="F4EEE6"/>
                    </a:solidFill>
                  </a:tcPr>
                </a:tc>
                <a:tc>
                  <a:txBody>
                    <a:bodyPr/>
                    <a:lstStyle/>
                    <a:p>
                      <a:pPr algn="ctr">
                        <a:lnSpc>
                          <a:spcPct val="115000"/>
                        </a:lnSpc>
                      </a:pPr>
                      <a:r>
                        <a:rPr sz="1100" b="0">
                          <a:solidFill>
                            <a:srgbClr val="8C8078"/>
                          </a:solidFill>
                          <a:latin typeface="Pretendard SemiBold"/>
                          <a:ea typeface="Pretendard SemiBold"/>
                          <a:cs typeface="Pretendard SemiBold"/>
                        </a:rPr>
                        <a:t>로투스 mAP50-95</a:t>
                      </a:r>
                    </a:p>
                  </a:txBody>
                  <a:tcPr marL="97536" marR="97536" marT="30480" marB="30480" anchor="ctr">
                    <a:lnL w="12700">
                      <a:noFill/>
                    </a:lnL>
                    <a:lnR w="12700">
                      <a:noFill/>
                    </a:lnR>
                    <a:lnT w="12700">
                      <a:noFill/>
                    </a:lnT>
                    <a:lnB w="12700">
                      <a:solidFill>
                        <a:srgbClr val="E9E1D6"/>
                      </a:solidFill>
                    </a:lnB>
                    <a:solidFill>
                      <a:srgbClr val="F4EEE6"/>
                    </a:solidFill>
                  </a:tcPr>
                </a:tc>
                <a:tc>
                  <a:txBody>
                    <a:bodyPr/>
                    <a:lstStyle/>
                    <a:p>
                      <a:pPr algn="ctr">
                        <a:lnSpc>
                          <a:spcPct val="115000"/>
                        </a:lnSpc>
                      </a:pPr>
                      <a:r>
                        <a:rPr sz="1100" b="0">
                          <a:solidFill>
                            <a:srgbClr val="8C8078"/>
                          </a:solidFill>
                          <a:latin typeface="Pretendard SemiBold"/>
                          <a:ea typeface="Pretendard SemiBold"/>
                          <a:cs typeface="Pretendard SemiBold"/>
                        </a:rPr>
                        <a:t>추론 시간 (T4)</a:t>
                      </a:r>
                    </a:p>
                  </a:txBody>
                  <a:tcPr marL="97536" marR="97536" marT="30480" marB="30480" anchor="ctr">
                    <a:lnL w="12700">
                      <a:noFill/>
                    </a:lnL>
                    <a:lnR w="12700">
                      <a:noFill/>
                    </a:lnR>
                    <a:lnT w="12700">
                      <a:noFill/>
                    </a:lnT>
                    <a:lnB w="12700">
                      <a:solidFill>
                        <a:srgbClr val="E9E1D6"/>
                      </a:solidFill>
                    </a:lnB>
                    <a:solidFill>
                      <a:srgbClr val="F4EEE6"/>
                    </a:solidFill>
                  </a:tcPr>
                </a:tc>
                <a:extLst>
                  <a:ext uri="{0D108BD9-81ED-4DB2-BD59-A6C34878D82A}">
                    <a16:rowId xmlns:a16="http://schemas.microsoft.com/office/drawing/2014/main" val="10000"/>
                  </a:ext>
                </a:extLst>
              </a:tr>
              <a:tr h="438912">
                <a:tc>
                  <a:txBody>
                    <a:bodyPr/>
                    <a:lstStyle/>
                    <a:p>
                      <a:pPr algn="l">
                        <a:lnSpc>
                          <a:spcPct val="115000"/>
                        </a:lnSpc>
                      </a:pPr>
                      <a:r>
                        <a:rPr sz="1100" b="1" dirty="0">
                          <a:solidFill>
                            <a:srgbClr val="2A1F17"/>
                          </a:solidFill>
                          <a:latin typeface="Pretendard"/>
                          <a:ea typeface="Pretendard"/>
                          <a:cs typeface="Pretendard"/>
                        </a:rPr>
                        <a:t>YOLOv8n</a:t>
                      </a: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FFFFFF"/>
                    </a:solidFill>
                  </a:tcPr>
                </a:tc>
                <a:tc>
                  <a:txBody>
                    <a:bodyPr/>
                    <a:lstStyle/>
                    <a:p>
                      <a:pPr algn="ctr">
                        <a:lnSpc>
                          <a:spcPct val="115000"/>
                        </a:lnSpc>
                      </a:pPr>
                      <a:r>
                        <a:rPr sz="1100" b="0">
                          <a:solidFill>
                            <a:srgbClr val="5B4E44"/>
                          </a:solidFill>
                          <a:latin typeface="Pretendard"/>
                          <a:ea typeface="Pretendard"/>
                          <a:cs typeface="Pretendard"/>
                        </a:rPr>
                        <a:t>3.01M</a:t>
                      </a: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FFFFFF"/>
                    </a:solidFill>
                  </a:tcPr>
                </a:tc>
                <a:tc>
                  <a:txBody>
                    <a:bodyPr/>
                    <a:lstStyle/>
                    <a:p>
                      <a:pPr algn="ctr">
                        <a:lnSpc>
                          <a:spcPct val="115000"/>
                        </a:lnSpc>
                      </a:pPr>
                      <a:r>
                        <a:rPr sz="1100" b="0">
                          <a:solidFill>
                            <a:srgbClr val="5B4E44"/>
                          </a:solidFill>
                          <a:latin typeface="Pretendard"/>
                          <a:ea typeface="Pretendard"/>
                          <a:cs typeface="Pretendard"/>
                        </a:rPr>
                        <a:t>0.982</a:t>
                      </a: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FFFFFF"/>
                    </a:solidFill>
                  </a:tcPr>
                </a:tc>
                <a:tc>
                  <a:txBody>
                    <a:bodyPr/>
                    <a:lstStyle/>
                    <a:p>
                      <a:pPr algn="ctr">
                        <a:lnSpc>
                          <a:spcPct val="115000"/>
                        </a:lnSpc>
                      </a:pPr>
                      <a:r>
                        <a:rPr sz="1100" b="0">
                          <a:solidFill>
                            <a:srgbClr val="5B4E44"/>
                          </a:solidFill>
                          <a:latin typeface="Pretendard"/>
                          <a:ea typeface="Pretendard"/>
                          <a:cs typeface="Pretendard"/>
                        </a:rPr>
                        <a:t>0.971</a:t>
                      </a: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FFFFFF"/>
                    </a:solidFill>
                  </a:tcPr>
                </a:tc>
                <a:tc>
                  <a:txBody>
                    <a:bodyPr/>
                    <a:lstStyle/>
                    <a:p>
                      <a:pPr algn="ctr">
                        <a:lnSpc>
                          <a:spcPct val="115000"/>
                        </a:lnSpc>
                      </a:pPr>
                      <a:r>
                        <a:rPr sz="1100" b="0">
                          <a:solidFill>
                            <a:srgbClr val="5B4E44"/>
                          </a:solidFill>
                          <a:latin typeface="Pretendard"/>
                          <a:ea typeface="Pretendard"/>
                          <a:cs typeface="Pretendard"/>
                        </a:rPr>
                        <a:t>0.852</a:t>
                      </a: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FFFFFF"/>
                    </a:solidFill>
                  </a:tcPr>
                </a:tc>
                <a:tc>
                  <a:txBody>
                    <a:bodyPr/>
                    <a:lstStyle/>
                    <a:p>
                      <a:pPr algn="ctr">
                        <a:lnSpc>
                          <a:spcPct val="115000"/>
                        </a:lnSpc>
                      </a:pPr>
                      <a:r>
                        <a:rPr sz="1100" b="0" dirty="0">
                          <a:solidFill>
                            <a:srgbClr val="5B4E44"/>
                          </a:solidFill>
                          <a:latin typeface="Pretendard"/>
                          <a:ea typeface="Pretendard"/>
                          <a:cs typeface="Pretendard"/>
                        </a:rPr>
                        <a:t>13.0 </a:t>
                      </a:r>
                      <a:r>
                        <a:rPr sz="1100" b="0" dirty="0" err="1">
                          <a:solidFill>
                            <a:srgbClr val="5B4E44"/>
                          </a:solidFill>
                          <a:latin typeface="Pretendard"/>
                          <a:ea typeface="Pretendard"/>
                          <a:cs typeface="Pretendard"/>
                        </a:rPr>
                        <a:t>ms</a:t>
                      </a:r>
                      <a:endParaRPr sz="1100" b="0" dirty="0">
                        <a:solidFill>
                          <a:srgbClr val="5B4E44"/>
                        </a:solidFill>
                        <a:latin typeface="Pretendard"/>
                        <a:ea typeface="Pretendard"/>
                        <a:cs typeface="Pretendard"/>
                      </a:endParaRP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FFFFFF"/>
                    </a:solidFill>
                  </a:tcPr>
                </a:tc>
                <a:extLst>
                  <a:ext uri="{0D108BD9-81ED-4DB2-BD59-A6C34878D82A}">
                    <a16:rowId xmlns:a16="http://schemas.microsoft.com/office/drawing/2014/main" val="10001"/>
                  </a:ext>
                </a:extLst>
              </a:tr>
              <a:tr h="438912">
                <a:tc>
                  <a:txBody>
                    <a:bodyPr/>
                    <a:lstStyle/>
                    <a:p>
                      <a:pPr algn="l">
                        <a:lnSpc>
                          <a:spcPct val="115000"/>
                        </a:lnSpc>
                      </a:pPr>
                      <a:r>
                        <a:rPr sz="1100" b="1" dirty="0">
                          <a:solidFill>
                            <a:srgbClr val="C8641E"/>
                          </a:solidFill>
                          <a:latin typeface="Pretendard"/>
                          <a:ea typeface="Pretendard"/>
                          <a:cs typeface="Pretendard"/>
                        </a:rPr>
                        <a:t>YOLO11n </a:t>
                      </a:r>
                      <a:r>
                        <a:rPr sz="1100" b="1" dirty="0" smtClean="0">
                          <a:solidFill>
                            <a:srgbClr val="C8641E"/>
                          </a:solidFill>
                          <a:latin typeface="Pretendard"/>
                          <a:ea typeface="Pretendard"/>
                          <a:cs typeface="Pretendard"/>
                        </a:rPr>
                        <a:t>(</a:t>
                      </a:r>
                      <a:r>
                        <a:rPr sz="1100" b="1" dirty="0" err="1">
                          <a:solidFill>
                            <a:srgbClr val="C8641E"/>
                          </a:solidFill>
                          <a:latin typeface="Pretendard"/>
                          <a:ea typeface="Pretendard"/>
                          <a:cs typeface="Pretendard"/>
                        </a:rPr>
                        <a:t>선정</a:t>
                      </a:r>
                      <a:r>
                        <a:rPr sz="1100" b="1" dirty="0">
                          <a:solidFill>
                            <a:srgbClr val="C8641E"/>
                          </a:solidFill>
                          <a:latin typeface="Pretendard"/>
                          <a:ea typeface="Pretendard"/>
                          <a:cs typeface="Pretendard"/>
                        </a:rPr>
                        <a:t>)</a:t>
                      </a: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F8E7D6"/>
                    </a:solidFill>
                  </a:tcPr>
                </a:tc>
                <a:tc>
                  <a:txBody>
                    <a:bodyPr/>
                    <a:lstStyle/>
                    <a:p>
                      <a:pPr algn="ctr">
                        <a:lnSpc>
                          <a:spcPct val="115000"/>
                        </a:lnSpc>
                      </a:pPr>
                      <a:r>
                        <a:rPr sz="1100" b="1">
                          <a:solidFill>
                            <a:srgbClr val="2A1F17"/>
                          </a:solidFill>
                          <a:latin typeface="Pretendard"/>
                          <a:ea typeface="Pretendard"/>
                          <a:cs typeface="Pretendard"/>
                        </a:rPr>
                        <a:t>2.59M</a:t>
                      </a: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F8E7D6"/>
                    </a:solidFill>
                  </a:tcPr>
                </a:tc>
                <a:tc>
                  <a:txBody>
                    <a:bodyPr/>
                    <a:lstStyle/>
                    <a:p>
                      <a:pPr algn="ctr">
                        <a:lnSpc>
                          <a:spcPct val="115000"/>
                        </a:lnSpc>
                      </a:pPr>
                      <a:r>
                        <a:rPr sz="1100" b="1">
                          <a:solidFill>
                            <a:srgbClr val="2A1F17"/>
                          </a:solidFill>
                          <a:latin typeface="Pretendard"/>
                          <a:ea typeface="Pretendard"/>
                          <a:cs typeface="Pretendard"/>
                        </a:rPr>
                        <a:t>0.983</a:t>
                      </a: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F8E7D6"/>
                    </a:solidFill>
                  </a:tcPr>
                </a:tc>
                <a:tc>
                  <a:txBody>
                    <a:bodyPr/>
                    <a:lstStyle/>
                    <a:p>
                      <a:pPr algn="ctr">
                        <a:lnSpc>
                          <a:spcPct val="115000"/>
                        </a:lnSpc>
                      </a:pPr>
                      <a:r>
                        <a:rPr sz="1100" b="1">
                          <a:solidFill>
                            <a:srgbClr val="2A1F17"/>
                          </a:solidFill>
                          <a:latin typeface="Pretendard"/>
                          <a:ea typeface="Pretendard"/>
                          <a:cs typeface="Pretendard"/>
                        </a:rPr>
                        <a:t>0.972</a:t>
                      </a: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F8E7D6"/>
                    </a:solidFill>
                  </a:tcPr>
                </a:tc>
                <a:tc>
                  <a:txBody>
                    <a:bodyPr/>
                    <a:lstStyle/>
                    <a:p>
                      <a:pPr algn="ctr">
                        <a:lnSpc>
                          <a:spcPct val="115000"/>
                        </a:lnSpc>
                      </a:pPr>
                      <a:r>
                        <a:rPr sz="1100" b="1">
                          <a:solidFill>
                            <a:srgbClr val="2A1F17"/>
                          </a:solidFill>
                          <a:latin typeface="Pretendard"/>
                          <a:ea typeface="Pretendard"/>
                          <a:cs typeface="Pretendard"/>
                        </a:rPr>
                        <a:t>0.917</a:t>
                      </a: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F8E7D6"/>
                    </a:solidFill>
                  </a:tcPr>
                </a:tc>
                <a:tc>
                  <a:txBody>
                    <a:bodyPr/>
                    <a:lstStyle/>
                    <a:p>
                      <a:pPr algn="ctr">
                        <a:lnSpc>
                          <a:spcPct val="115000"/>
                        </a:lnSpc>
                      </a:pPr>
                      <a:r>
                        <a:rPr sz="1100" b="1" dirty="0">
                          <a:solidFill>
                            <a:srgbClr val="2A1F17"/>
                          </a:solidFill>
                          <a:latin typeface="Pretendard"/>
                          <a:ea typeface="Pretendard"/>
                          <a:cs typeface="Pretendard"/>
                        </a:rPr>
                        <a:t>12.5 </a:t>
                      </a:r>
                      <a:r>
                        <a:rPr sz="1100" b="1" dirty="0" err="1">
                          <a:solidFill>
                            <a:srgbClr val="2A1F17"/>
                          </a:solidFill>
                          <a:latin typeface="Pretendard"/>
                          <a:ea typeface="Pretendard"/>
                          <a:cs typeface="Pretendard"/>
                        </a:rPr>
                        <a:t>ms</a:t>
                      </a:r>
                      <a:endParaRPr sz="1100" b="1" dirty="0">
                        <a:solidFill>
                          <a:srgbClr val="2A1F17"/>
                        </a:solidFill>
                        <a:latin typeface="Pretendard"/>
                        <a:ea typeface="Pretendard"/>
                        <a:cs typeface="Pretendard"/>
                      </a:endParaRP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F8E7D6"/>
                    </a:solidFill>
                  </a:tcPr>
                </a:tc>
                <a:extLst>
                  <a:ext uri="{0D108BD9-81ED-4DB2-BD59-A6C34878D82A}">
                    <a16:rowId xmlns:a16="http://schemas.microsoft.com/office/drawing/2014/main" val="10002"/>
                  </a:ext>
                </a:extLst>
              </a:tr>
              <a:tr h="438912">
                <a:tc>
                  <a:txBody>
                    <a:bodyPr/>
                    <a:lstStyle/>
                    <a:p>
                      <a:pPr algn="l">
                        <a:lnSpc>
                          <a:spcPct val="115000"/>
                        </a:lnSpc>
                      </a:pPr>
                      <a:r>
                        <a:rPr sz="1100" b="1" dirty="0">
                          <a:solidFill>
                            <a:srgbClr val="2A1F17"/>
                          </a:solidFill>
                          <a:latin typeface="Pretendard"/>
                          <a:ea typeface="Pretendard"/>
                          <a:cs typeface="Pretendard"/>
                        </a:rPr>
                        <a:t>YOLO26n</a:t>
                      </a: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FFFFFF"/>
                    </a:solidFill>
                  </a:tcPr>
                </a:tc>
                <a:tc>
                  <a:txBody>
                    <a:bodyPr/>
                    <a:lstStyle/>
                    <a:p>
                      <a:pPr algn="ctr">
                        <a:lnSpc>
                          <a:spcPct val="115000"/>
                        </a:lnSpc>
                      </a:pPr>
                      <a:r>
                        <a:rPr sz="1100" b="0">
                          <a:solidFill>
                            <a:srgbClr val="5B4E44"/>
                          </a:solidFill>
                          <a:latin typeface="Pretendard"/>
                          <a:ea typeface="Pretendard"/>
                          <a:cs typeface="Pretendard"/>
                        </a:rPr>
                        <a:t>2.51M</a:t>
                      </a: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FFFFFF"/>
                    </a:solidFill>
                  </a:tcPr>
                </a:tc>
                <a:tc>
                  <a:txBody>
                    <a:bodyPr/>
                    <a:lstStyle/>
                    <a:p>
                      <a:pPr algn="ctr">
                        <a:lnSpc>
                          <a:spcPct val="115000"/>
                        </a:lnSpc>
                      </a:pPr>
                      <a:r>
                        <a:rPr sz="1100" b="0">
                          <a:solidFill>
                            <a:srgbClr val="5B4E44"/>
                          </a:solidFill>
                          <a:latin typeface="Pretendard"/>
                          <a:ea typeface="Pretendard"/>
                          <a:cs typeface="Pretendard"/>
                        </a:rPr>
                        <a:t>0.981</a:t>
                      </a: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FFFFFF"/>
                    </a:solidFill>
                  </a:tcPr>
                </a:tc>
                <a:tc>
                  <a:txBody>
                    <a:bodyPr/>
                    <a:lstStyle/>
                    <a:p>
                      <a:pPr algn="ctr">
                        <a:lnSpc>
                          <a:spcPct val="115000"/>
                        </a:lnSpc>
                      </a:pPr>
                      <a:r>
                        <a:rPr sz="1100" b="1">
                          <a:solidFill>
                            <a:srgbClr val="2A1F17"/>
                          </a:solidFill>
                          <a:latin typeface="Pretendard"/>
                          <a:ea typeface="Pretendard"/>
                          <a:cs typeface="Pretendard"/>
                        </a:rPr>
                        <a:t>0.980</a:t>
                      </a: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FFFFFF"/>
                    </a:solidFill>
                  </a:tcPr>
                </a:tc>
                <a:tc>
                  <a:txBody>
                    <a:bodyPr/>
                    <a:lstStyle/>
                    <a:p>
                      <a:pPr algn="ctr">
                        <a:lnSpc>
                          <a:spcPct val="115000"/>
                        </a:lnSpc>
                      </a:pPr>
                      <a:r>
                        <a:rPr sz="1100" b="0">
                          <a:solidFill>
                            <a:srgbClr val="5B4E44"/>
                          </a:solidFill>
                          <a:latin typeface="Pretendard"/>
                          <a:ea typeface="Pretendard"/>
                          <a:cs typeface="Pretendard"/>
                        </a:rPr>
                        <a:t>0.930</a:t>
                      </a: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FFFFFF"/>
                    </a:solidFill>
                  </a:tcPr>
                </a:tc>
                <a:tc>
                  <a:txBody>
                    <a:bodyPr/>
                    <a:lstStyle/>
                    <a:p>
                      <a:pPr algn="ctr">
                        <a:lnSpc>
                          <a:spcPct val="115000"/>
                        </a:lnSpc>
                      </a:pPr>
                      <a:r>
                        <a:rPr sz="1100" b="0" dirty="0">
                          <a:solidFill>
                            <a:srgbClr val="5B4E44"/>
                          </a:solidFill>
                          <a:latin typeface="Pretendard"/>
                          <a:ea typeface="Pretendard"/>
                          <a:cs typeface="Pretendard"/>
                        </a:rPr>
                        <a:t>14.5 </a:t>
                      </a:r>
                      <a:r>
                        <a:rPr sz="1100" b="0" dirty="0" err="1">
                          <a:solidFill>
                            <a:srgbClr val="5B4E44"/>
                          </a:solidFill>
                          <a:latin typeface="Pretendard"/>
                          <a:ea typeface="Pretendard"/>
                          <a:cs typeface="Pretendard"/>
                        </a:rPr>
                        <a:t>ms</a:t>
                      </a:r>
                      <a:endParaRPr sz="1100" b="0" dirty="0">
                        <a:solidFill>
                          <a:srgbClr val="5B4E44"/>
                        </a:solidFill>
                        <a:latin typeface="Pretendard"/>
                        <a:ea typeface="Pretendard"/>
                        <a:cs typeface="Pretendard"/>
                      </a:endParaRP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FFFFFF"/>
                    </a:solidFill>
                  </a:tcPr>
                </a:tc>
                <a:extLst>
                  <a:ext uri="{0D108BD9-81ED-4DB2-BD59-A6C34878D82A}">
                    <a16:rowId xmlns:a16="http://schemas.microsoft.com/office/drawing/2014/main" val="10003"/>
                  </a:ext>
                </a:extLst>
              </a:tr>
            </a:tbl>
          </a:graphicData>
        </a:graphic>
      </p:graphicFrame>
      <p:sp>
        <p:nvSpPr>
          <p:cNvPr id="6" name="Rounded Rectangle 5"/>
          <p:cNvSpPr/>
          <p:nvPr/>
        </p:nvSpPr>
        <p:spPr>
          <a:xfrm>
            <a:off x="609600" y="3566160"/>
            <a:ext cx="5394960" cy="2407920"/>
          </a:xfrm>
          <a:prstGeom prst="roundRect">
            <a:avLst>
              <a:gd name="adj" fmla="val 4556"/>
            </a:avLst>
          </a:prstGeom>
          <a:solidFill>
            <a:srgbClr val="FFFFFF"/>
          </a:solidFill>
          <a:ln w="12700">
            <a:solidFill>
              <a:srgbClr val="E9E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7" name="TextBox 6"/>
          <p:cNvSpPr txBox="1"/>
          <p:nvPr/>
        </p:nvSpPr>
        <p:spPr>
          <a:xfrm>
            <a:off x="853441" y="3797808"/>
            <a:ext cx="4907279" cy="184666"/>
          </a:xfrm>
          <a:prstGeom prst="rect">
            <a:avLst/>
          </a:prstGeom>
          <a:noFill/>
        </p:spPr>
        <p:txBody>
          <a:bodyPr wrap="square" lIns="0" tIns="0" rIns="0" bIns="0" anchor="t">
            <a:spAutoFit/>
          </a:bodyPr>
          <a:lstStyle/>
          <a:p>
            <a:pPr>
              <a:lnSpc>
                <a:spcPct val="120000"/>
              </a:lnSpc>
            </a:pPr>
            <a:r>
              <a:rPr sz="1000" spc="27" dirty="0">
                <a:solidFill>
                  <a:srgbClr val="C8641E"/>
                </a:solidFill>
                <a:latin typeface="Pretendard SemiBold"/>
                <a:ea typeface="Pretendard SemiBold"/>
                <a:cs typeface="Pretendard SemiBold"/>
              </a:rPr>
              <a:t>Jetson </a:t>
            </a:r>
            <a:r>
              <a:rPr sz="1000" spc="27" dirty="0" err="1">
                <a:solidFill>
                  <a:srgbClr val="C8641E"/>
                </a:solidFill>
                <a:latin typeface="Pretendard SemiBold"/>
                <a:ea typeface="Pretendard SemiBold"/>
                <a:cs typeface="Pretendard SemiBold"/>
              </a:rPr>
              <a:t>실시간</a:t>
            </a:r>
            <a:r>
              <a:rPr sz="1000" spc="27" dirty="0">
                <a:solidFill>
                  <a:srgbClr val="C8641E"/>
                </a:solidFill>
                <a:latin typeface="Pretendard SemiBold"/>
                <a:ea typeface="Pretendard SemiBold"/>
                <a:cs typeface="Pretendard SemiBold"/>
              </a:rPr>
              <a:t> </a:t>
            </a:r>
            <a:r>
              <a:rPr sz="1000" spc="27" dirty="0" err="1">
                <a:solidFill>
                  <a:srgbClr val="C8641E"/>
                </a:solidFill>
                <a:latin typeface="Pretendard SemiBold"/>
                <a:ea typeface="Pretendard SemiBold"/>
                <a:cs typeface="Pretendard SemiBold"/>
              </a:rPr>
              <a:t>인식</a:t>
            </a:r>
            <a:r>
              <a:rPr sz="1000" spc="27" dirty="0">
                <a:solidFill>
                  <a:srgbClr val="C8641E"/>
                </a:solidFill>
                <a:latin typeface="Pretendard SemiBold"/>
                <a:ea typeface="Pretendard SemiBold"/>
                <a:cs typeface="Pretendard SemiBold"/>
              </a:rPr>
              <a:t> </a:t>
            </a:r>
            <a:r>
              <a:rPr sz="1000" spc="27" dirty="0" err="1">
                <a:solidFill>
                  <a:srgbClr val="C8641E"/>
                </a:solidFill>
                <a:latin typeface="Pretendard SemiBold"/>
                <a:ea typeface="Pretendard SemiBold"/>
                <a:cs typeface="Pretendard SemiBold"/>
              </a:rPr>
              <a:t>오류</a:t>
            </a:r>
            <a:r>
              <a:rPr sz="1000" spc="27" dirty="0">
                <a:solidFill>
                  <a:srgbClr val="C8641E"/>
                </a:solidFill>
                <a:latin typeface="Pretendard SemiBold"/>
                <a:ea typeface="Pretendard SemiBold"/>
                <a:cs typeface="Pretendard SemiBold"/>
              </a:rPr>
              <a:t> (TTA 끔)</a:t>
            </a:r>
          </a:p>
        </p:txBody>
      </p:sp>
      <p:sp>
        <p:nvSpPr>
          <p:cNvPr id="8" name="TextBox 7"/>
          <p:cNvSpPr txBox="1"/>
          <p:nvPr/>
        </p:nvSpPr>
        <p:spPr>
          <a:xfrm>
            <a:off x="853440" y="4029456"/>
            <a:ext cx="4876800" cy="203133"/>
          </a:xfrm>
          <a:prstGeom prst="rect">
            <a:avLst/>
          </a:prstGeom>
          <a:noFill/>
        </p:spPr>
        <p:txBody>
          <a:bodyPr wrap="square" lIns="0" tIns="0" rIns="0" bIns="0" anchor="t">
            <a:spAutoFit/>
          </a:bodyPr>
          <a:lstStyle/>
          <a:p>
            <a:pPr>
              <a:lnSpc>
                <a:spcPct val="120000"/>
              </a:lnSpc>
            </a:pPr>
            <a:r>
              <a:rPr sz="1100" dirty="0" err="1">
                <a:solidFill>
                  <a:srgbClr val="5B4E44"/>
                </a:solidFill>
                <a:latin typeface="Pretendard"/>
                <a:ea typeface="Pretendard"/>
                <a:cs typeface="Pretendard"/>
              </a:rPr>
              <a:t>테스트</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mAP</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최고는</a:t>
            </a:r>
            <a:r>
              <a:rPr sz="1100" dirty="0">
                <a:solidFill>
                  <a:srgbClr val="5B4E44"/>
                </a:solidFill>
                <a:latin typeface="Pretendard"/>
                <a:ea typeface="Pretendard"/>
                <a:cs typeface="Pretendard"/>
              </a:rPr>
              <a:t> YOLO26n이지만, </a:t>
            </a:r>
            <a:r>
              <a:rPr sz="1100" dirty="0" err="1">
                <a:solidFill>
                  <a:srgbClr val="5B4E44"/>
                </a:solidFill>
                <a:latin typeface="Pretendard"/>
                <a:ea typeface="Pretendard"/>
                <a:cs typeface="Pretendard"/>
              </a:rPr>
              <a:t>실제</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오류는</a:t>
            </a:r>
            <a:r>
              <a:rPr sz="1100" dirty="0">
                <a:solidFill>
                  <a:srgbClr val="5B4E44"/>
                </a:solidFill>
                <a:latin typeface="Pretendard"/>
                <a:ea typeface="Pretendard"/>
                <a:cs typeface="Pretendard"/>
              </a:rPr>
              <a:t> YOLO11n이 </a:t>
            </a:r>
            <a:r>
              <a:rPr sz="1100" dirty="0" err="1">
                <a:solidFill>
                  <a:srgbClr val="5B4E44"/>
                </a:solidFill>
                <a:latin typeface="Pretendard"/>
                <a:ea typeface="Pretendard"/>
                <a:cs typeface="Pretendard"/>
              </a:rPr>
              <a:t>가장</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적음</a:t>
            </a:r>
            <a:endParaRPr sz="1100" dirty="0">
              <a:solidFill>
                <a:srgbClr val="5B4E44"/>
              </a:solidFill>
              <a:latin typeface="Pretendard"/>
              <a:ea typeface="Pretendard"/>
              <a:cs typeface="Pretendard"/>
            </a:endParaRPr>
          </a:p>
        </p:txBody>
      </p:sp>
      <p:sp>
        <p:nvSpPr>
          <p:cNvPr id="9" name="TextBox 8"/>
          <p:cNvSpPr txBox="1"/>
          <p:nvPr/>
        </p:nvSpPr>
        <p:spPr>
          <a:xfrm>
            <a:off x="853440" y="4425696"/>
            <a:ext cx="2316480" cy="169598"/>
          </a:xfrm>
          <a:prstGeom prst="rect">
            <a:avLst/>
          </a:prstGeom>
          <a:noFill/>
        </p:spPr>
        <p:txBody>
          <a:bodyPr wrap="square" lIns="0" tIns="0" rIns="0" bIns="0" anchor="t">
            <a:spAutoFit/>
          </a:bodyPr>
          <a:lstStyle/>
          <a:p>
            <a:pPr>
              <a:lnSpc>
                <a:spcPct val="120000"/>
              </a:lnSpc>
            </a:pPr>
            <a:r>
              <a:rPr sz="1000">
                <a:solidFill>
                  <a:srgbClr val="8C8078"/>
                </a:solidFill>
                <a:latin typeface="Pretendard SemiBold"/>
                <a:ea typeface="Pretendard SemiBold"/>
                <a:cs typeface="Pretendard SemiBold"/>
              </a:rPr>
              <a:t>YOLO11n</a:t>
            </a:r>
          </a:p>
        </p:txBody>
      </p:sp>
      <p:sp>
        <p:nvSpPr>
          <p:cNvPr id="10" name="TextBox 9"/>
          <p:cNvSpPr txBox="1"/>
          <p:nvPr/>
        </p:nvSpPr>
        <p:spPr>
          <a:xfrm>
            <a:off x="853440" y="4669536"/>
            <a:ext cx="2316480" cy="513089"/>
          </a:xfrm>
          <a:prstGeom prst="rect">
            <a:avLst/>
          </a:prstGeom>
          <a:noFill/>
        </p:spPr>
        <p:txBody>
          <a:bodyPr wrap="square" lIns="0" tIns="0" rIns="0" bIns="0" anchor="t">
            <a:spAutoFit/>
          </a:bodyPr>
          <a:lstStyle/>
          <a:p>
            <a:r>
              <a:rPr sz="3334" spc="-80" dirty="0">
                <a:solidFill>
                  <a:srgbClr val="C8641E"/>
                </a:solidFill>
                <a:latin typeface="Pretendard ExtraBold"/>
                <a:ea typeface="Pretendard ExtraBold"/>
                <a:cs typeface="Pretendard ExtraBold"/>
              </a:rPr>
              <a:t>22건</a:t>
            </a:r>
          </a:p>
        </p:txBody>
      </p:sp>
      <p:sp>
        <p:nvSpPr>
          <p:cNvPr id="11" name="TextBox 10"/>
          <p:cNvSpPr txBox="1"/>
          <p:nvPr/>
        </p:nvSpPr>
        <p:spPr>
          <a:xfrm>
            <a:off x="853440" y="5309616"/>
            <a:ext cx="2316480" cy="152606"/>
          </a:xfrm>
          <a:prstGeom prst="rect">
            <a:avLst/>
          </a:prstGeom>
          <a:noFill/>
        </p:spPr>
        <p:txBody>
          <a:bodyPr wrap="square" lIns="0" tIns="0" rIns="0" bIns="0" anchor="t">
            <a:spAutoFit/>
          </a:bodyPr>
          <a:lstStyle/>
          <a:p>
            <a:pPr>
              <a:lnSpc>
                <a:spcPct val="120000"/>
              </a:lnSpc>
            </a:pPr>
            <a:r>
              <a:rPr sz="900" dirty="0" err="1" smtClean="0">
                <a:solidFill>
                  <a:srgbClr val="8C8078"/>
                </a:solidFill>
                <a:latin typeface="Pretendard Medium"/>
                <a:ea typeface="Pretendard Medium"/>
                <a:cs typeface="Pretendard Medium"/>
              </a:rPr>
              <a:t>테스트</a:t>
            </a:r>
            <a:r>
              <a:rPr sz="900" dirty="0" smtClean="0">
                <a:solidFill>
                  <a:srgbClr val="8C8078"/>
                </a:solidFill>
                <a:latin typeface="Pretendard Medium"/>
                <a:ea typeface="Pretendard Medium"/>
                <a:cs typeface="Pretendard Medium"/>
              </a:rPr>
              <a:t> </a:t>
            </a:r>
            <a:r>
              <a:rPr sz="900" dirty="0">
                <a:solidFill>
                  <a:srgbClr val="8C8078"/>
                </a:solidFill>
                <a:latin typeface="Pretendard Medium"/>
                <a:ea typeface="Pretendard Medium"/>
                <a:cs typeface="Pretendard Medium"/>
              </a:rPr>
              <a:t>124장  ·  </a:t>
            </a:r>
            <a:r>
              <a:rPr sz="900" dirty="0" err="1" smtClean="0">
                <a:solidFill>
                  <a:srgbClr val="8C8078"/>
                </a:solidFill>
                <a:latin typeface="Pretendard Medium"/>
                <a:ea typeface="Pretendard Medium"/>
                <a:cs typeface="Pretendard Medium"/>
              </a:rPr>
              <a:t>자체</a:t>
            </a:r>
            <a:r>
              <a:rPr sz="900" dirty="0" smtClean="0">
                <a:solidFill>
                  <a:srgbClr val="8C8078"/>
                </a:solidFill>
                <a:latin typeface="Pretendard Medium"/>
                <a:ea typeface="Pretendard Medium"/>
                <a:cs typeface="Pretendard Medium"/>
              </a:rPr>
              <a:t> </a:t>
            </a:r>
            <a:r>
              <a:rPr sz="900" dirty="0" err="1" smtClean="0">
                <a:solidFill>
                  <a:srgbClr val="8C8078"/>
                </a:solidFill>
                <a:latin typeface="Pretendard Medium"/>
                <a:ea typeface="Pretendard Medium"/>
                <a:cs typeface="Pretendard Medium"/>
              </a:rPr>
              <a:t>테스트</a:t>
            </a:r>
            <a:r>
              <a:rPr sz="900" dirty="0" smtClean="0">
                <a:solidFill>
                  <a:srgbClr val="8C8078"/>
                </a:solidFill>
                <a:latin typeface="Pretendard Medium"/>
                <a:ea typeface="Pretendard Medium"/>
                <a:cs typeface="Pretendard Medium"/>
              </a:rPr>
              <a:t> </a:t>
            </a:r>
            <a:r>
              <a:rPr sz="900" dirty="0">
                <a:solidFill>
                  <a:srgbClr val="8C8078"/>
                </a:solidFill>
                <a:latin typeface="Pretendard Medium"/>
                <a:ea typeface="Pretendard Medium"/>
                <a:cs typeface="Pretendard Medium"/>
              </a:rPr>
              <a:t>120장 1건</a:t>
            </a:r>
          </a:p>
        </p:txBody>
      </p:sp>
      <p:sp>
        <p:nvSpPr>
          <p:cNvPr id="12" name="TextBox 11"/>
          <p:cNvSpPr txBox="1"/>
          <p:nvPr/>
        </p:nvSpPr>
        <p:spPr>
          <a:xfrm>
            <a:off x="3352800" y="4425696"/>
            <a:ext cx="2316480" cy="169598"/>
          </a:xfrm>
          <a:prstGeom prst="rect">
            <a:avLst/>
          </a:prstGeom>
          <a:noFill/>
        </p:spPr>
        <p:txBody>
          <a:bodyPr wrap="square" lIns="0" tIns="0" rIns="0" bIns="0" anchor="t">
            <a:spAutoFit/>
          </a:bodyPr>
          <a:lstStyle/>
          <a:p>
            <a:pPr>
              <a:lnSpc>
                <a:spcPct val="120000"/>
              </a:lnSpc>
            </a:pPr>
            <a:r>
              <a:rPr sz="1000">
                <a:solidFill>
                  <a:srgbClr val="8C8078"/>
                </a:solidFill>
                <a:latin typeface="Pretendard SemiBold"/>
                <a:ea typeface="Pretendard SemiBold"/>
                <a:cs typeface="Pretendard SemiBold"/>
              </a:rPr>
              <a:t>YOLO26n</a:t>
            </a:r>
          </a:p>
        </p:txBody>
      </p:sp>
      <p:sp>
        <p:nvSpPr>
          <p:cNvPr id="13" name="TextBox 12"/>
          <p:cNvSpPr txBox="1"/>
          <p:nvPr/>
        </p:nvSpPr>
        <p:spPr>
          <a:xfrm>
            <a:off x="3352800" y="4669536"/>
            <a:ext cx="2316480" cy="513089"/>
          </a:xfrm>
          <a:prstGeom prst="rect">
            <a:avLst/>
          </a:prstGeom>
          <a:noFill/>
        </p:spPr>
        <p:txBody>
          <a:bodyPr wrap="square" lIns="0" tIns="0" rIns="0" bIns="0" anchor="t">
            <a:spAutoFit/>
          </a:bodyPr>
          <a:lstStyle/>
          <a:p>
            <a:r>
              <a:rPr sz="3334" spc="-80" dirty="0">
                <a:solidFill>
                  <a:srgbClr val="C9443A"/>
                </a:solidFill>
                <a:latin typeface="Pretendard ExtraBold"/>
                <a:ea typeface="Pretendard ExtraBold"/>
                <a:cs typeface="Pretendard ExtraBold"/>
              </a:rPr>
              <a:t>78건</a:t>
            </a:r>
          </a:p>
        </p:txBody>
      </p:sp>
      <p:sp>
        <p:nvSpPr>
          <p:cNvPr id="14" name="TextBox 13"/>
          <p:cNvSpPr txBox="1"/>
          <p:nvPr/>
        </p:nvSpPr>
        <p:spPr>
          <a:xfrm>
            <a:off x="3352800" y="5309616"/>
            <a:ext cx="2316480" cy="152606"/>
          </a:xfrm>
          <a:prstGeom prst="rect">
            <a:avLst/>
          </a:prstGeom>
          <a:noFill/>
        </p:spPr>
        <p:txBody>
          <a:bodyPr wrap="square" lIns="0" tIns="0" rIns="0" bIns="0" anchor="t">
            <a:spAutoFit/>
          </a:bodyPr>
          <a:lstStyle/>
          <a:p>
            <a:pPr>
              <a:lnSpc>
                <a:spcPct val="120000"/>
              </a:lnSpc>
            </a:pPr>
            <a:r>
              <a:rPr sz="900" dirty="0" err="1" smtClean="0">
                <a:solidFill>
                  <a:srgbClr val="8C8078"/>
                </a:solidFill>
                <a:latin typeface="Pretendard Medium"/>
                <a:ea typeface="Pretendard Medium"/>
                <a:cs typeface="Pretendard Medium"/>
              </a:rPr>
              <a:t>테스트</a:t>
            </a:r>
            <a:r>
              <a:rPr sz="900" dirty="0" smtClean="0">
                <a:solidFill>
                  <a:srgbClr val="8C8078"/>
                </a:solidFill>
                <a:latin typeface="Pretendard Medium"/>
                <a:ea typeface="Pretendard Medium"/>
                <a:cs typeface="Pretendard Medium"/>
              </a:rPr>
              <a:t> </a:t>
            </a:r>
            <a:r>
              <a:rPr sz="900" dirty="0">
                <a:solidFill>
                  <a:srgbClr val="8C8078"/>
                </a:solidFill>
                <a:latin typeface="Pretendard Medium"/>
                <a:ea typeface="Pretendard Medium"/>
                <a:cs typeface="Pretendard Medium"/>
              </a:rPr>
              <a:t>124장  ·  </a:t>
            </a:r>
            <a:r>
              <a:rPr sz="900" dirty="0" err="1" smtClean="0">
                <a:solidFill>
                  <a:srgbClr val="8C8078"/>
                </a:solidFill>
                <a:latin typeface="Pretendard Medium"/>
                <a:ea typeface="Pretendard Medium"/>
                <a:cs typeface="Pretendard Medium"/>
              </a:rPr>
              <a:t>자체</a:t>
            </a:r>
            <a:r>
              <a:rPr sz="900" dirty="0" smtClean="0">
                <a:solidFill>
                  <a:srgbClr val="8C8078"/>
                </a:solidFill>
                <a:latin typeface="Pretendard Medium"/>
                <a:ea typeface="Pretendard Medium"/>
                <a:cs typeface="Pretendard Medium"/>
              </a:rPr>
              <a:t> </a:t>
            </a:r>
            <a:r>
              <a:rPr sz="900" dirty="0" err="1" smtClean="0">
                <a:solidFill>
                  <a:srgbClr val="8C8078"/>
                </a:solidFill>
                <a:latin typeface="Pretendard Medium"/>
                <a:ea typeface="Pretendard Medium"/>
                <a:cs typeface="Pretendard Medium"/>
              </a:rPr>
              <a:t>테스트</a:t>
            </a:r>
            <a:r>
              <a:rPr sz="900" dirty="0" smtClean="0">
                <a:solidFill>
                  <a:srgbClr val="8C8078"/>
                </a:solidFill>
                <a:latin typeface="Pretendard Medium"/>
                <a:ea typeface="Pretendard Medium"/>
                <a:cs typeface="Pretendard Medium"/>
              </a:rPr>
              <a:t> </a:t>
            </a:r>
            <a:r>
              <a:rPr sz="900" dirty="0">
                <a:solidFill>
                  <a:srgbClr val="8C8078"/>
                </a:solidFill>
                <a:latin typeface="Pretendard Medium"/>
                <a:ea typeface="Pretendard Medium"/>
                <a:cs typeface="Pretendard Medium"/>
              </a:rPr>
              <a:t>120장 19건</a:t>
            </a:r>
          </a:p>
        </p:txBody>
      </p:sp>
      <p:sp>
        <p:nvSpPr>
          <p:cNvPr id="15" name="Rounded Rectangle 14"/>
          <p:cNvSpPr/>
          <p:nvPr/>
        </p:nvSpPr>
        <p:spPr>
          <a:xfrm>
            <a:off x="6187440" y="3566160"/>
            <a:ext cx="5394960" cy="2407920"/>
          </a:xfrm>
          <a:prstGeom prst="roundRect">
            <a:avLst>
              <a:gd name="adj" fmla="val 4556"/>
            </a:avLst>
          </a:prstGeom>
          <a:solidFill>
            <a:srgbClr val="FFFFFF"/>
          </a:solidFill>
          <a:ln w="12700">
            <a:solidFill>
              <a:srgbClr val="E9E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1200" dirty="0" err="1" smtClean="0"/>
              <a:t>ㄴ</a:t>
            </a:r>
            <a:endParaRPr sz="1200" dirty="0"/>
          </a:p>
        </p:txBody>
      </p:sp>
      <p:sp>
        <p:nvSpPr>
          <p:cNvPr id="16" name="TextBox 15"/>
          <p:cNvSpPr txBox="1"/>
          <p:nvPr/>
        </p:nvSpPr>
        <p:spPr>
          <a:xfrm>
            <a:off x="6431281" y="3797808"/>
            <a:ext cx="4907279" cy="147028"/>
          </a:xfrm>
          <a:prstGeom prst="rect">
            <a:avLst/>
          </a:prstGeom>
          <a:noFill/>
        </p:spPr>
        <p:txBody>
          <a:bodyPr wrap="square" lIns="0" tIns="0" rIns="0" bIns="0" anchor="t">
            <a:spAutoFit/>
          </a:bodyPr>
          <a:lstStyle/>
          <a:p>
            <a:pPr>
              <a:lnSpc>
                <a:spcPct val="120000"/>
              </a:lnSpc>
            </a:pPr>
            <a:r>
              <a:rPr sz="867" spc="27">
                <a:solidFill>
                  <a:srgbClr val="C8641E"/>
                </a:solidFill>
                <a:latin typeface="Pretendard SemiBold"/>
                <a:ea typeface="Pretendard SemiBold"/>
                <a:cs typeface="Pretendard SemiBold"/>
              </a:rPr>
              <a:t>선정 결과</a:t>
            </a:r>
          </a:p>
        </p:txBody>
      </p:sp>
      <p:sp>
        <p:nvSpPr>
          <p:cNvPr id="17" name="TextBox 16"/>
          <p:cNvSpPr txBox="1"/>
          <p:nvPr/>
        </p:nvSpPr>
        <p:spPr>
          <a:xfrm>
            <a:off x="6431281" y="4029456"/>
            <a:ext cx="4907279" cy="213200"/>
          </a:xfrm>
          <a:prstGeom prst="rect">
            <a:avLst/>
          </a:prstGeom>
          <a:noFill/>
        </p:spPr>
        <p:txBody>
          <a:bodyPr wrap="square" lIns="0" tIns="0" rIns="0" bIns="0" anchor="t">
            <a:spAutoFit/>
          </a:bodyPr>
          <a:lstStyle/>
          <a:p>
            <a:pPr>
              <a:lnSpc>
                <a:spcPct val="105000"/>
              </a:lnSpc>
            </a:pPr>
            <a:r>
              <a:rPr sz="1400" b="1" spc="-13">
                <a:solidFill>
                  <a:srgbClr val="2A1F17"/>
                </a:solidFill>
                <a:latin typeface="Pretendard"/>
                <a:ea typeface="Pretendard"/>
                <a:cs typeface="Pretendard"/>
              </a:rPr>
              <a:t>YOLO11n</a:t>
            </a:r>
          </a:p>
        </p:txBody>
      </p:sp>
      <p:sp>
        <p:nvSpPr>
          <p:cNvPr id="18" name="TextBox 17"/>
          <p:cNvSpPr txBox="1"/>
          <p:nvPr/>
        </p:nvSpPr>
        <p:spPr>
          <a:xfrm>
            <a:off x="6431280" y="4407408"/>
            <a:ext cx="4937760" cy="793294"/>
          </a:xfrm>
          <a:prstGeom prst="rect">
            <a:avLst/>
          </a:prstGeom>
          <a:noFill/>
        </p:spPr>
        <p:txBody>
          <a:bodyPr wrap="square" lIns="0" tIns="0" rIns="0" bIns="0" anchor="t">
            <a:spAutoFit/>
          </a:bodyPr>
          <a:lstStyle/>
          <a:p>
            <a:pPr marL="158504" indent="-158504">
              <a:lnSpc>
                <a:spcPct val="130000"/>
              </a:lnSpc>
              <a:spcAft>
                <a:spcPts val="600"/>
              </a:spcAft>
              <a:buClr>
                <a:srgbClr val="C8641E"/>
              </a:buClr>
              <a:buFont typeface="Arial"/>
              <a:buChar char="•"/>
            </a:pPr>
            <a:r>
              <a:rPr sz="1100" dirty="0">
                <a:solidFill>
                  <a:srgbClr val="5B4E44"/>
                </a:solidFill>
                <a:latin typeface="Pretendard"/>
                <a:ea typeface="Pretendard"/>
                <a:cs typeface="Pretendard"/>
              </a:rPr>
              <a:t>Jetson </a:t>
            </a:r>
            <a:r>
              <a:rPr sz="1100" dirty="0" err="1">
                <a:solidFill>
                  <a:srgbClr val="5B4E44"/>
                </a:solidFill>
                <a:latin typeface="Pretendard"/>
                <a:ea typeface="Pretendard"/>
                <a:cs typeface="Pretendard"/>
              </a:rPr>
              <a:t>실시간</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인식</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오류</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최소</a:t>
            </a:r>
            <a:r>
              <a:rPr sz="1100" dirty="0">
                <a:solidFill>
                  <a:srgbClr val="5B4E44"/>
                </a:solidFill>
                <a:latin typeface="Pretendard"/>
                <a:ea typeface="Pretendard"/>
                <a:cs typeface="Pretendard"/>
              </a:rPr>
              <a:t> (124장 22건 · 120장 1건)</a:t>
            </a:r>
          </a:p>
          <a:p>
            <a:pPr marL="158504" indent="-158504">
              <a:lnSpc>
                <a:spcPct val="130000"/>
              </a:lnSpc>
              <a:spcAft>
                <a:spcPts val="600"/>
              </a:spcAft>
              <a:buClr>
                <a:srgbClr val="C8641E"/>
              </a:buClr>
              <a:buFont typeface="Arial"/>
              <a:buChar char="•"/>
            </a:pPr>
            <a:r>
              <a:rPr sz="1100" dirty="0" err="1">
                <a:solidFill>
                  <a:srgbClr val="5B4E44"/>
                </a:solidFill>
                <a:latin typeface="Pretendard"/>
                <a:ea typeface="Pretendard"/>
                <a:cs typeface="Pretendard"/>
              </a:rPr>
              <a:t>파라미터</a:t>
            </a:r>
            <a:r>
              <a:rPr sz="1100" dirty="0">
                <a:solidFill>
                  <a:srgbClr val="5B4E44"/>
                </a:solidFill>
                <a:latin typeface="Pretendard"/>
                <a:ea typeface="Pretendard"/>
                <a:cs typeface="Pretendard"/>
              </a:rPr>
              <a:t> 2.59M · </a:t>
            </a:r>
            <a:r>
              <a:rPr sz="1100" dirty="0" err="1">
                <a:solidFill>
                  <a:srgbClr val="5B4E44"/>
                </a:solidFill>
                <a:latin typeface="Pretendard"/>
                <a:ea typeface="Pretendard"/>
                <a:cs typeface="Pretendard"/>
              </a:rPr>
              <a:t>추론</a:t>
            </a:r>
            <a:r>
              <a:rPr sz="1100" dirty="0">
                <a:solidFill>
                  <a:srgbClr val="5B4E44"/>
                </a:solidFill>
                <a:latin typeface="Pretendard"/>
                <a:ea typeface="Pretendard"/>
                <a:cs typeface="Pretendard"/>
              </a:rPr>
              <a:t> 12.5ms로 </a:t>
            </a:r>
            <a:r>
              <a:rPr sz="1100" dirty="0" err="1">
                <a:solidFill>
                  <a:srgbClr val="5B4E44"/>
                </a:solidFill>
                <a:latin typeface="Pretendard"/>
                <a:ea typeface="Pretendard"/>
                <a:cs typeface="Pretendard"/>
              </a:rPr>
              <a:t>가장</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가볍고</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빠름</a:t>
            </a:r>
            <a:endParaRPr sz="1100" dirty="0">
              <a:solidFill>
                <a:srgbClr val="5B4E44"/>
              </a:solidFill>
              <a:latin typeface="Pretendard"/>
              <a:ea typeface="Pretendard"/>
              <a:cs typeface="Pretendard"/>
            </a:endParaRPr>
          </a:p>
          <a:p>
            <a:pPr marL="158504" indent="-158504">
              <a:lnSpc>
                <a:spcPct val="130000"/>
              </a:lnSpc>
              <a:spcAft>
                <a:spcPts val="600"/>
              </a:spcAft>
              <a:buClr>
                <a:srgbClr val="C8641E"/>
              </a:buClr>
              <a:buFont typeface="Arial"/>
              <a:buChar char="•"/>
            </a:pPr>
            <a:r>
              <a:rPr sz="1100" dirty="0">
                <a:solidFill>
                  <a:srgbClr val="5B4E44"/>
                </a:solidFill>
                <a:latin typeface="Pretendard"/>
                <a:ea typeface="Pretendard"/>
                <a:cs typeface="Pretendard"/>
              </a:rPr>
              <a:t>세 </a:t>
            </a:r>
            <a:r>
              <a:rPr sz="1100" dirty="0" err="1">
                <a:solidFill>
                  <a:srgbClr val="5B4E44"/>
                </a:solidFill>
                <a:latin typeface="Pretendard"/>
                <a:ea typeface="Pretendard"/>
                <a:cs typeface="Pretendard"/>
              </a:rPr>
              <a:t>모델</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모두</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로투스</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점수</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낮음</a:t>
            </a:r>
            <a:r>
              <a:rPr sz="1100" dirty="0">
                <a:solidFill>
                  <a:srgbClr val="5B4E44"/>
                </a:solidFill>
                <a:latin typeface="Pretendard"/>
                <a:ea typeface="Pretendard"/>
                <a:cs typeface="Pretendard"/>
              </a:rPr>
              <a:t> → </a:t>
            </a:r>
            <a:r>
              <a:rPr sz="1100" dirty="0" err="1">
                <a:solidFill>
                  <a:srgbClr val="5B4E44"/>
                </a:solidFill>
                <a:latin typeface="Pretendard"/>
                <a:ea typeface="Pretendard"/>
                <a:cs typeface="Pretendard"/>
              </a:rPr>
              <a:t>모델</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구조보다</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데이터</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개선</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필요</a:t>
            </a:r>
            <a:endParaRPr sz="1100" dirty="0">
              <a:solidFill>
                <a:srgbClr val="5B4E44"/>
              </a:solidFill>
              <a:latin typeface="Pretendard"/>
              <a:ea typeface="Pretendard"/>
              <a:cs typeface="Pretendard"/>
            </a:endParaRPr>
          </a:p>
        </p:txBody>
      </p:sp>
      <p:sp>
        <p:nvSpPr>
          <p:cNvPr id="19" name="TextBox 18"/>
          <p:cNvSpPr txBox="1"/>
          <p:nvPr/>
        </p:nvSpPr>
        <p:spPr>
          <a:xfrm>
            <a:off x="609600" y="6096000"/>
            <a:ext cx="10972800" cy="135678"/>
          </a:xfrm>
          <a:prstGeom prst="rect">
            <a:avLst/>
          </a:prstGeom>
          <a:noFill/>
        </p:spPr>
        <p:txBody>
          <a:bodyPr wrap="square" lIns="0" tIns="0" rIns="0" bIns="0" anchor="t">
            <a:spAutoFit/>
          </a:bodyPr>
          <a:lstStyle/>
          <a:p>
            <a:pPr>
              <a:lnSpc>
                <a:spcPct val="120000"/>
              </a:lnSpc>
            </a:pPr>
            <a:r>
              <a:rPr sz="800" dirty="0" err="1">
                <a:solidFill>
                  <a:srgbClr val="8C8078"/>
                </a:solidFill>
                <a:latin typeface="Pretendard Medium"/>
                <a:ea typeface="Pretendard Medium"/>
                <a:cs typeface="Pretendard Medium"/>
              </a:rPr>
              <a:t>mAP</a:t>
            </a:r>
            <a:r>
              <a:rPr sz="800" dirty="0">
                <a:solidFill>
                  <a:srgbClr val="8C8078"/>
                </a:solidFill>
                <a:latin typeface="Pretendard Medium"/>
                <a:ea typeface="Pretendard Medium"/>
                <a:cs typeface="Pretendard Medium"/>
              </a:rPr>
              <a:t> · </a:t>
            </a:r>
            <a:r>
              <a:rPr sz="800" dirty="0" err="1">
                <a:solidFill>
                  <a:srgbClr val="8C8078"/>
                </a:solidFill>
                <a:latin typeface="Pretendard Medium"/>
                <a:ea typeface="Pretendard Medium"/>
                <a:cs typeface="Pretendard Medium"/>
              </a:rPr>
              <a:t>추론</a:t>
            </a:r>
            <a:r>
              <a:rPr sz="800" dirty="0">
                <a:solidFill>
                  <a:srgbClr val="8C8078"/>
                </a:solidFill>
                <a:latin typeface="Pretendard Medium"/>
                <a:ea typeface="Pretendard Medium"/>
                <a:cs typeface="Pretendard Medium"/>
              </a:rPr>
              <a:t> </a:t>
            </a:r>
            <a:r>
              <a:rPr sz="800" dirty="0" err="1">
                <a:solidFill>
                  <a:srgbClr val="8C8078"/>
                </a:solidFill>
                <a:latin typeface="Pretendard Medium"/>
                <a:ea typeface="Pretendard Medium"/>
                <a:cs typeface="Pretendard Medium"/>
              </a:rPr>
              <a:t>시간</a:t>
            </a:r>
            <a:r>
              <a:rPr sz="800" dirty="0">
                <a:solidFill>
                  <a:srgbClr val="8C8078"/>
                </a:solidFill>
                <a:latin typeface="Pretendard Medium"/>
                <a:ea typeface="Pretendard Medium"/>
                <a:cs typeface="Pretendard Medium"/>
              </a:rPr>
              <a:t>: bread_dataset_0913 </a:t>
            </a:r>
            <a:r>
              <a:rPr sz="800" dirty="0" err="1">
                <a:solidFill>
                  <a:srgbClr val="8C8078"/>
                </a:solidFill>
                <a:latin typeface="Pretendard Medium"/>
                <a:ea typeface="Pretendard Medium"/>
                <a:cs typeface="Pretendard Medium"/>
              </a:rPr>
              <a:t>학습</a:t>
            </a:r>
            <a:r>
              <a:rPr sz="800" dirty="0">
                <a:solidFill>
                  <a:srgbClr val="8C8078"/>
                </a:solidFill>
                <a:latin typeface="Pretendard Medium"/>
                <a:ea typeface="Pretendard Medium"/>
                <a:cs typeface="Pretendard Medium"/>
              </a:rPr>
              <a:t> </a:t>
            </a:r>
            <a:r>
              <a:rPr sz="800" dirty="0" err="1">
                <a:solidFill>
                  <a:srgbClr val="8C8078"/>
                </a:solidFill>
                <a:latin typeface="Pretendard Medium"/>
                <a:ea typeface="Pretendard Medium"/>
                <a:cs typeface="Pretendard Medium"/>
              </a:rPr>
              <a:t>비교</a:t>
            </a:r>
            <a:r>
              <a:rPr sz="800" dirty="0">
                <a:solidFill>
                  <a:srgbClr val="8C8078"/>
                </a:solidFill>
                <a:latin typeface="Pretendard Medium"/>
                <a:ea typeface="Pretendard Medium"/>
                <a:cs typeface="Pretendard Medium"/>
              </a:rPr>
              <a:t> </a:t>
            </a:r>
            <a:r>
              <a:rPr sz="800" dirty="0" err="1">
                <a:solidFill>
                  <a:srgbClr val="8C8078"/>
                </a:solidFill>
                <a:latin typeface="Pretendard Medium"/>
                <a:ea typeface="Pretendard Medium"/>
                <a:cs typeface="Pretendard Medium"/>
              </a:rPr>
              <a:t>모델</a:t>
            </a:r>
            <a:r>
              <a:rPr sz="800" dirty="0">
                <a:solidFill>
                  <a:srgbClr val="8C8078"/>
                </a:solidFill>
                <a:latin typeface="Pretendard Medium"/>
                <a:ea typeface="Pretendard Medium"/>
                <a:cs typeface="Pretendard Medium"/>
              </a:rPr>
              <a:t>  ·  Jetson </a:t>
            </a:r>
            <a:r>
              <a:rPr sz="800" dirty="0" err="1">
                <a:solidFill>
                  <a:srgbClr val="8C8078"/>
                </a:solidFill>
                <a:latin typeface="Pretendard Medium"/>
                <a:ea typeface="Pretendard Medium"/>
                <a:cs typeface="Pretendard Medium"/>
              </a:rPr>
              <a:t>오류</a:t>
            </a:r>
            <a:r>
              <a:rPr sz="800" dirty="0">
                <a:solidFill>
                  <a:srgbClr val="8C8078"/>
                </a:solidFill>
                <a:latin typeface="Pretendard Medium"/>
                <a:ea typeface="Pretendard Medium"/>
                <a:cs typeface="Pretendard Medium"/>
              </a:rPr>
              <a:t>: bread_dataset_0914로 </a:t>
            </a:r>
            <a:r>
              <a:rPr sz="800" dirty="0" err="1">
                <a:solidFill>
                  <a:srgbClr val="8C8078"/>
                </a:solidFill>
                <a:latin typeface="Pretendard Medium"/>
                <a:ea typeface="Pretendard Medium"/>
                <a:cs typeface="Pretendard Medium"/>
              </a:rPr>
              <a:t>학습한</a:t>
            </a:r>
            <a:r>
              <a:rPr sz="800" dirty="0">
                <a:solidFill>
                  <a:srgbClr val="8C8078"/>
                </a:solidFill>
                <a:latin typeface="Pretendard Medium"/>
                <a:ea typeface="Pretendard Medium"/>
                <a:cs typeface="Pretendard Medium"/>
              </a:rPr>
              <a:t> bread_0914(11n) · bread_0915_26n</a:t>
            </a:r>
          </a:p>
        </p:txBody>
      </p:sp>
      <p:sp>
        <p:nvSpPr>
          <p:cNvPr id="20" name="TextBox 19"/>
          <p:cNvSpPr txBox="1"/>
          <p:nvPr/>
        </p:nvSpPr>
        <p:spPr>
          <a:xfrm>
            <a:off x="609600" y="6473952"/>
            <a:ext cx="3657600" cy="130100"/>
          </a:xfrm>
          <a:prstGeom prst="rect">
            <a:avLst/>
          </a:prstGeom>
          <a:noFill/>
        </p:spPr>
        <p:txBody>
          <a:bodyPr wrap="square" lIns="0" tIns="0" rIns="0" bIns="0" anchor="t">
            <a:spAutoFit/>
          </a:bodyPr>
          <a:lstStyle/>
          <a:p>
            <a:pPr>
              <a:lnSpc>
                <a:spcPct val="120000"/>
              </a:lnSpc>
            </a:pPr>
            <a:r>
              <a:rPr sz="767">
                <a:solidFill>
                  <a:srgbClr val="8C8078"/>
                </a:solidFill>
                <a:latin typeface="Pretendard Medium"/>
                <a:ea typeface="Pretendard Medium"/>
                <a:cs typeface="Pretendard Medium"/>
              </a:rPr>
              <a:t>BreadVision · 6조</a:t>
            </a:r>
          </a:p>
        </p:txBody>
      </p:sp>
      <p:sp>
        <p:nvSpPr>
          <p:cNvPr id="21" name="TextBox 20"/>
          <p:cNvSpPr txBox="1"/>
          <p:nvPr/>
        </p:nvSpPr>
        <p:spPr>
          <a:xfrm>
            <a:off x="9144000" y="6473952"/>
            <a:ext cx="2438400" cy="141642"/>
          </a:xfrm>
          <a:prstGeom prst="rect">
            <a:avLst/>
          </a:prstGeom>
          <a:noFill/>
        </p:spPr>
        <p:txBody>
          <a:bodyPr wrap="square" lIns="0" tIns="0" rIns="0" bIns="0" anchor="t">
            <a:spAutoFit/>
          </a:bodyPr>
          <a:lstStyle/>
          <a:p>
            <a:pPr algn="r">
              <a:lnSpc>
                <a:spcPct val="120000"/>
              </a:lnSpc>
            </a:pPr>
            <a:r>
              <a:rPr sz="767" dirty="0">
                <a:solidFill>
                  <a:srgbClr val="8C8078"/>
                </a:solidFill>
                <a:latin typeface="Pretendard Medium"/>
                <a:ea typeface="Pretendard Medium"/>
                <a:cs typeface="Pretendard Medium"/>
              </a:rPr>
              <a:t>1</a:t>
            </a:r>
            <a:r>
              <a:rPr lang="en-US" sz="767" dirty="0">
                <a:solidFill>
                  <a:srgbClr val="8C8078"/>
                </a:solidFill>
                <a:latin typeface="Pretendard Medium"/>
                <a:ea typeface="Pretendard Medium"/>
                <a:cs typeface="Pretendard Medium"/>
              </a:rPr>
              <a:t>9 </a:t>
            </a:r>
            <a:r>
              <a:rPr sz="767" dirty="0">
                <a:solidFill>
                  <a:srgbClr val="8C8078"/>
                </a:solidFill>
                <a:latin typeface="Pretendard Medium"/>
                <a:ea typeface="Pretendard Medium"/>
                <a:cs typeface="Pretendard Medium"/>
              </a:rPr>
              <a:t>/ </a:t>
            </a:r>
            <a:r>
              <a:rPr lang="en-US" altLang="ko-KR" sz="767" dirty="0" smtClean="0">
                <a:solidFill>
                  <a:srgbClr val="8C8078"/>
                </a:solidFill>
                <a:latin typeface="Pretendard Medium"/>
                <a:ea typeface="Pretendard Medium"/>
                <a:cs typeface="Pretendard Medium"/>
              </a:rPr>
              <a:t>36</a:t>
            </a:r>
            <a:endParaRPr sz="767" dirty="0">
              <a:solidFill>
                <a:srgbClr val="8C8078"/>
              </a:solidFill>
              <a:latin typeface="Pretendard Medium"/>
              <a:ea typeface="Pretendard Medium"/>
              <a:cs typeface="Pretendard Medium"/>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438912"/>
            <a:ext cx="10972800" cy="147028"/>
          </a:xfrm>
          <a:prstGeom prst="rect">
            <a:avLst/>
          </a:prstGeom>
          <a:noFill/>
        </p:spPr>
        <p:txBody>
          <a:bodyPr wrap="square" lIns="0" tIns="0" rIns="0" bIns="0" anchor="t">
            <a:spAutoFit/>
          </a:bodyPr>
          <a:lstStyle/>
          <a:p>
            <a:pPr>
              <a:lnSpc>
                <a:spcPct val="120000"/>
              </a:lnSpc>
            </a:pPr>
            <a:r>
              <a:rPr sz="867" spc="33">
                <a:solidFill>
                  <a:srgbClr val="C8641E"/>
                </a:solidFill>
                <a:latin typeface="Pretendard SemiBold"/>
                <a:ea typeface="Pretendard SemiBold"/>
                <a:cs typeface="Pretendard SemiBold"/>
              </a:rPr>
              <a:t>03  핵심 기술</a:t>
            </a:r>
          </a:p>
        </p:txBody>
      </p:sp>
      <p:sp>
        <p:nvSpPr>
          <p:cNvPr id="3" name="TextBox 2"/>
          <p:cNvSpPr txBox="1"/>
          <p:nvPr/>
        </p:nvSpPr>
        <p:spPr>
          <a:xfrm>
            <a:off x="609600" y="621792"/>
            <a:ext cx="10972800" cy="389787"/>
          </a:xfrm>
          <a:prstGeom prst="rect">
            <a:avLst/>
          </a:prstGeom>
          <a:noFill/>
        </p:spPr>
        <p:txBody>
          <a:bodyPr wrap="square" lIns="0" tIns="0" rIns="0" bIns="0" anchor="t">
            <a:spAutoFit/>
          </a:bodyPr>
          <a:lstStyle/>
          <a:p>
            <a:r>
              <a:rPr sz="2533" b="1" spc="-40">
                <a:solidFill>
                  <a:srgbClr val="2A1F17"/>
                </a:solidFill>
                <a:latin typeface="Pretendard"/>
                <a:ea typeface="Pretendard"/>
                <a:cs typeface="Pretendard"/>
              </a:rPr>
              <a:t>오류 이미지 분석</a:t>
            </a:r>
          </a:p>
        </p:txBody>
      </p:sp>
      <p:sp>
        <p:nvSpPr>
          <p:cNvPr id="4" name="TextBox 3"/>
          <p:cNvSpPr txBox="1"/>
          <p:nvPr/>
        </p:nvSpPr>
        <p:spPr>
          <a:xfrm>
            <a:off x="609600" y="1158240"/>
            <a:ext cx="10972800" cy="184666"/>
          </a:xfrm>
          <a:prstGeom prst="rect">
            <a:avLst/>
          </a:prstGeom>
          <a:noFill/>
        </p:spPr>
        <p:txBody>
          <a:bodyPr wrap="square" lIns="0" tIns="0" rIns="0" bIns="0" anchor="t">
            <a:spAutoFit/>
          </a:bodyPr>
          <a:lstStyle/>
          <a:p>
            <a:r>
              <a:rPr sz="1200" dirty="0">
                <a:solidFill>
                  <a:srgbClr val="8C8078"/>
                </a:solidFill>
                <a:latin typeface="Pretendard Medium"/>
                <a:ea typeface="Pretendard Medium"/>
                <a:cs typeface="Pretendard Medium"/>
              </a:rPr>
              <a:t>cmp_11n · </a:t>
            </a:r>
            <a:r>
              <a:rPr sz="1200" dirty="0" err="1">
                <a:solidFill>
                  <a:srgbClr val="8C8078"/>
                </a:solidFill>
                <a:latin typeface="Pretendard Medium"/>
                <a:ea typeface="Pretendard Medium"/>
                <a:cs typeface="Pretendard Medium"/>
              </a:rPr>
              <a:t>테스트</a:t>
            </a:r>
            <a:r>
              <a:rPr sz="1200" dirty="0">
                <a:solidFill>
                  <a:srgbClr val="8C8078"/>
                </a:solidFill>
                <a:latin typeface="Pretendard Medium"/>
                <a:ea typeface="Pretendard Medium"/>
                <a:cs typeface="Pretendard Medium"/>
              </a:rPr>
              <a:t> 124장 · Jetson </a:t>
            </a:r>
            <a:r>
              <a:rPr sz="1200" dirty="0" err="1">
                <a:solidFill>
                  <a:srgbClr val="8C8078"/>
                </a:solidFill>
                <a:latin typeface="Pretendard Medium"/>
                <a:ea typeface="Pretendard Medium"/>
                <a:cs typeface="Pretendard Medium"/>
              </a:rPr>
              <a:t>동일</a:t>
            </a:r>
            <a:r>
              <a:rPr sz="1200" dirty="0">
                <a:solidFill>
                  <a:srgbClr val="8C8078"/>
                </a:solidFill>
                <a:latin typeface="Pretendard Medium"/>
                <a:ea typeface="Pretendard Medium"/>
                <a:cs typeface="Pretendard Medium"/>
              </a:rPr>
              <a:t> </a:t>
            </a:r>
            <a:r>
              <a:rPr sz="1200" dirty="0" err="1">
                <a:solidFill>
                  <a:srgbClr val="8C8078"/>
                </a:solidFill>
                <a:latin typeface="Pretendard Medium"/>
                <a:ea typeface="Pretendard Medium"/>
                <a:cs typeface="Pretendard Medium"/>
              </a:rPr>
              <a:t>후처리</a:t>
            </a:r>
            <a:r>
              <a:rPr sz="1200" dirty="0">
                <a:solidFill>
                  <a:srgbClr val="8C8078"/>
                </a:solidFill>
                <a:latin typeface="Pretendard Medium"/>
                <a:ea typeface="Pretendard Medium"/>
                <a:cs typeface="Pretendard Medium"/>
              </a:rPr>
              <a:t> </a:t>
            </a:r>
            <a:r>
              <a:rPr sz="1200" dirty="0" err="1">
                <a:solidFill>
                  <a:srgbClr val="8C8078"/>
                </a:solidFill>
                <a:latin typeface="Pretendard Medium"/>
                <a:ea typeface="Pretendard Medium"/>
                <a:cs typeface="Pretendard Medium"/>
              </a:rPr>
              <a:t>조건</a:t>
            </a:r>
            <a:r>
              <a:rPr sz="1200" dirty="0">
                <a:solidFill>
                  <a:srgbClr val="8C8078"/>
                </a:solidFill>
                <a:latin typeface="Pretendard Medium"/>
                <a:ea typeface="Pretendard Medium"/>
                <a:cs typeface="Pretendard Medium"/>
              </a:rPr>
              <a:t> · </a:t>
            </a:r>
            <a:r>
              <a:rPr sz="1200" dirty="0" err="1">
                <a:solidFill>
                  <a:srgbClr val="8C8078"/>
                </a:solidFill>
                <a:latin typeface="Pretendard Medium"/>
                <a:ea typeface="Pretendard Medium"/>
                <a:cs typeface="Pretendard Medium"/>
              </a:rPr>
              <a:t>오류</a:t>
            </a:r>
            <a:r>
              <a:rPr sz="1200" dirty="0">
                <a:solidFill>
                  <a:srgbClr val="8C8078"/>
                </a:solidFill>
                <a:latin typeface="Pretendard Medium"/>
                <a:ea typeface="Pretendard Medium"/>
                <a:cs typeface="Pretendard Medium"/>
              </a:rPr>
              <a:t> </a:t>
            </a:r>
            <a:r>
              <a:rPr sz="1200" dirty="0" err="1">
                <a:solidFill>
                  <a:srgbClr val="8C8078"/>
                </a:solidFill>
                <a:latin typeface="Pretendard Medium"/>
                <a:ea typeface="Pretendard Medium"/>
                <a:cs typeface="Pretendard Medium"/>
              </a:rPr>
              <a:t>이미지</a:t>
            </a:r>
            <a:r>
              <a:rPr sz="1200" dirty="0">
                <a:solidFill>
                  <a:srgbClr val="8C8078"/>
                </a:solidFill>
                <a:latin typeface="Pretendard Medium"/>
                <a:ea typeface="Pretendard Medium"/>
                <a:cs typeface="Pretendard Medium"/>
              </a:rPr>
              <a:t> </a:t>
            </a:r>
            <a:r>
              <a:rPr sz="1200" dirty="0" err="1">
                <a:solidFill>
                  <a:srgbClr val="8C8078"/>
                </a:solidFill>
                <a:latin typeface="Pretendard Medium"/>
                <a:ea typeface="Pretendard Medium"/>
                <a:cs typeface="Pretendard Medium"/>
              </a:rPr>
              <a:t>전체</a:t>
            </a:r>
            <a:r>
              <a:rPr sz="1200" dirty="0">
                <a:solidFill>
                  <a:srgbClr val="8C8078"/>
                </a:solidFill>
                <a:latin typeface="Pretendard Medium"/>
                <a:ea typeface="Pretendard Medium"/>
                <a:cs typeface="Pretendard Medium"/>
              </a:rPr>
              <a:t> </a:t>
            </a:r>
            <a:r>
              <a:rPr sz="1200" dirty="0" err="1">
                <a:solidFill>
                  <a:srgbClr val="8C8078"/>
                </a:solidFill>
                <a:latin typeface="Pretendard Medium"/>
                <a:ea typeface="Pretendard Medium"/>
                <a:cs typeface="Pretendard Medium"/>
              </a:rPr>
              <a:t>저장</a:t>
            </a:r>
            <a:r>
              <a:rPr sz="1200" dirty="0">
                <a:solidFill>
                  <a:srgbClr val="8C8078"/>
                </a:solidFill>
                <a:latin typeface="Pretendard Medium"/>
                <a:ea typeface="Pretendard Medium"/>
                <a:cs typeface="Pretendard Medium"/>
              </a:rPr>
              <a:t> 후 </a:t>
            </a:r>
            <a:r>
              <a:rPr sz="1200" dirty="0" err="1">
                <a:solidFill>
                  <a:srgbClr val="8C8078"/>
                </a:solidFill>
                <a:latin typeface="Pretendard Medium"/>
                <a:ea typeface="Pretendard Medium"/>
                <a:cs typeface="Pretendard Medium"/>
              </a:rPr>
              <a:t>확인</a:t>
            </a:r>
            <a:endParaRPr sz="1200" dirty="0">
              <a:solidFill>
                <a:srgbClr val="8C8078"/>
              </a:solidFill>
              <a:latin typeface="Pretendard Medium"/>
              <a:ea typeface="Pretendard Medium"/>
              <a:cs typeface="Pretendard Medium"/>
            </a:endParaRPr>
          </a:p>
        </p:txBody>
      </p:sp>
      <p:sp>
        <p:nvSpPr>
          <p:cNvPr id="5" name="Rounded Rectangle 4"/>
          <p:cNvSpPr/>
          <p:nvPr/>
        </p:nvSpPr>
        <p:spPr>
          <a:xfrm>
            <a:off x="609600" y="1706881"/>
            <a:ext cx="3291840" cy="4450080"/>
          </a:xfrm>
          <a:prstGeom prst="roundRect">
            <a:avLst>
              <a:gd name="adj" fmla="val 3333"/>
            </a:avLst>
          </a:prstGeom>
          <a:solidFill>
            <a:srgbClr val="FFFFFF"/>
          </a:solidFill>
          <a:ln w="12700">
            <a:solidFill>
              <a:srgbClr val="E9E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6" name="TextBox 5"/>
          <p:cNvSpPr txBox="1"/>
          <p:nvPr/>
        </p:nvSpPr>
        <p:spPr>
          <a:xfrm>
            <a:off x="853440" y="1938527"/>
            <a:ext cx="2804160" cy="152606"/>
          </a:xfrm>
          <a:prstGeom prst="rect">
            <a:avLst/>
          </a:prstGeom>
          <a:noFill/>
        </p:spPr>
        <p:txBody>
          <a:bodyPr wrap="square" lIns="0" tIns="0" rIns="0" bIns="0" anchor="t">
            <a:spAutoFit/>
          </a:bodyPr>
          <a:lstStyle/>
          <a:p>
            <a:pPr>
              <a:lnSpc>
                <a:spcPct val="120000"/>
              </a:lnSpc>
            </a:pPr>
            <a:r>
              <a:rPr sz="900" spc="27" dirty="0" err="1">
                <a:solidFill>
                  <a:srgbClr val="C8641E"/>
                </a:solidFill>
                <a:latin typeface="Pretendard SemiBold"/>
                <a:ea typeface="Pretendard SemiBold"/>
                <a:cs typeface="Pretendard SemiBold"/>
              </a:rPr>
              <a:t>오류</a:t>
            </a:r>
            <a:r>
              <a:rPr sz="900" spc="27" dirty="0">
                <a:solidFill>
                  <a:srgbClr val="C8641E"/>
                </a:solidFill>
                <a:latin typeface="Pretendard SemiBold"/>
                <a:ea typeface="Pretendard SemiBold"/>
                <a:cs typeface="Pretendard SemiBold"/>
              </a:rPr>
              <a:t> </a:t>
            </a:r>
            <a:r>
              <a:rPr sz="900" spc="27" dirty="0" err="1">
                <a:solidFill>
                  <a:srgbClr val="C8641E"/>
                </a:solidFill>
                <a:latin typeface="Pretendard SemiBold"/>
                <a:ea typeface="Pretendard SemiBold"/>
                <a:cs typeface="Pretendard SemiBold"/>
              </a:rPr>
              <a:t>합계</a:t>
            </a:r>
            <a:r>
              <a:rPr sz="900" spc="27" dirty="0">
                <a:solidFill>
                  <a:srgbClr val="C8641E"/>
                </a:solidFill>
                <a:latin typeface="Pretendard SemiBold"/>
                <a:ea typeface="Pretendard SemiBold"/>
                <a:cs typeface="Pretendard SemiBold"/>
              </a:rPr>
              <a:t> (빵 1,066개)</a:t>
            </a:r>
          </a:p>
        </p:txBody>
      </p:sp>
      <p:sp>
        <p:nvSpPr>
          <p:cNvPr id="7" name="TextBox 6"/>
          <p:cNvSpPr txBox="1"/>
          <p:nvPr/>
        </p:nvSpPr>
        <p:spPr>
          <a:xfrm>
            <a:off x="853440" y="2198688"/>
            <a:ext cx="2804160" cy="677108"/>
          </a:xfrm>
          <a:prstGeom prst="rect">
            <a:avLst/>
          </a:prstGeom>
          <a:noFill/>
        </p:spPr>
        <p:txBody>
          <a:bodyPr wrap="square" lIns="0" tIns="0" rIns="0" bIns="0" anchor="t">
            <a:spAutoFit/>
          </a:bodyPr>
          <a:lstStyle/>
          <a:p>
            <a:r>
              <a:rPr sz="4400" spc="-133" dirty="0">
                <a:solidFill>
                  <a:srgbClr val="2A1F17"/>
                </a:solidFill>
                <a:latin typeface="Pretendard ExtraBold"/>
                <a:ea typeface="Pretendard ExtraBold"/>
                <a:cs typeface="Pretendard ExtraBold"/>
              </a:rPr>
              <a:t>38</a:t>
            </a:r>
            <a:r>
              <a:rPr b="1" dirty="0">
                <a:solidFill>
                  <a:srgbClr val="2A1F17"/>
                </a:solidFill>
                <a:latin typeface="Pretendard"/>
                <a:ea typeface="Pretendard"/>
                <a:cs typeface="Pretendard"/>
              </a:rPr>
              <a:t>건</a:t>
            </a:r>
          </a:p>
        </p:txBody>
      </p:sp>
      <p:graphicFrame>
        <p:nvGraphicFramePr>
          <p:cNvPr id="8" name="Chart 7"/>
          <p:cNvGraphicFramePr>
            <a:graphicFrameLocks noGrp="1"/>
          </p:cNvGraphicFramePr>
          <p:nvPr>
            <p:extLst>
              <p:ext uri="{D42A27DB-BD31-4B8C-83A1-F6EECF244321}">
                <p14:modId xmlns:p14="http://schemas.microsoft.com/office/powerpoint/2010/main" val="693896500"/>
              </p:ext>
            </p:extLst>
          </p:nvPr>
        </p:nvGraphicFramePr>
        <p:xfrm>
          <a:off x="731520" y="3048000"/>
          <a:ext cx="3048000" cy="146304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853440" y="4693920"/>
            <a:ext cx="2804160" cy="767646"/>
          </a:xfrm>
          <a:prstGeom prst="rect">
            <a:avLst/>
          </a:prstGeom>
          <a:noFill/>
        </p:spPr>
        <p:txBody>
          <a:bodyPr wrap="square" lIns="0" tIns="0" rIns="0" bIns="0" anchor="t">
            <a:spAutoFit/>
          </a:bodyPr>
          <a:lstStyle/>
          <a:p>
            <a:pPr marL="158504" indent="-158504">
              <a:lnSpc>
                <a:spcPct val="130000"/>
              </a:lnSpc>
              <a:spcAft>
                <a:spcPts val="467"/>
              </a:spcAft>
              <a:buClr>
                <a:srgbClr val="C8641E"/>
              </a:buClr>
              <a:buFont typeface="Arial"/>
              <a:buChar char="•"/>
            </a:pPr>
            <a:r>
              <a:rPr sz="1100" dirty="0" err="1">
                <a:solidFill>
                  <a:srgbClr val="5B4E44"/>
                </a:solidFill>
                <a:latin typeface="Pretendard"/>
                <a:ea typeface="Pretendard"/>
                <a:cs typeface="Pretendard"/>
              </a:rPr>
              <a:t>놓침</a:t>
            </a:r>
            <a:r>
              <a:rPr sz="1100" dirty="0">
                <a:solidFill>
                  <a:srgbClr val="5B4E44"/>
                </a:solidFill>
                <a:latin typeface="Pretendard"/>
                <a:ea typeface="Pretendard"/>
                <a:cs typeface="Pretendard"/>
              </a:rPr>
              <a:t> 28건 중 </a:t>
            </a:r>
            <a:r>
              <a:rPr sz="1100" b="1" dirty="0" err="1">
                <a:solidFill>
                  <a:srgbClr val="C8641E"/>
                </a:solidFill>
                <a:latin typeface="Pretendard"/>
                <a:ea typeface="Pretendard"/>
                <a:cs typeface="Pretendard"/>
              </a:rPr>
              <a:t>휘낭시에</a:t>
            </a:r>
            <a:r>
              <a:rPr sz="1100" b="1" dirty="0">
                <a:solidFill>
                  <a:srgbClr val="C8641E"/>
                </a:solidFill>
                <a:latin typeface="Pretendard"/>
                <a:ea typeface="Pretendard"/>
                <a:cs typeface="Pretendard"/>
              </a:rPr>
              <a:t> 24건</a:t>
            </a:r>
          </a:p>
          <a:p>
            <a:pPr marL="158504" indent="-158504">
              <a:lnSpc>
                <a:spcPct val="130000"/>
              </a:lnSpc>
              <a:spcAft>
                <a:spcPts val="467"/>
              </a:spcAft>
              <a:buClr>
                <a:srgbClr val="C8641E"/>
              </a:buClr>
              <a:buFont typeface="Arial"/>
              <a:buChar char="•"/>
            </a:pPr>
            <a:r>
              <a:rPr sz="1100" dirty="0" err="1">
                <a:solidFill>
                  <a:srgbClr val="5B4E44"/>
                </a:solidFill>
                <a:latin typeface="Pretendard"/>
                <a:ea typeface="Pretendard"/>
                <a:cs typeface="Pretendard"/>
              </a:rPr>
              <a:t>착각</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로투스</a:t>
            </a:r>
            <a:r>
              <a:rPr sz="1100" dirty="0">
                <a:solidFill>
                  <a:srgbClr val="5B4E44"/>
                </a:solidFill>
                <a:latin typeface="Pretendard"/>
                <a:ea typeface="Pretendard"/>
                <a:cs typeface="Pretendard"/>
              </a:rPr>
              <a:t> → </a:t>
            </a:r>
            <a:r>
              <a:rPr sz="1100" dirty="0" err="1">
                <a:solidFill>
                  <a:srgbClr val="5B4E44"/>
                </a:solidFill>
                <a:latin typeface="Pretendard"/>
                <a:ea typeface="Pretendard"/>
                <a:cs typeface="Pretendard"/>
              </a:rPr>
              <a:t>플레인</a:t>
            </a:r>
            <a:r>
              <a:rPr sz="1100" dirty="0">
                <a:solidFill>
                  <a:srgbClr val="5B4E44"/>
                </a:solidFill>
                <a:latin typeface="Pretendard"/>
                <a:ea typeface="Pretendard"/>
                <a:cs typeface="Pretendard"/>
              </a:rPr>
              <a:t> 5건</a:t>
            </a:r>
          </a:p>
          <a:p>
            <a:pPr marL="158504" indent="-158504">
              <a:lnSpc>
                <a:spcPct val="130000"/>
              </a:lnSpc>
              <a:spcAft>
                <a:spcPts val="467"/>
              </a:spcAft>
              <a:buClr>
                <a:srgbClr val="C8641E"/>
              </a:buClr>
              <a:buFont typeface="Arial"/>
              <a:buChar char="•"/>
            </a:pPr>
            <a:r>
              <a:rPr sz="1100" dirty="0" err="1">
                <a:solidFill>
                  <a:srgbClr val="5B4E44"/>
                </a:solidFill>
                <a:latin typeface="Pretendard"/>
                <a:ea typeface="Pretendard"/>
                <a:cs typeface="Pretendard"/>
              </a:rPr>
              <a:t>착각</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메이플</a:t>
            </a:r>
            <a:r>
              <a:rPr sz="1100" dirty="0">
                <a:solidFill>
                  <a:srgbClr val="5B4E44"/>
                </a:solidFill>
                <a:latin typeface="Pretendard"/>
                <a:ea typeface="Pretendard"/>
                <a:cs typeface="Pretendard"/>
              </a:rPr>
              <a:t> → </a:t>
            </a:r>
            <a:r>
              <a:rPr sz="1100" dirty="0" err="1">
                <a:solidFill>
                  <a:srgbClr val="5B4E44"/>
                </a:solidFill>
                <a:latin typeface="Pretendard"/>
                <a:ea typeface="Pretendard"/>
                <a:cs typeface="Pretendard"/>
              </a:rPr>
              <a:t>와플</a:t>
            </a:r>
            <a:r>
              <a:rPr sz="1100" dirty="0">
                <a:solidFill>
                  <a:srgbClr val="5B4E44"/>
                </a:solidFill>
                <a:latin typeface="Pretendard"/>
                <a:ea typeface="Pretendard"/>
                <a:cs typeface="Pretendard"/>
              </a:rPr>
              <a:t> 4건</a:t>
            </a:r>
          </a:p>
        </p:txBody>
      </p:sp>
      <p:sp>
        <p:nvSpPr>
          <p:cNvPr id="10" name="Rounded Rectangle 9"/>
          <p:cNvSpPr/>
          <p:nvPr/>
        </p:nvSpPr>
        <p:spPr>
          <a:xfrm>
            <a:off x="4084320" y="1706881"/>
            <a:ext cx="7498080" cy="2651759"/>
          </a:xfrm>
          <a:prstGeom prst="roundRect">
            <a:avLst>
              <a:gd name="adj" fmla="val 4137"/>
            </a:avLst>
          </a:prstGeom>
          <a:solidFill>
            <a:srgbClr val="F4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pic>
        <p:nvPicPr>
          <p:cNvPr id="11" name="Picture 10" descr="breadtest_0913_009.jpg"/>
          <p:cNvPicPr>
            <a:picLocks noChangeAspect="1"/>
          </p:cNvPicPr>
          <p:nvPr/>
        </p:nvPicPr>
        <p:blipFill>
          <a:blip r:embed="rId4"/>
          <a:stretch>
            <a:fillRect/>
          </a:stretch>
        </p:blipFill>
        <p:spPr>
          <a:xfrm>
            <a:off x="4267200" y="1866429"/>
            <a:ext cx="7132320" cy="1997382"/>
          </a:xfrm>
          <a:prstGeom prst="roundRect">
            <a:avLst>
              <a:gd name="adj" fmla="val 2441"/>
            </a:avLst>
          </a:prstGeom>
          <a:ln w="12700">
            <a:solidFill>
              <a:srgbClr val="E9E1D6"/>
            </a:solidFill>
          </a:ln>
        </p:spPr>
      </p:pic>
      <p:sp>
        <p:nvSpPr>
          <p:cNvPr id="12" name="TextBox 11"/>
          <p:cNvSpPr txBox="1"/>
          <p:nvPr/>
        </p:nvSpPr>
        <p:spPr>
          <a:xfrm>
            <a:off x="4267200" y="3992880"/>
            <a:ext cx="7132320" cy="164084"/>
          </a:xfrm>
          <a:prstGeom prst="rect">
            <a:avLst/>
          </a:prstGeom>
          <a:noFill/>
        </p:spPr>
        <p:txBody>
          <a:bodyPr wrap="square" lIns="0" tIns="0" rIns="0" bIns="0" anchor="t">
            <a:spAutoFit/>
          </a:bodyPr>
          <a:lstStyle/>
          <a:p>
            <a:pPr>
              <a:lnSpc>
                <a:spcPct val="120000"/>
              </a:lnSpc>
            </a:pPr>
            <a:r>
              <a:rPr sz="967" dirty="0" err="1">
                <a:solidFill>
                  <a:srgbClr val="8C8078"/>
                </a:solidFill>
                <a:latin typeface="Pretendard"/>
                <a:ea typeface="Pretendard"/>
                <a:cs typeface="Pretendard"/>
              </a:rPr>
              <a:t>왼쪽</a:t>
            </a:r>
            <a:r>
              <a:rPr sz="967" dirty="0">
                <a:solidFill>
                  <a:srgbClr val="8C8078"/>
                </a:solidFill>
                <a:latin typeface="Pretendard"/>
                <a:ea typeface="Pretendard"/>
                <a:cs typeface="Pretendard"/>
              </a:rPr>
              <a:t> </a:t>
            </a:r>
            <a:r>
              <a:rPr sz="967" dirty="0" err="1">
                <a:solidFill>
                  <a:srgbClr val="8C8078"/>
                </a:solidFill>
                <a:latin typeface="Pretendard"/>
                <a:ea typeface="Pretendard"/>
                <a:cs typeface="Pretendard"/>
              </a:rPr>
              <a:t>정답</a:t>
            </a:r>
            <a:r>
              <a:rPr sz="967" dirty="0">
                <a:solidFill>
                  <a:srgbClr val="8C8078"/>
                </a:solidFill>
                <a:latin typeface="Pretendard"/>
                <a:ea typeface="Pretendard"/>
                <a:cs typeface="Pretendard"/>
              </a:rPr>
              <a:t> · </a:t>
            </a:r>
            <a:r>
              <a:rPr sz="967" dirty="0" err="1">
                <a:solidFill>
                  <a:srgbClr val="8C8078"/>
                </a:solidFill>
                <a:latin typeface="Pretendard"/>
                <a:ea typeface="Pretendard"/>
                <a:cs typeface="Pretendard"/>
              </a:rPr>
              <a:t>오른쪽</a:t>
            </a:r>
            <a:r>
              <a:rPr sz="967" dirty="0">
                <a:solidFill>
                  <a:srgbClr val="8C8078"/>
                </a:solidFill>
                <a:latin typeface="Pretendard"/>
                <a:ea typeface="Pretendard"/>
                <a:cs typeface="Pretendard"/>
              </a:rPr>
              <a:t> </a:t>
            </a:r>
            <a:r>
              <a:rPr sz="967" dirty="0" err="1">
                <a:solidFill>
                  <a:srgbClr val="8C8078"/>
                </a:solidFill>
                <a:latin typeface="Pretendard"/>
                <a:ea typeface="Pretendard"/>
                <a:cs typeface="Pretendard"/>
              </a:rPr>
              <a:t>예측</a:t>
            </a:r>
            <a:r>
              <a:rPr sz="967" dirty="0">
                <a:solidFill>
                  <a:srgbClr val="8C8078"/>
                </a:solidFill>
                <a:latin typeface="Pretendard"/>
                <a:ea typeface="Pretendard"/>
                <a:cs typeface="Pretendard"/>
              </a:rPr>
              <a:t>  —  </a:t>
            </a:r>
            <a:r>
              <a:rPr sz="967" b="1" dirty="0" err="1">
                <a:solidFill>
                  <a:srgbClr val="C9443A"/>
                </a:solidFill>
                <a:latin typeface="Pretendard"/>
                <a:ea typeface="Pretendard"/>
                <a:cs typeface="Pretendard"/>
              </a:rPr>
              <a:t>포장된</a:t>
            </a:r>
            <a:r>
              <a:rPr sz="967" b="1" dirty="0">
                <a:solidFill>
                  <a:srgbClr val="C9443A"/>
                </a:solidFill>
                <a:latin typeface="Pretendard"/>
                <a:ea typeface="Pretendard"/>
                <a:cs typeface="Pretendard"/>
              </a:rPr>
              <a:t> </a:t>
            </a:r>
            <a:r>
              <a:rPr sz="967" b="1" dirty="0" err="1">
                <a:solidFill>
                  <a:srgbClr val="C9443A"/>
                </a:solidFill>
                <a:latin typeface="Pretendard"/>
                <a:ea typeface="Pretendard"/>
                <a:cs typeface="Pretendard"/>
              </a:rPr>
              <a:t>로투스를</a:t>
            </a:r>
            <a:r>
              <a:rPr sz="967" b="1" dirty="0">
                <a:solidFill>
                  <a:srgbClr val="C9443A"/>
                </a:solidFill>
                <a:latin typeface="Pretendard"/>
                <a:ea typeface="Pretendard"/>
                <a:cs typeface="Pretendard"/>
              </a:rPr>
              <a:t> </a:t>
            </a:r>
            <a:r>
              <a:rPr sz="967" b="1" dirty="0" err="1">
                <a:solidFill>
                  <a:srgbClr val="C9443A"/>
                </a:solidFill>
                <a:latin typeface="Pretendard"/>
                <a:ea typeface="Pretendard"/>
                <a:cs typeface="Pretendard"/>
              </a:rPr>
              <a:t>플레인</a:t>
            </a:r>
            <a:r>
              <a:rPr sz="967" b="1" dirty="0">
                <a:solidFill>
                  <a:srgbClr val="C9443A"/>
                </a:solidFill>
                <a:latin typeface="Pretendard"/>
                <a:ea typeface="Pretendard"/>
                <a:cs typeface="Pretendard"/>
              </a:rPr>
              <a:t>(</a:t>
            </a:r>
            <a:r>
              <a:rPr sz="967" b="1" dirty="0" err="1">
                <a:solidFill>
                  <a:srgbClr val="C9443A"/>
                </a:solidFill>
                <a:latin typeface="Pretendard"/>
                <a:ea typeface="Pretendard"/>
                <a:cs typeface="Pretendard"/>
              </a:rPr>
              <a:t>신뢰도</a:t>
            </a:r>
            <a:r>
              <a:rPr sz="967" b="1" dirty="0">
                <a:solidFill>
                  <a:srgbClr val="C9443A"/>
                </a:solidFill>
                <a:latin typeface="Pretendard"/>
                <a:ea typeface="Pretendard"/>
                <a:cs typeface="Pretendard"/>
              </a:rPr>
              <a:t> 0.91)</a:t>
            </a:r>
            <a:r>
              <a:rPr sz="967" b="1" dirty="0" err="1">
                <a:solidFill>
                  <a:srgbClr val="C9443A"/>
                </a:solidFill>
                <a:latin typeface="Pretendard"/>
                <a:ea typeface="Pretendard"/>
                <a:cs typeface="Pretendard"/>
              </a:rPr>
              <a:t>으로</a:t>
            </a:r>
            <a:r>
              <a:rPr sz="967" b="1" dirty="0">
                <a:solidFill>
                  <a:srgbClr val="C9443A"/>
                </a:solidFill>
                <a:latin typeface="Pretendard"/>
                <a:ea typeface="Pretendard"/>
                <a:cs typeface="Pretendard"/>
              </a:rPr>
              <a:t> </a:t>
            </a:r>
            <a:r>
              <a:rPr sz="967" b="1" dirty="0" err="1">
                <a:solidFill>
                  <a:srgbClr val="C9443A"/>
                </a:solidFill>
                <a:latin typeface="Pretendard"/>
                <a:ea typeface="Pretendard"/>
                <a:cs typeface="Pretendard"/>
              </a:rPr>
              <a:t>오인식</a:t>
            </a:r>
            <a:endParaRPr sz="967" b="1" dirty="0">
              <a:solidFill>
                <a:srgbClr val="C9443A"/>
              </a:solidFill>
              <a:latin typeface="Pretendard"/>
              <a:ea typeface="Pretendard"/>
              <a:cs typeface="Pretendard"/>
            </a:endParaRPr>
          </a:p>
        </p:txBody>
      </p:sp>
      <p:sp>
        <p:nvSpPr>
          <p:cNvPr id="13" name="Rounded Rectangle 12"/>
          <p:cNvSpPr/>
          <p:nvPr/>
        </p:nvSpPr>
        <p:spPr>
          <a:xfrm>
            <a:off x="4084320" y="4541520"/>
            <a:ext cx="7498080" cy="1615440"/>
          </a:xfrm>
          <a:prstGeom prst="roundRect">
            <a:avLst>
              <a:gd name="adj" fmla="val 6792"/>
            </a:avLst>
          </a:prstGeom>
          <a:solidFill>
            <a:srgbClr val="FFFFFF"/>
          </a:solidFill>
          <a:ln w="12700">
            <a:solidFill>
              <a:srgbClr val="E9E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4" name="TextBox 13"/>
          <p:cNvSpPr txBox="1"/>
          <p:nvPr/>
        </p:nvSpPr>
        <p:spPr>
          <a:xfrm>
            <a:off x="4328160" y="4773168"/>
            <a:ext cx="7010400" cy="152606"/>
          </a:xfrm>
          <a:prstGeom prst="rect">
            <a:avLst/>
          </a:prstGeom>
          <a:noFill/>
        </p:spPr>
        <p:txBody>
          <a:bodyPr wrap="square" lIns="0" tIns="0" rIns="0" bIns="0" anchor="t">
            <a:spAutoFit/>
          </a:bodyPr>
          <a:lstStyle/>
          <a:p>
            <a:pPr>
              <a:lnSpc>
                <a:spcPct val="120000"/>
              </a:lnSpc>
            </a:pPr>
            <a:r>
              <a:rPr sz="900" spc="27" dirty="0" err="1">
                <a:solidFill>
                  <a:srgbClr val="C8641E"/>
                </a:solidFill>
                <a:latin typeface="Pretendard SemiBold"/>
                <a:ea typeface="Pretendard SemiBold"/>
                <a:cs typeface="Pretendard SemiBold"/>
              </a:rPr>
              <a:t>오류</a:t>
            </a:r>
            <a:r>
              <a:rPr sz="900" spc="27" dirty="0">
                <a:solidFill>
                  <a:srgbClr val="C8641E"/>
                </a:solidFill>
                <a:latin typeface="Pretendard SemiBold"/>
                <a:ea typeface="Pretendard SemiBold"/>
                <a:cs typeface="Pretendard SemiBold"/>
              </a:rPr>
              <a:t> </a:t>
            </a:r>
            <a:r>
              <a:rPr sz="900" spc="27" dirty="0" err="1">
                <a:solidFill>
                  <a:srgbClr val="C8641E"/>
                </a:solidFill>
                <a:latin typeface="Pretendard SemiBold"/>
                <a:ea typeface="Pretendard SemiBold"/>
                <a:cs typeface="Pretendard SemiBold"/>
              </a:rPr>
              <a:t>원인</a:t>
            </a:r>
            <a:r>
              <a:rPr sz="900" spc="27" dirty="0">
                <a:solidFill>
                  <a:srgbClr val="C8641E"/>
                </a:solidFill>
                <a:latin typeface="Pretendard SemiBold"/>
                <a:ea typeface="Pretendard SemiBold"/>
                <a:cs typeface="Pretendard SemiBold"/>
              </a:rPr>
              <a:t> (</a:t>
            </a:r>
            <a:r>
              <a:rPr sz="900" spc="27" dirty="0" err="1">
                <a:solidFill>
                  <a:srgbClr val="C8641E"/>
                </a:solidFill>
                <a:latin typeface="Pretendard SemiBold"/>
                <a:ea typeface="Pretendard SemiBold"/>
                <a:cs typeface="Pretendard SemiBold"/>
              </a:rPr>
              <a:t>오류</a:t>
            </a:r>
            <a:r>
              <a:rPr sz="900" spc="27" dirty="0">
                <a:solidFill>
                  <a:srgbClr val="C8641E"/>
                </a:solidFill>
                <a:latin typeface="Pretendard SemiBold"/>
                <a:ea typeface="Pretendard SemiBold"/>
                <a:cs typeface="Pretendard SemiBold"/>
              </a:rPr>
              <a:t> </a:t>
            </a:r>
            <a:r>
              <a:rPr sz="900" spc="27" dirty="0" err="1">
                <a:solidFill>
                  <a:srgbClr val="C8641E"/>
                </a:solidFill>
                <a:latin typeface="Pretendard SemiBold"/>
                <a:ea typeface="Pretendard SemiBold"/>
                <a:cs typeface="Pretendard SemiBold"/>
              </a:rPr>
              <a:t>이미지</a:t>
            </a:r>
            <a:r>
              <a:rPr sz="900" spc="27" dirty="0">
                <a:solidFill>
                  <a:srgbClr val="C8641E"/>
                </a:solidFill>
                <a:latin typeface="Pretendard SemiBold"/>
                <a:ea typeface="Pretendard SemiBold"/>
                <a:cs typeface="Pretendard SemiBold"/>
              </a:rPr>
              <a:t> </a:t>
            </a:r>
            <a:r>
              <a:rPr sz="900" spc="27" dirty="0" err="1">
                <a:solidFill>
                  <a:srgbClr val="C8641E"/>
                </a:solidFill>
                <a:latin typeface="Pretendard SemiBold"/>
                <a:ea typeface="Pretendard SemiBold"/>
                <a:cs typeface="Pretendard SemiBold"/>
              </a:rPr>
              <a:t>확인</a:t>
            </a:r>
            <a:r>
              <a:rPr sz="900" spc="27" dirty="0">
                <a:solidFill>
                  <a:srgbClr val="C8641E"/>
                </a:solidFill>
                <a:latin typeface="Pretendard SemiBold"/>
                <a:ea typeface="Pretendard SemiBold"/>
                <a:cs typeface="Pretendard SemiBold"/>
              </a:rPr>
              <a:t> </a:t>
            </a:r>
            <a:r>
              <a:rPr sz="900" spc="27" dirty="0" err="1">
                <a:solidFill>
                  <a:srgbClr val="C8641E"/>
                </a:solidFill>
                <a:latin typeface="Pretendard SemiBold"/>
                <a:ea typeface="Pretendard SemiBold"/>
                <a:cs typeface="Pretendard SemiBold"/>
              </a:rPr>
              <a:t>결과</a:t>
            </a:r>
            <a:r>
              <a:rPr sz="900" spc="27" dirty="0">
                <a:solidFill>
                  <a:srgbClr val="C8641E"/>
                </a:solidFill>
                <a:latin typeface="Pretendard SemiBold"/>
                <a:ea typeface="Pretendard SemiBold"/>
                <a:cs typeface="Pretendard SemiBold"/>
              </a:rPr>
              <a:t>)</a:t>
            </a:r>
          </a:p>
        </p:txBody>
      </p:sp>
      <p:sp>
        <p:nvSpPr>
          <p:cNvPr id="15" name="TextBox 14"/>
          <p:cNvSpPr txBox="1"/>
          <p:nvPr/>
        </p:nvSpPr>
        <p:spPr>
          <a:xfrm>
            <a:off x="4328160" y="5004816"/>
            <a:ext cx="3413760" cy="483466"/>
          </a:xfrm>
          <a:prstGeom prst="rect">
            <a:avLst/>
          </a:prstGeom>
          <a:noFill/>
        </p:spPr>
        <p:txBody>
          <a:bodyPr wrap="square" lIns="0" tIns="0" rIns="0" bIns="0" anchor="t">
            <a:spAutoFit/>
          </a:bodyPr>
          <a:lstStyle/>
          <a:p>
            <a:pPr marL="158504" indent="-158504">
              <a:lnSpc>
                <a:spcPct val="130000"/>
              </a:lnSpc>
              <a:spcAft>
                <a:spcPts val="467"/>
              </a:spcAft>
              <a:buClr>
                <a:srgbClr val="C8641E"/>
              </a:buClr>
              <a:buFont typeface="Arial"/>
              <a:buChar char="•"/>
            </a:pPr>
            <a:r>
              <a:rPr sz="1100" dirty="0" err="1">
                <a:solidFill>
                  <a:srgbClr val="5B4E44"/>
                </a:solidFill>
                <a:latin typeface="Pretendard"/>
                <a:ea typeface="Pretendard"/>
                <a:cs typeface="Pretendard"/>
              </a:rPr>
              <a:t>포장된</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휘낭시에</a:t>
            </a:r>
            <a:r>
              <a:rPr sz="1100" dirty="0">
                <a:solidFill>
                  <a:srgbClr val="5B4E44"/>
                </a:solidFill>
                <a:latin typeface="Pretendard"/>
                <a:ea typeface="Pretendard"/>
                <a:cs typeface="Pretendard"/>
              </a:rPr>
              <a:t> 3종: </a:t>
            </a:r>
            <a:r>
              <a:rPr sz="1100" dirty="0" err="1">
                <a:solidFill>
                  <a:srgbClr val="5B4E44"/>
                </a:solidFill>
                <a:latin typeface="Pretendard"/>
                <a:ea typeface="Pretendard"/>
                <a:cs typeface="Pretendard"/>
              </a:rPr>
              <a:t>크기·모양</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동일</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색만</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차이</a:t>
            </a:r>
            <a:endParaRPr sz="1100" dirty="0">
              <a:solidFill>
                <a:srgbClr val="5B4E44"/>
              </a:solidFill>
              <a:latin typeface="Pretendard"/>
              <a:ea typeface="Pretendard"/>
              <a:cs typeface="Pretendard"/>
            </a:endParaRPr>
          </a:p>
          <a:p>
            <a:pPr marL="158504" indent="-158504">
              <a:lnSpc>
                <a:spcPct val="130000"/>
              </a:lnSpc>
              <a:spcAft>
                <a:spcPts val="467"/>
              </a:spcAft>
              <a:buClr>
                <a:srgbClr val="C8641E"/>
              </a:buClr>
              <a:buFont typeface="Arial"/>
              <a:buChar char="•"/>
            </a:pPr>
            <a:r>
              <a:rPr sz="1100" dirty="0" err="1">
                <a:solidFill>
                  <a:srgbClr val="5B4E44"/>
                </a:solidFill>
                <a:latin typeface="Pretendard"/>
                <a:ea typeface="Pretendard"/>
                <a:cs typeface="Pretendard"/>
              </a:rPr>
              <a:t>어두운</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조명에서</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로투스·플레인</a:t>
            </a:r>
            <a:r>
              <a:rPr sz="1100" dirty="0">
                <a:solidFill>
                  <a:srgbClr val="5B4E44"/>
                </a:solidFill>
                <a:latin typeface="Pretendard"/>
                <a:ea typeface="Pretendard"/>
                <a:cs typeface="Pretendard"/>
              </a:rPr>
              <a:t> 색 </a:t>
            </a:r>
            <a:r>
              <a:rPr sz="1100" dirty="0" err="1">
                <a:solidFill>
                  <a:srgbClr val="5B4E44"/>
                </a:solidFill>
                <a:latin typeface="Pretendard"/>
                <a:ea typeface="Pretendard"/>
                <a:cs typeface="Pretendard"/>
              </a:rPr>
              <a:t>차이</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감소</a:t>
            </a:r>
            <a:endParaRPr sz="1100" dirty="0">
              <a:solidFill>
                <a:srgbClr val="5B4E44"/>
              </a:solidFill>
              <a:latin typeface="Pretendard"/>
              <a:ea typeface="Pretendard"/>
              <a:cs typeface="Pretendard"/>
            </a:endParaRPr>
          </a:p>
        </p:txBody>
      </p:sp>
      <p:sp>
        <p:nvSpPr>
          <p:cNvPr id="16" name="TextBox 15"/>
          <p:cNvSpPr txBox="1"/>
          <p:nvPr/>
        </p:nvSpPr>
        <p:spPr>
          <a:xfrm>
            <a:off x="7863840" y="5004816"/>
            <a:ext cx="3535680" cy="483466"/>
          </a:xfrm>
          <a:prstGeom prst="rect">
            <a:avLst/>
          </a:prstGeom>
          <a:noFill/>
        </p:spPr>
        <p:txBody>
          <a:bodyPr wrap="square" lIns="0" tIns="0" rIns="0" bIns="0" anchor="t">
            <a:spAutoFit/>
          </a:bodyPr>
          <a:lstStyle/>
          <a:p>
            <a:pPr marL="158504" indent="-158504">
              <a:lnSpc>
                <a:spcPct val="130000"/>
              </a:lnSpc>
              <a:spcAft>
                <a:spcPts val="467"/>
              </a:spcAft>
              <a:buClr>
                <a:srgbClr val="C8641E"/>
              </a:buClr>
              <a:buFont typeface="Arial"/>
              <a:buChar char="•"/>
            </a:pPr>
            <a:r>
              <a:rPr sz="1100" dirty="0" err="1">
                <a:solidFill>
                  <a:srgbClr val="5B4E44"/>
                </a:solidFill>
                <a:latin typeface="Pretendard"/>
                <a:ea typeface="Pretendard"/>
                <a:cs typeface="Pretendard"/>
              </a:rPr>
              <a:t>빵끼리</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붙어</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있거나</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카메라에</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가까운</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경우</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검출</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실패</a:t>
            </a:r>
            <a:endParaRPr sz="1100" dirty="0">
              <a:solidFill>
                <a:srgbClr val="5B4E44"/>
              </a:solidFill>
              <a:latin typeface="Pretendard"/>
              <a:ea typeface="Pretendard"/>
              <a:cs typeface="Pretendard"/>
            </a:endParaRPr>
          </a:p>
          <a:p>
            <a:pPr marL="158504" indent="-158504">
              <a:lnSpc>
                <a:spcPct val="130000"/>
              </a:lnSpc>
              <a:spcAft>
                <a:spcPts val="467"/>
              </a:spcAft>
              <a:buClr>
                <a:srgbClr val="C8641E"/>
              </a:buClr>
              <a:buFont typeface="Arial"/>
              <a:buChar char="•"/>
            </a:pPr>
            <a:r>
              <a:rPr sz="1100" dirty="0" err="1">
                <a:solidFill>
                  <a:srgbClr val="5B4E44"/>
                </a:solidFill>
                <a:latin typeface="Pretendard"/>
                <a:ea typeface="Pretendard"/>
                <a:cs typeface="Pretendard"/>
              </a:rPr>
              <a:t>학습</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데이터</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라벨</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오류</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포함</a:t>
            </a:r>
            <a:endParaRPr sz="1100" dirty="0">
              <a:solidFill>
                <a:srgbClr val="5B4E44"/>
              </a:solidFill>
              <a:latin typeface="Pretendard"/>
              <a:ea typeface="Pretendard"/>
              <a:cs typeface="Pretendard"/>
            </a:endParaRPr>
          </a:p>
        </p:txBody>
      </p:sp>
      <p:sp>
        <p:nvSpPr>
          <p:cNvPr id="17" name="TextBox 16"/>
          <p:cNvSpPr txBox="1"/>
          <p:nvPr/>
        </p:nvSpPr>
        <p:spPr>
          <a:xfrm>
            <a:off x="609600" y="6473952"/>
            <a:ext cx="3657600" cy="130100"/>
          </a:xfrm>
          <a:prstGeom prst="rect">
            <a:avLst/>
          </a:prstGeom>
          <a:noFill/>
        </p:spPr>
        <p:txBody>
          <a:bodyPr wrap="square" lIns="0" tIns="0" rIns="0" bIns="0" anchor="t">
            <a:spAutoFit/>
          </a:bodyPr>
          <a:lstStyle/>
          <a:p>
            <a:pPr>
              <a:lnSpc>
                <a:spcPct val="120000"/>
              </a:lnSpc>
            </a:pPr>
            <a:r>
              <a:rPr sz="767">
                <a:solidFill>
                  <a:srgbClr val="8C8078"/>
                </a:solidFill>
                <a:latin typeface="Pretendard Medium"/>
                <a:ea typeface="Pretendard Medium"/>
                <a:cs typeface="Pretendard Medium"/>
              </a:rPr>
              <a:t>BreadVision · 6조</a:t>
            </a:r>
          </a:p>
        </p:txBody>
      </p:sp>
      <p:sp>
        <p:nvSpPr>
          <p:cNvPr id="18" name="TextBox 17"/>
          <p:cNvSpPr txBox="1"/>
          <p:nvPr/>
        </p:nvSpPr>
        <p:spPr>
          <a:xfrm>
            <a:off x="9144000" y="6473952"/>
            <a:ext cx="2438400" cy="141642"/>
          </a:xfrm>
          <a:prstGeom prst="rect">
            <a:avLst/>
          </a:prstGeom>
          <a:noFill/>
        </p:spPr>
        <p:txBody>
          <a:bodyPr wrap="square" lIns="0" tIns="0" rIns="0" bIns="0" anchor="t">
            <a:spAutoFit/>
          </a:bodyPr>
          <a:lstStyle/>
          <a:p>
            <a:pPr algn="r">
              <a:lnSpc>
                <a:spcPct val="120000"/>
              </a:lnSpc>
            </a:pPr>
            <a:r>
              <a:rPr lang="en-US" sz="767" dirty="0">
                <a:solidFill>
                  <a:srgbClr val="8C8078"/>
                </a:solidFill>
                <a:latin typeface="Pretendard Medium"/>
                <a:ea typeface="Pretendard Medium"/>
                <a:cs typeface="Pretendard Medium"/>
              </a:rPr>
              <a:t>20 </a:t>
            </a:r>
            <a:r>
              <a:rPr sz="767" dirty="0">
                <a:solidFill>
                  <a:srgbClr val="8C8078"/>
                </a:solidFill>
                <a:latin typeface="Pretendard Medium"/>
                <a:ea typeface="Pretendard Medium"/>
                <a:cs typeface="Pretendard Medium"/>
              </a:rPr>
              <a:t>/ </a:t>
            </a:r>
            <a:r>
              <a:rPr lang="en-US" altLang="ko-KR" sz="767" dirty="0" smtClean="0">
                <a:solidFill>
                  <a:srgbClr val="8C8078"/>
                </a:solidFill>
                <a:latin typeface="Pretendard Medium"/>
                <a:ea typeface="Pretendard Medium"/>
                <a:cs typeface="Pretendard Medium"/>
              </a:rPr>
              <a:t>36</a:t>
            </a:r>
            <a:endParaRPr sz="767" dirty="0">
              <a:solidFill>
                <a:srgbClr val="8C8078"/>
              </a:solidFill>
              <a:latin typeface="Pretendard Medium"/>
              <a:ea typeface="Pretendard Medium"/>
              <a:cs typeface="Pretendard Medium"/>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438912"/>
            <a:ext cx="10972800" cy="147028"/>
          </a:xfrm>
          <a:prstGeom prst="rect">
            <a:avLst/>
          </a:prstGeom>
          <a:noFill/>
        </p:spPr>
        <p:txBody>
          <a:bodyPr wrap="square" lIns="0" tIns="0" rIns="0" bIns="0" anchor="t">
            <a:spAutoFit/>
          </a:bodyPr>
          <a:lstStyle/>
          <a:p>
            <a:pPr>
              <a:lnSpc>
                <a:spcPct val="120000"/>
              </a:lnSpc>
            </a:pPr>
            <a:r>
              <a:rPr sz="867" spc="33">
                <a:solidFill>
                  <a:srgbClr val="C8641E"/>
                </a:solidFill>
                <a:latin typeface="Pretendard SemiBold"/>
                <a:ea typeface="Pretendard SemiBold"/>
                <a:cs typeface="Pretendard SemiBold"/>
              </a:rPr>
              <a:t>03  핵심 기술</a:t>
            </a:r>
          </a:p>
        </p:txBody>
      </p:sp>
      <p:sp>
        <p:nvSpPr>
          <p:cNvPr id="3" name="TextBox 2"/>
          <p:cNvSpPr txBox="1"/>
          <p:nvPr/>
        </p:nvSpPr>
        <p:spPr>
          <a:xfrm>
            <a:off x="609600" y="621792"/>
            <a:ext cx="10972800" cy="389787"/>
          </a:xfrm>
          <a:prstGeom prst="rect">
            <a:avLst/>
          </a:prstGeom>
          <a:noFill/>
        </p:spPr>
        <p:txBody>
          <a:bodyPr wrap="square" lIns="0" tIns="0" rIns="0" bIns="0" anchor="t">
            <a:spAutoFit/>
          </a:bodyPr>
          <a:lstStyle/>
          <a:p>
            <a:r>
              <a:rPr sz="2533" b="1" spc="-40">
                <a:solidFill>
                  <a:srgbClr val="2A1F17"/>
                </a:solidFill>
                <a:latin typeface="Pretendard"/>
                <a:ea typeface="Pretendard"/>
                <a:cs typeface="Pretendard"/>
              </a:rPr>
              <a:t>오류 개선 시도</a:t>
            </a:r>
          </a:p>
        </p:txBody>
      </p:sp>
      <p:sp>
        <p:nvSpPr>
          <p:cNvPr id="4" name="TextBox 3"/>
          <p:cNvSpPr txBox="1"/>
          <p:nvPr/>
        </p:nvSpPr>
        <p:spPr>
          <a:xfrm>
            <a:off x="609600" y="1158240"/>
            <a:ext cx="10972800" cy="184666"/>
          </a:xfrm>
          <a:prstGeom prst="rect">
            <a:avLst/>
          </a:prstGeom>
          <a:noFill/>
        </p:spPr>
        <p:txBody>
          <a:bodyPr wrap="square" lIns="0" tIns="0" rIns="0" bIns="0" anchor="t">
            <a:spAutoFit/>
          </a:bodyPr>
          <a:lstStyle/>
          <a:p>
            <a:r>
              <a:rPr sz="1200">
                <a:solidFill>
                  <a:srgbClr val="8C8078"/>
                </a:solidFill>
                <a:latin typeface="Pretendard Medium"/>
                <a:ea typeface="Pretendard Medium"/>
                <a:cs typeface="Pretendard Medium"/>
              </a:rPr>
              <a:t>후처리 조정 · 2단계 분류 모델 · 데이터 보강 · 앙상블 비교 (효과 없던 방법 포함)</a:t>
            </a:r>
          </a:p>
        </p:txBody>
      </p:sp>
      <p:sp>
        <p:nvSpPr>
          <p:cNvPr id="5" name="Rounded Rectangle 4"/>
          <p:cNvSpPr/>
          <p:nvPr/>
        </p:nvSpPr>
        <p:spPr>
          <a:xfrm>
            <a:off x="609600" y="1706880"/>
            <a:ext cx="2606040" cy="4175760"/>
          </a:xfrm>
          <a:prstGeom prst="roundRect">
            <a:avLst>
              <a:gd name="adj" fmla="val 4210"/>
            </a:avLst>
          </a:prstGeom>
          <a:solidFill>
            <a:srgbClr val="FFFFFF"/>
          </a:solidFill>
          <a:ln w="12700">
            <a:solidFill>
              <a:srgbClr val="E9E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6" name="TextBox 5"/>
          <p:cNvSpPr txBox="1"/>
          <p:nvPr/>
        </p:nvSpPr>
        <p:spPr>
          <a:xfrm>
            <a:off x="853440" y="1938528"/>
            <a:ext cx="609600" cy="169598"/>
          </a:xfrm>
          <a:prstGeom prst="rect">
            <a:avLst/>
          </a:prstGeom>
          <a:noFill/>
        </p:spPr>
        <p:txBody>
          <a:bodyPr wrap="square" lIns="0" tIns="0" rIns="0" bIns="0" anchor="t">
            <a:spAutoFit/>
          </a:bodyPr>
          <a:lstStyle/>
          <a:p>
            <a:pPr>
              <a:lnSpc>
                <a:spcPct val="120000"/>
              </a:lnSpc>
            </a:pPr>
            <a:r>
              <a:rPr sz="1000" b="1">
                <a:solidFill>
                  <a:srgbClr val="8C8078"/>
                </a:solidFill>
                <a:latin typeface="Pretendard"/>
                <a:ea typeface="Pretendard"/>
                <a:cs typeface="Pretendard"/>
              </a:rPr>
              <a:t>01</a:t>
            </a:r>
          </a:p>
        </p:txBody>
      </p:sp>
      <p:sp>
        <p:nvSpPr>
          <p:cNvPr id="7" name="Rounded Rectangle 6"/>
          <p:cNvSpPr/>
          <p:nvPr/>
        </p:nvSpPr>
        <p:spPr>
          <a:xfrm>
            <a:off x="2087880" y="1901952"/>
            <a:ext cx="883920" cy="256032"/>
          </a:xfrm>
          <a:prstGeom prst="roundRect">
            <a:avLst>
              <a:gd name="adj" fmla="val 50000"/>
            </a:avLst>
          </a:prstGeom>
          <a:solidFill>
            <a:srgbClr val="F4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8" name="TextBox 7"/>
          <p:cNvSpPr txBox="1"/>
          <p:nvPr/>
        </p:nvSpPr>
        <p:spPr>
          <a:xfrm>
            <a:off x="2087880" y="1963251"/>
            <a:ext cx="883920" cy="133434"/>
          </a:xfrm>
          <a:prstGeom prst="rect">
            <a:avLst/>
          </a:prstGeom>
          <a:noFill/>
        </p:spPr>
        <p:txBody>
          <a:bodyPr wrap="square" lIns="0" tIns="0" rIns="0" bIns="0" anchor="ctr">
            <a:spAutoFit/>
          </a:bodyPr>
          <a:lstStyle/>
          <a:p>
            <a:pPr algn="ctr"/>
            <a:r>
              <a:rPr sz="867" dirty="0" err="1">
                <a:solidFill>
                  <a:srgbClr val="8C8078"/>
                </a:solidFill>
                <a:latin typeface="Pretendard SemiBold"/>
                <a:ea typeface="Pretendard SemiBold"/>
                <a:cs typeface="Pretendard SemiBold"/>
              </a:rPr>
              <a:t>효과</a:t>
            </a:r>
            <a:r>
              <a:rPr sz="867" dirty="0">
                <a:solidFill>
                  <a:srgbClr val="8C8078"/>
                </a:solidFill>
                <a:latin typeface="Pretendard SemiBold"/>
                <a:ea typeface="Pretendard SemiBold"/>
                <a:cs typeface="Pretendard SemiBold"/>
              </a:rPr>
              <a:t> </a:t>
            </a:r>
            <a:r>
              <a:rPr sz="867" dirty="0" err="1">
                <a:solidFill>
                  <a:srgbClr val="8C8078"/>
                </a:solidFill>
                <a:latin typeface="Pretendard SemiBold"/>
                <a:ea typeface="Pretendard SemiBold"/>
                <a:cs typeface="Pretendard SemiBold"/>
              </a:rPr>
              <a:t>작음</a:t>
            </a:r>
            <a:endParaRPr sz="867" dirty="0">
              <a:solidFill>
                <a:srgbClr val="8C8078"/>
              </a:solidFill>
              <a:latin typeface="Pretendard SemiBold"/>
              <a:ea typeface="Pretendard SemiBold"/>
              <a:cs typeface="Pretendard SemiBold"/>
            </a:endParaRPr>
          </a:p>
        </p:txBody>
      </p:sp>
      <p:sp>
        <p:nvSpPr>
          <p:cNvPr id="9" name="TextBox 8"/>
          <p:cNvSpPr txBox="1"/>
          <p:nvPr/>
        </p:nvSpPr>
        <p:spPr>
          <a:xfrm>
            <a:off x="853440" y="2316480"/>
            <a:ext cx="2118360" cy="237437"/>
          </a:xfrm>
          <a:prstGeom prst="rect">
            <a:avLst/>
          </a:prstGeom>
          <a:noFill/>
        </p:spPr>
        <p:txBody>
          <a:bodyPr wrap="square" lIns="0" tIns="0" rIns="0" bIns="0" anchor="t">
            <a:spAutoFit/>
          </a:bodyPr>
          <a:lstStyle/>
          <a:p>
            <a:pPr>
              <a:lnSpc>
                <a:spcPct val="120000"/>
              </a:lnSpc>
            </a:pPr>
            <a:r>
              <a:rPr sz="1400" b="1" spc="-13">
                <a:solidFill>
                  <a:srgbClr val="2A1F17"/>
                </a:solidFill>
                <a:latin typeface="Pretendard"/>
                <a:ea typeface="Pretendard"/>
                <a:cs typeface="Pretendard"/>
              </a:rPr>
              <a:t>후처리 조정</a:t>
            </a:r>
          </a:p>
        </p:txBody>
      </p:sp>
      <p:sp>
        <p:nvSpPr>
          <p:cNvPr id="10" name="TextBox 9"/>
          <p:cNvSpPr txBox="1"/>
          <p:nvPr/>
        </p:nvSpPr>
        <p:spPr>
          <a:xfrm>
            <a:off x="853440" y="2834640"/>
            <a:ext cx="2118360" cy="822020"/>
          </a:xfrm>
          <a:prstGeom prst="rect">
            <a:avLst/>
          </a:prstGeom>
          <a:noFill/>
        </p:spPr>
        <p:txBody>
          <a:bodyPr wrap="square" lIns="0" tIns="0" rIns="0" bIns="0" anchor="t">
            <a:spAutoFit/>
          </a:bodyPr>
          <a:lstStyle/>
          <a:p>
            <a:pPr marL="158504" indent="-158504">
              <a:lnSpc>
                <a:spcPct val="140000"/>
              </a:lnSpc>
              <a:spcAft>
                <a:spcPts val="933"/>
              </a:spcAft>
              <a:buClr>
                <a:srgbClr val="C8641E"/>
              </a:buClr>
              <a:buFont typeface="Arial"/>
              <a:buChar char="•"/>
            </a:pPr>
            <a:r>
              <a:rPr sz="1100" dirty="0" err="1">
                <a:solidFill>
                  <a:srgbClr val="5B4E44"/>
                </a:solidFill>
                <a:latin typeface="Pretendard"/>
                <a:ea typeface="Pretendard"/>
                <a:cs typeface="Pretendard"/>
              </a:rPr>
              <a:t>겹친</a:t>
            </a:r>
            <a:r>
              <a:rPr sz="1100" dirty="0">
                <a:solidFill>
                  <a:srgbClr val="5B4E44"/>
                </a:solidFill>
                <a:latin typeface="Pretendard"/>
                <a:ea typeface="Pretendard"/>
                <a:cs typeface="Pretendard"/>
              </a:rPr>
              <a:t> 빵 2개가 </a:t>
            </a:r>
            <a:r>
              <a:rPr sz="1100" dirty="0" err="1">
                <a:solidFill>
                  <a:srgbClr val="5B4E44"/>
                </a:solidFill>
                <a:latin typeface="Pretendard"/>
                <a:ea typeface="Pretendard"/>
                <a:cs typeface="Pretendard"/>
              </a:rPr>
              <a:t>박스</a:t>
            </a:r>
            <a:r>
              <a:rPr sz="1100" dirty="0">
                <a:solidFill>
                  <a:srgbClr val="5B4E44"/>
                </a:solidFill>
                <a:latin typeface="Pretendard"/>
                <a:ea typeface="Pretendard"/>
                <a:cs typeface="Pretendard"/>
              </a:rPr>
              <a:t> 1개로 </a:t>
            </a:r>
            <a:r>
              <a:rPr sz="1100" dirty="0" err="1">
                <a:solidFill>
                  <a:srgbClr val="5B4E44"/>
                </a:solidFill>
                <a:latin typeface="Pretendard"/>
                <a:ea typeface="Pretendard"/>
                <a:cs typeface="Pretendard"/>
              </a:rPr>
              <a:t>합쳐지는</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문제</a:t>
            </a:r>
            <a:endParaRPr sz="1100" dirty="0">
              <a:solidFill>
                <a:srgbClr val="5B4E44"/>
              </a:solidFill>
              <a:latin typeface="Pretendard"/>
              <a:ea typeface="Pretendard"/>
              <a:cs typeface="Pretendard"/>
            </a:endParaRPr>
          </a:p>
          <a:p>
            <a:pPr marL="158504" indent="-158504">
              <a:lnSpc>
                <a:spcPct val="140000"/>
              </a:lnSpc>
              <a:spcAft>
                <a:spcPts val="933"/>
              </a:spcAft>
              <a:buClr>
                <a:srgbClr val="C8641E"/>
              </a:buClr>
              <a:buFont typeface="Arial"/>
              <a:buChar char="•"/>
            </a:pPr>
            <a:r>
              <a:rPr sz="1100" dirty="0">
                <a:solidFill>
                  <a:srgbClr val="5B4E44"/>
                </a:solidFill>
                <a:latin typeface="Pretendard"/>
                <a:ea typeface="Pretendard"/>
                <a:cs typeface="Pretendard"/>
              </a:rPr>
              <a:t>NMS </a:t>
            </a:r>
            <a:r>
              <a:rPr sz="1100" dirty="0" err="1">
                <a:solidFill>
                  <a:srgbClr val="5B4E44"/>
                </a:solidFill>
                <a:latin typeface="Pretendard"/>
                <a:ea typeface="Pretendard"/>
                <a:cs typeface="Pretendard"/>
              </a:rPr>
              <a:t>IoU</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기준</a:t>
            </a:r>
            <a:r>
              <a:rPr sz="1100" dirty="0">
                <a:solidFill>
                  <a:srgbClr val="5B4E44"/>
                </a:solidFill>
                <a:latin typeface="Pretendard"/>
                <a:ea typeface="Pretendard"/>
                <a:cs typeface="Pretendard"/>
              </a:rPr>
              <a:t> 0.45 → 0.6</a:t>
            </a:r>
          </a:p>
        </p:txBody>
      </p:sp>
      <p:cxnSp>
        <p:nvCxnSpPr>
          <p:cNvPr id="11" name="Connector 10"/>
          <p:cNvCxnSpPr/>
          <p:nvPr/>
        </p:nvCxnSpPr>
        <p:spPr>
          <a:xfrm>
            <a:off x="853440" y="4785360"/>
            <a:ext cx="2118360" cy="0"/>
          </a:xfrm>
          <a:prstGeom prst="line">
            <a:avLst/>
          </a:prstGeom>
          <a:ln w="12700">
            <a:solidFill>
              <a:srgbClr val="E9E1D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53440" y="4907280"/>
            <a:ext cx="2118360" cy="147028"/>
          </a:xfrm>
          <a:prstGeom prst="rect">
            <a:avLst/>
          </a:prstGeom>
          <a:noFill/>
        </p:spPr>
        <p:txBody>
          <a:bodyPr wrap="square" lIns="0" tIns="0" rIns="0" bIns="0" anchor="t">
            <a:spAutoFit/>
          </a:bodyPr>
          <a:lstStyle/>
          <a:p>
            <a:pPr>
              <a:lnSpc>
                <a:spcPct val="120000"/>
              </a:lnSpc>
            </a:pPr>
            <a:r>
              <a:rPr sz="867">
                <a:solidFill>
                  <a:srgbClr val="8C8078"/>
                </a:solidFill>
                <a:latin typeface="Pretendard Medium"/>
                <a:ea typeface="Pretendard Medium"/>
                <a:cs typeface="Pretendard Medium"/>
              </a:rPr>
              <a:t>테스트 124장 오류</a:t>
            </a:r>
          </a:p>
        </p:txBody>
      </p:sp>
      <p:sp>
        <p:nvSpPr>
          <p:cNvPr id="13" name="TextBox 12"/>
          <p:cNvSpPr txBox="1"/>
          <p:nvPr/>
        </p:nvSpPr>
        <p:spPr>
          <a:xfrm>
            <a:off x="853440" y="5151120"/>
            <a:ext cx="2118360" cy="307777"/>
          </a:xfrm>
          <a:prstGeom prst="rect">
            <a:avLst/>
          </a:prstGeom>
          <a:noFill/>
        </p:spPr>
        <p:txBody>
          <a:bodyPr wrap="square" lIns="0" tIns="0" rIns="0" bIns="0" anchor="t">
            <a:spAutoFit/>
          </a:bodyPr>
          <a:lstStyle/>
          <a:p>
            <a:r>
              <a:rPr sz="2000" spc="-53" dirty="0">
                <a:solidFill>
                  <a:srgbClr val="2A1F17"/>
                </a:solidFill>
                <a:latin typeface="Pretendard ExtraBold"/>
                <a:ea typeface="Pretendard ExtraBold"/>
                <a:cs typeface="Pretendard ExtraBold"/>
              </a:rPr>
              <a:t>38 → </a:t>
            </a:r>
            <a:r>
              <a:rPr lang="en-US" altLang="ko-KR" sz="2000" spc="-53" dirty="0" smtClean="0">
                <a:solidFill>
                  <a:srgbClr val="2A1F17"/>
                </a:solidFill>
                <a:latin typeface="Pretendard ExtraBold"/>
                <a:ea typeface="Pretendard ExtraBold"/>
                <a:cs typeface="Pretendard ExtraBold"/>
              </a:rPr>
              <a:t>34</a:t>
            </a:r>
            <a:r>
              <a:rPr sz="2000" spc="-53" dirty="0" smtClean="0">
                <a:solidFill>
                  <a:srgbClr val="2A1F17"/>
                </a:solidFill>
                <a:latin typeface="Pretendard ExtraBold"/>
                <a:ea typeface="Pretendard ExtraBold"/>
                <a:cs typeface="Pretendard ExtraBold"/>
              </a:rPr>
              <a:t>건</a:t>
            </a:r>
            <a:endParaRPr sz="2000" spc="-53" dirty="0">
              <a:solidFill>
                <a:srgbClr val="2A1F17"/>
              </a:solidFill>
              <a:latin typeface="Pretendard ExtraBold"/>
              <a:ea typeface="Pretendard ExtraBold"/>
              <a:cs typeface="Pretendard ExtraBold"/>
            </a:endParaRPr>
          </a:p>
        </p:txBody>
      </p:sp>
      <p:sp>
        <p:nvSpPr>
          <p:cNvPr id="14" name="Rounded Rectangle 13"/>
          <p:cNvSpPr/>
          <p:nvPr/>
        </p:nvSpPr>
        <p:spPr>
          <a:xfrm>
            <a:off x="3398520" y="1706880"/>
            <a:ext cx="2606040" cy="4175760"/>
          </a:xfrm>
          <a:prstGeom prst="roundRect">
            <a:avLst>
              <a:gd name="adj" fmla="val 4210"/>
            </a:avLst>
          </a:prstGeom>
          <a:solidFill>
            <a:srgbClr val="FFFFFF"/>
          </a:solidFill>
          <a:ln w="12700">
            <a:solidFill>
              <a:srgbClr val="E9E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5" name="TextBox 14"/>
          <p:cNvSpPr txBox="1"/>
          <p:nvPr/>
        </p:nvSpPr>
        <p:spPr>
          <a:xfrm>
            <a:off x="3642360" y="1938528"/>
            <a:ext cx="609600" cy="169598"/>
          </a:xfrm>
          <a:prstGeom prst="rect">
            <a:avLst/>
          </a:prstGeom>
          <a:noFill/>
        </p:spPr>
        <p:txBody>
          <a:bodyPr wrap="square" lIns="0" tIns="0" rIns="0" bIns="0" anchor="t">
            <a:spAutoFit/>
          </a:bodyPr>
          <a:lstStyle/>
          <a:p>
            <a:pPr>
              <a:lnSpc>
                <a:spcPct val="120000"/>
              </a:lnSpc>
            </a:pPr>
            <a:r>
              <a:rPr sz="1000" b="1">
                <a:solidFill>
                  <a:srgbClr val="8C8078"/>
                </a:solidFill>
                <a:latin typeface="Pretendard"/>
                <a:ea typeface="Pretendard"/>
                <a:cs typeface="Pretendard"/>
              </a:rPr>
              <a:t>02</a:t>
            </a:r>
          </a:p>
        </p:txBody>
      </p:sp>
      <p:sp>
        <p:nvSpPr>
          <p:cNvPr id="16" name="Rounded Rectangle 15"/>
          <p:cNvSpPr/>
          <p:nvPr/>
        </p:nvSpPr>
        <p:spPr>
          <a:xfrm>
            <a:off x="5224272" y="1901952"/>
            <a:ext cx="536448" cy="256032"/>
          </a:xfrm>
          <a:prstGeom prst="roundRect">
            <a:avLst>
              <a:gd name="adj" fmla="val 50000"/>
            </a:avLst>
          </a:prstGeom>
          <a:solidFill>
            <a:srgbClr val="F8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7" name="TextBox 16"/>
          <p:cNvSpPr txBox="1"/>
          <p:nvPr/>
        </p:nvSpPr>
        <p:spPr>
          <a:xfrm>
            <a:off x="5224272" y="1963251"/>
            <a:ext cx="536448" cy="133434"/>
          </a:xfrm>
          <a:prstGeom prst="rect">
            <a:avLst/>
          </a:prstGeom>
          <a:noFill/>
        </p:spPr>
        <p:txBody>
          <a:bodyPr wrap="square" lIns="0" tIns="0" rIns="0" bIns="0" anchor="ctr">
            <a:spAutoFit/>
          </a:bodyPr>
          <a:lstStyle/>
          <a:p>
            <a:pPr algn="ctr"/>
            <a:r>
              <a:rPr sz="867" dirty="0" err="1">
                <a:solidFill>
                  <a:srgbClr val="C9443A"/>
                </a:solidFill>
                <a:latin typeface="Pretendard SemiBold"/>
                <a:ea typeface="Pretendard SemiBold"/>
                <a:cs typeface="Pretendard SemiBold"/>
              </a:rPr>
              <a:t>폐기</a:t>
            </a:r>
            <a:endParaRPr sz="867" dirty="0">
              <a:solidFill>
                <a:srgbClr val="C9443A"/>
              </a:solidFill>
              <a:latin typeface="Pretendard SemiBold"/>
              <a:ea typeface="Pretendard SemiBold"/>
              <a:cs typeface="Pretendard SemiBold"/>
            </a:endParaRPr>
          </a:p>
        </p:txBody>
      </p:sp>
      <p:sp>
        <p:nvSpPr>
          <p:cNvPr id="18" name="TextBox 17"/>
          <p:cNvSpPr txBox="1"/>
          <p:nvPr/>
        </p:nvSpPr>
        <p:spPr>
          <a:xfrm>
            <a:off x="3642360" y="2316480"/>
            <a:ext cx="2118360" cy="237437"/>
          </a:xfrm>
          <a:prstGeom prst="rect">
            <a:avLst/>
          </a:prstGeom>
          <a:noFill/>
        </p:spPr>
        <p:txBody>
          <a:bodyPr wrap="square" lIns="0" tIns="0" rIns="0" bIns="0" anchor="t">
            <a:spAutoFit/>
          </a:bodyPr>
          <a:lstStyle/>
          <a:p>
            <a:pPr>
              <a:lnSpc>
                <a:spcPct val="120000"/>
              </a:lnSpc>
            </a:pPr>
            <a:r>
              <a:rPr sz="1400" b="1" spc="-13" dirty="0">
                <a:solidFill>
                  <a:srgbClr val="2A1F17"/>
                </a:solidFill>
                <a:latin typeface="Pretendard"/>
                <a:ea typeface="Pretendard"/>
                <a:cs typeface="Pretendard"/>
              </a:rPr>
              <a:t>2단계 </a:t>
            </a:r>
            <a:r>
              <a:rPr sz="1400" b="1" spc="-13" dirty="0" err="1">
                <a:solidFill>
                  <a:srgbClr val="2A1F17"/>
                </a:solidFill>
                <a:latin typeface="Pretendard"/>
                <a:ea typeface="Pretendard"/>
                <a:cs typeface="Pretendard"/>
              </a:rPr>
              <a:t>분류</a:t>
            </a:r>
            <a:r>
              <a:rPr sz="1400" b="1" spc="-13" dirty="0">
                <a:solidFill>
                  <a:srgbClr val="2A1F17"/>
                </a:solidFill>
                <a:latin typeface="Pretendard"/>
                <a:ea typeface="Pretendard"/>
                <a:cs typeface="Pretendard"/>
              </a:rPr>
              <a:t> </a:t>
            </a:r>
            <a:r>
              <a:rPr sz="1400" b="1" spc="-13" dirty="0" err="1">
                <a:solidFill>
                  <a:srgbClr val="2A1F17"/>
                </a:solidFill>
                <a:latin typeface="Pretendard"/>
                <a:ea typeface="Pretendard"/>
                <a:cs typeface="Pretendard"/>
              </a:rPr>
              <a:t>모델</a:t>
            </a:r>
            <a:endParaRPr sz="1400" b="1" spc="-13" dirty="0">
              <a:solidFill>
                <a:srgbClr val="2A1F17"/>
              </a:solidFill>
              <a:latin typeface="Pretendard"/>
              <a:ea typeface="Pretendard"/>
              <a:cs typeface="Pretendard"/>
            </a:endParaRPr>
          </a:p>
        </p:txBody>
      </p:sp>
      <p:sp>
        <p:nvSpPr>
          <p:cNvPr id="19" name="TextBox 18"/>
          <p:cNvSpPr txBox="1"/>
          <p:nvPr/>
        </p:nvSpPr>
        <p:spPr>
          <a:xfrm>
            <a:off x="3642360" y="2834640"/>
            <a:ext cx="2118360" cy="1181542"/>
          </a:xfrm>
          <a:prstGeom prst="rect">
            <a:avLst/>
          </a:prstGeom>
          <a:noFill/>
        </p:spPr>
        <p:txBody>
          <a:bodyPr wrap="square" lIns="0" tIns="0" rIns="0" bIns="0" anchor="t">
            <a:spAutoFit/>
          </a:bodyPr>
          <a:lstStyle/>
          <a:p>
            <a:pPr marL="158504" indent="-158504">
              <a:lnSpc>
                <a:spcPct val="140000"/>
              </a:lnSpc>
              <a:spcAft>
                <a:spcPts val="933"/>
              </a:spcAft>
              <a:buClr>
                <a:srgbClr val="C8641E"/>
              </a:buClr>
              <a:buFont typeface="Arial"/>
              <a:buChar char="•"/>
            </a:pPr>
            <a:r>
              <a:rPr sz="1100" dirty="0" err="1">
                <a:solidFill>
                  <a:srgbClr val="5B4E44"/>
                </a:solidFill>
                <a:latin typeface="Pretendard"/>
                <a:ea typeface="Pretendard"/>
                <a:cs typeface="Pretendard"/>
              </a:rPr>
              <a:t>검출</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박스를</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잘라</a:t>
            </a:r>
            <a:r>
              <a:rPr sz="1100" dirty="0">
                <a:solidFill>
                  <a:srgbClr val="5B4E44"/>
                </a:solidFill>
                <a:latin typeface="Pretendard"/>
                <a:ea typeface="Pretendard"/>
                <a:cs typeface="Pretendard"/>
              </a:rPr>
              <a:t> YOLO11n-cls로 </a:t>
            </a:r>
            <a:r>
              <a:rPr sz="1100" dirty="0" err="1">
                <a:solidFill>
                  <a:srgbClr val="5B4E44"/>
                </a:solidFill>
                <a:latin typeface="Pretendard"/>
                <a:ea typeface="Pretendard"/>
                <a:cs typeface="Pretendard"/>
              </a:rPr>
              <a:t>재분류</a:t>
            </a:r>
            <a:endParaRPr sz="1100" dirty="0">
              <a:solidFill>
                <a:srgbClr val="5B4E44"/>
              </a:solidFill>
              <a:latin typeface="Pretendard"/>
              <a:ea typeface="Pretendard"/>
              <a:cs typeface="Pretendard"/>
            </a:endParaRPr>
          </a:p>
          <a:p>
            <a:pPr marL="158504" indent="-158504">
              <a:lnSpc>
                <a:spcPct val="140000"/>
              </a:lnSpc>
              <a:spcAft>
                <a:spcPts val="933"/>
              </a:spcAft>
              <a:buClr>
                <a:srgbClr val="C8641E"/>
              </a:buClr>
              <a:buFont typeface="Arial"/>
              <a:buChar char="•"/>
            </a:pPr>
            <a:r>
              <a:rPr sz="1100" dirty="0" err="1">
                <a:solidFill>
                  <a:srgbClr val="5B4E44"/>
                </a:solidFill>
                <a:latin typeface="Pretendard"/>
                <a:ea typeface="Pretendard"/>
                <a:cs typeface="Pretendard"/>
              </a:rPr>
              <a:t>로투스</a:t>
            </a:r>
            <a:r>
              <a:rPr sz="1100" dirty="0">
                <a:solidFill>
                  <a:srgbClr val="5B4E44"/>
                </a:solidFill>
                <a:latin typeface="Pretendard"/>
                <a:ea typeface="Pretendard"/>
                <a:cs typeface="Pretendard"/>
              </a:rPr>
              <a:t> → </a:t>
            </a:r>
            <a:r>
              <a:rPr sz="1100" dirty="0" err="1">
                <a:solidFill>
                  <a:srgbClr val="5B4E44"/>
                </a:solidFill>
                <a:latin typeface="Pretendard"/>
                <a:ea typeface="Pretendard"/>
                <a:cs typeface="Pretendard"/>
              </a:rPr>
              <a:t>플레인</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오인식</a:t>
            </a:r>
            <a:r>
              <a:rPr sz="1100" dirty="0">
                <a:solidFill>
                  <a:srgbClr val="5B4E44"/>
                </a:solidFill>
                <a:latin typeface="Pretendard"/>
                <a:ea typeface="Pretendard"/>
                <a:cs typeface="Pretendard"/>
              </a:rPr>
              <a:t> 31건 </a:t>
            </a:r>
            <a:r>
              <a:rPr sz="1100" dirty="0" err="1">
                <a:solidFill>
                  <a:srgbClr val="5B4E44"/>
                </a:solidFill>
                <a:latin typeface="Pretendard"/>
                <a:ea typeface="Pretendard"/>
                <a:cs typeface="Pretendard"/>
              </a:rPr>
              <a:t>발생</a:t>
            </a:r>
            <a:endParaRPr sz="1100" dirty="0">
              <a:solidFill>
                <a:srgbClr val="5B4E44"/>
              </a:solidFill>
              <a:latin typeface="Pretendard"/>
              <a:ea typeface="Pretendard"/>
              <a:cs typeface="Pretendard"/>
            </a:endParaRPr>
          </a:p>
          <a:p>
            <a:pPr marL="158504" indent="-158504">
              <a:lnSpc>
                <a:spcPct val="140000"/>
              </a:lnSpc>
              <a:spcAft>
                <a:spcPts val="933"/>
              </a:spcAft>
              <a:buClr>
                <a:srgbClr val="C8641E"/>
              </a:buClr>
              <a:buFont typeface="Arial"/>
              <a:buChar char="•"/>
            </a:pPr>
            <a:r>
              <a:rPr sz="1100" dirty="0">
                <a:solidFill>
                  <a:srgbClr val="5B4E44"/>
                </a:solidFill>
                <a:latin typeface="Pretendard"/>
                <a:ea typeface="Pretendard"/>
                <a:cs typeface="Pretendard"/>
              </a:rPr>
              <a:t>빵 1장당 24.7ms </a:t>
            </a:r>
            <a:r>
              <a:rPr sz="1100" dirty="0" err="1">
                <a:solidFill>
                  <a:srgbClr val="5B4E44"/>
                </a:solidFill>
                <a:latin typeface="Pretendard"/>
                <a:ea typeface="Pretendard"/>
                <a:cs typeface="Pretendard"/>
              </a:rPr>
              <a:t>추가</a:t>
            </a:r>
            <a:endParaRPr sz="1100" dirty="0">
              <a:solidFill>
                <a:srgbClr val="5B4E44"/>
              </a:solidFill>
              <a:latin typeface="Pretendard"/>
              <a:ea typeface="Pretendard"/>
              <a:cs typeface="Pretendard"/>
            </a:endParaRPr>
          </a:p>
        </p:txBody>
      </p:sp>
      <p:cxnSp>
        <p:nvCxnSpPr>
          <p:cNvPr id="20" name="Connector 19"/>
          <p:cNvCxnSpPr/>
          <p:nvPr/>
        </p:nvCxnSpPr>
        <p:spPr>
          <a:xfrm>
            <a:off x="3642360" y="4785360"/>
            <a:ext cx="2118360" cy="0"/>
          </a:xfrm>
          <a:prstGeom prst="line">
            <a:avLst/>
          </a:prstGeom>
          <a:ln w="12700">
            <a:solidFill>
              <a:srgbClr val="E9E1D6"/>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642360" y="4907280"/>
            <a:ext cx="2118360" cy="147028"/>
          </a:xfrm>
          <a:prstGeom prst="rect">
            <a:avLst/>
          </a:prstGeom>
          <a:noFill/>
        </p:spPr>
        <p:txBody>
          <a:bodyPr wrap="square" lIns="0" tIns="0" rIns="0" bIns="0" anchor="t">
            <a:spAutoFit/>
          </a:bodyPr>
          <a:lstStyle/>
          <a:p>
            <a:pPr>
              <a:lnSpc>
                <a:spcPct val="120000"/>
              </a:lnSpc>
            </a:pPr>
            <a:r>
              <a:rPr sz="867">
                <a:solidFill>
                  <a:srgbClr val="8C8078"/>
                </a:solidFill>
                <a:latin typeface="Pretendard Medium"/>
                <a:ea typeface="Pretendard Medium"/>
                <a:cs typeface="Pretendard Medium"/>
              </a:rPr>
              <a:t>테스트 124장 오류</a:t>
            </a:r>
          </a:p>
        </p:txBody>
      </p:sp>
      <p:sp>
        <p:nvSpPr>
          <p:cNvPr id="22" name="TextBox 21"/>
          <p:cNvSpPr txBox="1"/>
          <p:nvPr/>
        </p:nvSpPr>
        <p:spPr>
          <a:xfrm>
            <a:off x="3642360" y="5151120"/>
            <a:ext cx="2118360" cy="307777"/>
          </a:xfrm>
          <a:prstGeom prst="rect">
            <a:avLst/>
          </a:prstGeom>
          <a:noFill/>
        </p:spPr>
        <p:txBody>
          <a:bodyPr wrap="square" lIns="0" tIns="0" rIns="0" bIns="0" anchor="t">
            <a:spAutoFit/>
          </a:bodyPr>
          <a:lstStyle/>
          <a:p>
            <a:r>
              <a:rPr sz="2000" spc="-53" dirty="0">
                <a:solidFill>
                  <a:srgbClr val="C9443A"/>
                </a:solidFill>
                <a:latin typeface="Pretendard ExtraBold"/>
                <a:ea typeface="Pretendard ExtraBold"/>
                <a:cs typeface="Pretendard ExtraBold"/>
              </a:rPr>
              <a:t>3</a:t>
            </a:r>
            <a:r>
              <a:rPr lang="en-US" sz="2000" spc="-53" dirty="0">
                <a:solidFill>
                  <a:srgbClr val="C9443A"/>
                </a:solidFill>
                <a:latin typeface="Pretendard ExtraBold"/>
                <a:ea typeface="Pretendard ExtraBold"/>
                <a:cs typeface="Pretendard ExtraBold"/>
              </a:rPr>
              <a:t>4</a:t>
            </a:r>
            <a:r>
              <a:rPr sz="2000" spc="-53" dirty="0">
                <a:solidFill>
                  <a:srgbClr val="C9443A"/>
                </a:solidFill>
                <a:latin typeface="Pretendard ExtraBold"/>
                <a:ea typeface="Pretendard ExtraBold"/>
                <a:cs typeface="Pretendard ExtraBold"/>
              </a:rPr>
              <a:t> → 56건</a:t>
            </a:r>
          </a:p>
        </p:txBody>
      </p:sp>
      <p:sp>
        <p:nvSpPr>
          <p:cNvPr id="23" name="Rounded Rectangle 22"/>
          <p:cNvSpPr/>
          <p:nvPr/>
        </p:nvSpPr>
        <p:spPr>
          <a:xfrm>
            <a:off x="6187440" y="1706880"/>
            <a:ext cx="2606040" cy="4175760"/>
          </a:xfrm>
          <a:prstGeom prst="roundRect">
            <a:avLst>
              <a:gd name="adj" fmla="val 4210"/>
            </a:avLst>
          </a:prstGeom>
          <a:solidFill>
            <a:srgbClr val="FFFFFF"/>
          </a:solidFill>
          <a:ln w="12700">
            <a:solidFill>
              <a:srgbClr val="E9E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4" name="TextBox 23"/>
          <p:cNvSpPr txBox="1"/>
          <p:nvPr/>
        </p:nvSpPr>
        <p:spPr>
          <a:xfrm>
            <a:off x="6431280" y="1938528"/>
            <a:ext cx="609600" cy="169598"/>
          </a:xfrm>
          <a:prstGeom prst="rect">
            <a:avLst/>
          </a:prstGeom>
          <a:noFill/>
        </p:spPr>
        <p:txBody>
          <a:bodyPr wrap="square" lIns="0" tIns="0" rIns="0" bIns="0" anchor="t">
            <a:spAutoFit/>
          </a:bodyPr>
          <a:lstStyle/>
          <a:p>
            <a:pPr>
              <a:lnSpc>
                <a:spcPct val="120000"/>
              </a:lnSpc>
            </a:pPr>
            <a:r>
              <a:rPr sz="1000" b="1">
                <a:solidFill>
                  <a:srgbClr val="8C8078"/>
                </a:solidFill>
                <a:latin typeface="Pretendard"/>
                <a:ea typeface="Pretendard"/>
                <a:cs typeface="Pretendard"/>
              </a:rPr>
              <a:t>03</a:t>
            </a:r>
          </a:p>
        </p:txBody>
      </p:sp>
      <p:sp>
        <p:nvSpPr>
          <p:cNvPr id="25" name="Rounded Rectangle 24"/>
          <p:cNvSpPr/>
          <p:nvPr/>
        </p:nvSpPr>
        <p:spPr>
          <a:xfrm>
            <a:off x="7781544" y="1901952"/>
            <a:ext cx="768096" cy="256032"/>
          </a:xfrm>
          <a:prstGeom prst="roundRect">
            <a:avLst>
              <a:gd name="adj" fmla="val 50000"/>
            </a:avLst>
          </a:prstGeom>
          <a:solidFill>
            <a:srgbClr val="E3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6" name="TextBox 25"/>
          <p:cNvSpPr txBox="1"/>
          <p:nvPr/>
        </p:nvSpPr>
        <p:spPr>
          <a:xfrm>
            <a:off x="7781544" y="1963251"/>
            <a:ext cx="768096" cy="133434"/>
          </a:xfrm>
          <a:prstGeom prst="rect">
            <a:avLst/>
          </a:prstGeom>
          <a:noFill/>
        </p:spPr>
        <p:txBody>
          <a:bodyPr wrap="square" lIns="0" tIns="0" rIns="0" bIns="0" anchor="ctr">
            <a:spAutoFit/>
          </a:bodyPr>
          <a:lstStyle/>
          <a:p>
            <a:pPr algn="ctr"/>
            <a:r>
              <a:rPr sz="867">
                <a:solidFill>
                  <a:srgbClr val="2F8A57"/>
                </a:solidFill>
                <a:latin typeface="Pretendard SemiBold"/>
                <a:ea typeface="Pretendard SemiBold"/>
                <a:cs typeface="Pretendard SemiBold"/>
              </a:rPr>
              <a:t>효과 큼</a:t>
            </a:r>
          </a:p>
        </p:txBody>
      </p:sp>
      <p:sp>
        <p:nvSpPr>
          <p:cNvPr id="27" name="TextBox 26"/>
          <p:cNvSpPr txBox="1"/>
          <p:nvPr/>
        </p:nvSpPr>
        <p:spPr>
          <a:xfrm>
            <a:off x="6431280" y="2316480"/>
            <a:ext cx="2118360" cy="237437"/>
          </a:xfrm>
          <a:prstGeom prst="rect">
            <a:avLst/>
          </a:prstGeom>
          <a:noFill/>
        </p:spPr>
        <p:txBody>
          <a:bodyPr wrap="square" lIns="0" tIns="0" rIns="0" bIns="0" anchor="t">
            <a:spAutoFit/>
          </a:bodyPr>
          <a:lstStyle/>
          <a:p>
            <a:pPr>
              <a:lnSpc>
                <a:spcPct val="120000"/>
              </a:lnSpc>
            </a:pPr>
            <a:r>
              <a:rPr sz="1400" b="1" spc="-13">
                <a:solidFill>
                  <a:srgbClr val="2A1F17"/>
                </a:solidFill>
                <a:latin typeface="Pretendard"/>
                <a:ea typeface="Pretendard"/>
                <a:cs typeface="Pretendard"/>
              </a:rPr>
              <a:t>데이터 보강</a:t>
            </a:r>
          </a:p>
        </p:txBody>
      </p:sp>
      <p:sp>
        <p:nvSpPr>
          <p:cNvPr id="28" name="TextBox 27"/>
          <p:cNvSpPr txBox="1"/>
          <p:nvPr/>
        </p:nvSpPr>
        <p:spPr>
          <a:xfrm>
            <a:off x="6431280" y="2834640"/>
            <a:ext cx="2118360" cy="937436"/>
          </a:xfrm>
          <a:prstGeom prst="rect">
            <a:avLst/>
          </a:prstGeom>
          <a:noFill/>
        </p:spPr>
        <p:txBody>
          <a:bodyPr wrap="square" lIns="0" tIns="0" rIns="0" bIns="0" anchor="t">
            <a:spAutoFit/>
          </a:bodyPr>
          <a:lstStyle/>
          <a:p>
            <a:pPr marL="158504" indent="-158504">
              <a:lnSpc>
                <a:spcPct val="140000"/>
              </a:lnSpc>
              <a:spcAft>
                <a:spcPts val="933"/>
              </a:spcAft>
              <a:buClr>
                <a:srgbClr val="C8641E"/>
              </a:buClr>
              <a:buFont typeface="Arial"/>
              <a:buChar char="•"/>
            </a:pPr>
            <a:r>
              <a:rPr sz="1100" dirty="0" err="1">
                <a:solidFill>
                  <a:srgbClr val="5B4E44"/>
                </a:solidFill>
                <a:latin typeface="Pretendard"/>
                <a:ea typeface="Pretendard"/>
                <a:cs typeface="Pretendard"/>
              </a:rPr>
              <a:t>비닐</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포장</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이미지</a:t>
            </a:r>
            <a:r>
              <a:rPr sz="1100" dirty="0">
                <a:solidFill>
                  <a:srgbClr val="5B4E44"/>
                </a:solidFill>
                <a:latin typeface="Pretendard"/>
                <a:ea typeface="Pretendard"/>
                <a:cs typeface="Pretendard"/>
              </a:rPr>
              <a:t> 110장 </a:t>
            </a:r>
            <a:r>
              <a:rPr sz="1100" dirty="0" err="1">
                <a:solidFill>
                  <a:srgbClr val="5B4E44"/>
                </a:solidFill>
                <a:latin typeface="Pretendard"/>
                <a:ea typeface="Pretendard"/>
                <a:cs typeface="Pretendard"/>
              </a:rPr>
              <a:t>추가</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촬영</a:t>
            </a:r>
            <a:endParaRPr sz="1100" dirty="0">
              <a:solidFill>
                <a:srgbClr val="5B4E44"/>
              </a:solidFill>
              <a:latin typeface="Pretendard"/>
              <a:ea typeface="Pretendard"/>
              <a:cs typeface="Pretendard"/>
            </a:endParaRPr>
          </a:p>
          <a:p>
            <a:pPr marL="158504" indent="-158504">
              <a:lnSpc>
                <a:spcPct val="140000"/>
              </a:lnSpc>
              <a:spcAft>
                <a:spcPts val="933"/>
              </a:spcAft>
              <a:buClr>
                <a:srgbClr val="C8641E"/>
              </a:buClr>
              <a:buFont typeface="Arial"/>
              <a:buChar char="•"/>
            </a:pPr>
            <a:r>
              <a:rPr sz="1100" dirty="0" err="1">
                <a:solidFill>
                  <a:srgbClr val="5B4E44"/>
                </a:solidFill>
                <a:latin typeface="Pretendard"/>
                <a:ea typeface="Pretendard"/>
                <a:cs typeface="Pretendard"/>
              </a:rPr>
              <a:t>학습</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라벨</a:t>
            </a:r>
            <a:r>
              <a:rPr sz="1100" dirty="0">
                <a:solidFill>
                  <a:srgbClr val="5B4E44"/>
                </a:solidFill>
                <a:latin typeface="Pretendard"/>
                <a:ea typeface="Pretendard"/>
                <a:cs typeface="Pretendard"/>
              </a:rPr>
              <a:t> 20장 </a:t>
            </a:r>
            <a:r>
              <a:rPr sz="1100" dirty="0" err="1">
                <a:solidFill>
                  <a:srgbClr val="5B4E44"/>
                </a:solidFill>
                <a:latin typeface="Pretendard"/>
                <a:ea typeface="Pretendard"/>
                <a:cs typeface="Pretendard"/>
              </a:rPr>
              <a:t>수정</a:t>
            </a:r>
            <a:endParaRPr sz="1100" dirty="0">
              <a:solidFill>
                <a:srgbClr val="5B4E44"/>
              </a:solidFill>
              <a:latin typeface="Pretendard"/>
              <a:ea typeface="Pretendard"/>
              <a:cs typeface="Pretendard"/>
            </a:endParaRPr>
          </a:p>
          <a:p>
            <a:pPr marL="158504" indent="-158504">
              <a:lnSpc>
                <a:spcPct val="140000"/>
              </a:lnSpc>
              <a:spcAft>
                <a:spcPts val="933"/>
              </a:spcAft>
              <a:buClr>
                <a:srgbClr val="C8641E"/>
              </a:buClr>
              <a:buFont typeface="Arial"/>
              <a:buChar char="•"/>
            </a:pPr>
            <a:r>
              <a:rPr sz="1100" dirty="0" err="1">
                <a:solidFill>
                  <a:srgbClr val="5B4E44"/>
                </a:solidFill>
                <a:latin typeface="Pretendard"/>
                <a:ea typeface="Pretendard"/>
                <a:cs typeface="Pretendard"/>
              </a:rPr>
              <a:t>재학습</a:t>
            </a:r>
            <a:r>
              <a:rPr sz="1100" dirty="0">
                <a:solidFill>
                  <a:srgbClr val="5B4E44"/>
                </a:solidFill>
                <a:latin typeface="Pretendard"/>
                <a:ea typeface="Pretendard"/>
                <a:cs typeface="Pretendard"/>
              </a:rPr>
              <a:t> (bread_0914)</a:t>
            </a:r>
          </a:p>
        </p:txBody>
      </p:sp>
      <p:cxnSp>
        <p:nvCxnSpPr>
          <p:cNvPr id="29" name="Connector 28"/>
          <p:cNvCxnSpPr/>
          <p:nvPr/>
        </p:nvCxnSpPr>
        <p:spPr>
          <a:xfrm>
            <a:off x="6431280" y="4785360"/>
            <a:ext cx="2118360" cy="0"/>
          </a:xfrm>
          <a:prstGeom prst="line">
            <a:avLst/>
          </a:prstGeom>
          <a:ln w="12700">
            <a:solidFill>
              <a:srgbClr val="E9E1D6"/>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431280" y="4907280"/>
            <a:ext cx="2118360" cy="147028"/>
          </a:xfrm>
          <a:prstGeom prst="rect">
            <a:avLst/>
          </a:prstGeom>
          <a:noFill/>
        </p:spPr>
        <p:txBody>
          <a:bodyPr wrap="square" lIns="0" tIns="0" rIns="0" bIns="0" anchor="t">
            <a:spAutoFit/>
          </a:bodyPr>
          <a:lstStyle/>
          <a:p>
            <a:pPr>
              <a:lnSpc>
                <a:spcPct val="120000"/>
              </a:lnSpc>
            </a:pPr>
            <a:r>
              <a:rPr sz="867">
                <a:solidFill>
                  <a:srgbClr val="8C8078"/>
                </a:solidFill>
                <a:latin typeface="Pretendard Medium"/>
                <a:ea typeface="Pretendard Medium"/>
                <a:cs typeface="Pretendard Medium"/>
              </a:rPr>
              <a:t>테스트 124장 오류</a:t>
            </a:r>
          </a:p>
        </p:txBody>
      </p:sp>
      <p:sp>
        <p:nvSpPr>
          <p:cNvPr id="31" name="TextBox 30"/>
          <p:cNvSpPr txBox="1"/>
          <p:nvPr/>
        </p:nvSpPr>
        <p:spPr>
          <a:xfrm>
            <a:off x="6431280" y="5151120"/>
            <a:ext cx="2118360" cy="307777"/>
          </a:xfrm>
          <a:prstGeom prst="rect">
            <a:avLst/>
          </a:prstGeom>
          <a:noFill/>
        </p:spPr>
        <p:txBody>
          <a:bodyPr wrap="square" lIns="0" tIns="0" rIns="0" bIns="0" anchor="t">
            <a:spAutoFit/>
          </a:bodyPr>
          <a:lstStyle/>
          <a:p>
            <a:r>
              <a:rPr sz="2000" spc="-53">
                <a:solidFill>
                  <a:srgbClr val="2F8A57"/>
                </a:solidFill>
                <a:latin typeface="Pretendard ExtraBold"/>
                <a:ea typeface="Pretendard ExtraBold"/>
                <a:cs typeface="Pretendard ExtraBold"/>
              </a:rPr>
              <a:t>38 → 22건</a:t>
            </a:r>
          </a:p>
        </p:txBody>
      </p:sp>
      <p:sp>
        <p:nvSpPr>
          <p:cNvPr id="32" name="Rounded Rectangle 31"/>
          <p:cNvSpPr/>
          <p:nvPr/>
        </p:nvSpPr>
        <p:spPr>
          <a:xfrm>
            <a:off x="8976360" y="1706880"/>
            <a:ext cx="2606040" cy="4175760"/>
          </a:xfrm>
          <a:prstGeom prst="roundRect">
            <a:avLst>
              <a:gd name="adj" fmla="val 4210"/>
            </a:avLst>
          </a:prstGeom>
          <a:solidFill>
            <a:srgbClr val="FFFFFF"/>
          </a:solidFill>
          <a:ln w="12700">
            <a:solidFill>
              <a:srgbClr val="E9E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33" name="TextBox 32"/>
          <p:cNvSpPr txBox="1"/>
          <p:nvPr/>
        </p:nvSpPr>
        <p:spPr>
          <a:xfrm>
            <a:off x="9220200" y="1938528"/>
            <a:ext cx="609600" cy="169598"/>
          </a:xfrm>
          <a:prstGeom prst="rect">
            <a:avLst/>
          </a:prstGeom>
          <a:noFill/>
        </p:spPr>
        <p:txBody>
          <a:bodyPr wrap="square" lIns="0" tIns="0" rIns="0" bIns="0" anchor="t">
            <a:spAutoFit/>
          </a:bodyPr>
          <a:lstStyle/>
          <a:p>
            <a:pPr>
              <a:lnSpc>
                <a:spcPct val="120000"/>
              </a:lnSpc>
            </a:pPr>
            <a:r>
              <a:rPr sz="1000" b="1">
                <a:solidFill>
                  <a:srgbClr val="8C8078"/>
                </a:solidFill>
                <a:latin typeface="Pretendard"/>
                <a:ea typeface="Pretendard"/>
                <a:cs typeface="Pretendard"/>
              </a:rPr>
              <a:t>04</a:t>
            </a:r>
          </a:p>
        </p:txBody>
      </p:sp>
      <p:sp>
        <p:nvSpPr>
          <p:cNvPr id="34" name="Rounded Rectangle 33"/>
          <p:cNvSpPr/>
          <p:nvPr/>
        </p:nvSpPr>
        <p:spPr>
          <a:xfrm>
            <a:off x="10454640" y="1901952"/>
            <a:ext cx="883920" cy="256032"/>
          </a:xfrm>
          <a:prstGeom prst="roundRect">
            <a:avLst>
              <a:gd name="adj" fmla="val 50000"/>
            </a:avLst>
          </a:prstGeom>
          <a:solidFill>
            <a:srgbClr val="E3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35" name="TextBox 34"/>
          <p:cNvSpPr txBox="1"/>
          <p:nvPr/>
        </p:nvSpPr>
        <p:spPr>
          <a:xfrm>
            <a:off x="10454640" y="1963251"/>
            <a:ext cx="883920" cy="133434"/>
          </a:xfrm>
          <a:prstGeom prst="rect">
            <a:avLst/>
          </a:prstGeom>
          <a:noFill/>
        </p:spPr>
        <p:txBody>
          <a:bodyPr wrap="square" lIns="0" tIns="0" rIns="0" bIns="0" anchor="ctr">
            <a:spAutoFit/>
          </a:bodyPr>
          <a:lstStyle/>
          <a:p>
            <a:pPr algn="ctr"/>
            <a:r>
              <a:rPr sz="867">
                <a:solidFill>
                  <a:srgbClr val="2F8A57"/>
                </a:solidFill>
                <a:latin typeface="Pretendard SemiBold"/>
                <a:ea typeface="Pretendard SemiBold"/>
                <a:cs typeface="Pretendard SemiBold"/>
              </a:rPr>
              <a:t>효과 있음</a:t>
            </a:r>
          </a:p>
        </p:txBody>
      </p:sp>
      <p:sp>
        <p:nvSpPr>
          <p:cNvPr id="36" name="TextBox 35"/>
          <p:cNvSpPr txBox="1"/>
          <p:nvPr/>
        </p:nvSpPr>
        <p:spPr>
          <a:xfrm>
            <a:off x="9220200" y="2316480"/>
            <a:ext cx="2118360" cy="237437"/>
          </a:xfrm>
          <a:prstGeom prst="rect">
            <a:avLst/>
          </a:prstGeom>
          <a:noFill/>
        </p:spPr>
        <p:txBody>
          <a:bodyPr wrap="square" lIns="0" tIns="0" rIns="0" bIns="0" anchor="t">
            <a:spAutoFit/>
          </a:bodyPr>
          <a:lstStyle/>
          <a:p>
            <a:pPr>
              <a:lnSpc>
                <a:spcPct val="120000"/>
              </a:lnSpc>
            </a:pPr>
            <a:r>
              <a:rPr sz="1400" b="1" spc="-13">
                <a:solidFill>
                  <a:srgbClr val="2A1F17"/>
                </a:solidFill>
                <a:latin typeface="Pretendard"/>
                <a:ea typeface="Pretendard"/>
                <a:cs typeface="Pretendard"/>
              </a:rPr>
              <a:t>모델 2개 앙상블</a:t>
            </a:r>
          </a:p>
        </p:txBody>
      </p:sp>
      <p:sp>
        <p:nvSpPr>
          <p:cNvPr id="37" name="TextBox 36"/>
          <p:cNvSpPr txBox="1"/>
          <p:nvPr/>
        </p:nvSpPr>
        <p:spPr>
          <a:xfrm>
            <a:off x="9220200" y="2834640"/>
            <a:ext cx="2118360" cy="1181542"/>
          </a:xfrm>
          <a:prstGeom prst="rect">
            <a:avLst/>
          </a:prstGeom>
          <a:noFill/>
        </p:spPr>
        <p:txBody>
          <a:bodyPr wrap="square" lIns="0" tIns="0" rIns="0" bIns="0" anchor="t">
            <a:spAutoFit/>
          </a:bodyPr>
          <a:lstStyle/>
          <a:p>
            <a:pPr marL="158504" indent="-158504">
              <a:lnSpc>
                <a:spcPct val="140000"/>
              </a:lnSpc>
              <a:spcAft>
                <a:spcPts val="933"/>
              </a:spcAft>
              <a:buClr>
                <a:srgbClr val="C8641E"/>
              </a:buClr>
              <a:buFont typeface="Arial"/>
              <a:buChar char="•"/>
            </a:pPr>
            <a:r>
              <a:rPr sz="1100" dirty="0">
                <a:solidFill>
                  <a:srgbClr val="5B4E44"/>
                </a:solidFill>
                <a:latin typeface="Pretendard"/>
                <a:ea typeface="Pretendard"/>
                <a:cs typeface="Pretendard"/>
              </a:rPr>
              <a:t>m13_A: </a:t>
            </a:r>
            <a:r>
              <a:rPr sz="1100" dirty="0" err="1">
                <a:solidFill>
                  <a:srgbClr val="5B4E44"/>
                </a:solidFill>
                <a:latin typeface="Pretendard"/>
                <a:ea typeface="Pretendard"/>
                <a:cs typeface="Pretendard"/>
              </a:rPr>
              <a:t>원본</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데이터</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학습</a:t>
            </a:r>
            <a:endParaRPr sz="1100" dirty="0">
              <a:solidFill>
                <a:srgbClr val="5B4E44"/>
              </a:solidFill>
              <a:latin typeface="Pretendard"/>
              <a:ea typeface="Pretendard"/>
              <a:cs typeface="Pretendard"/>
            </a:endParaRPr>
          </a:p>
          <a:p>
            <a:pPr marL="158504" indent="-158504">
              <a:lnSpc>
                <a:spcPct val="140000"/>
              </a:lnSpc>
              <a:spcAft>
                <a:spcPts val="933"/>
              </a:spcAft>
              <a:buClr>
                <a:srgbClr val="C8641E"/>
              </a:buClr>
              <a:buFont typeface="Arial"/>
              <a:buChar char="•"/>
            </a:pPr>
            <a:r>
              <a:rPr sz="1100" dirty="0">
                <a:solidFill>
                  <a:srgbClr val="5B4E44"/>
                </a:solidFill>
                <a:latin typeface="Pretendard"/>
                <a:ea typeface="Pretendard"/>
                <a:cs typeface="Pretendard"/>
              </a:rPr>
              <a:t>m13_B: 90° </a:t>
            </a:r>
            <a:r>
              <a:rPr sz="1100" dirty="0" err="1">
                <a:solidFill>
                  <a:srgbClr val="5B4E44"/>
                </a:solidFill>
                <a:latin typeface="Pretendard"/>
                <a:ea typeface="Pretendard"/>
                <a:cs typeface="Pretendard"/>
              </a:rPr>
              <a:t>회전</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사본</a:t>
            </a:r>
            <a:r>
              <a:rPr sz="1100" dirty="0">
                <a:solidFill>
                  <a:srgbClr val="5B4E44"/>
                </a:solidFill>
                <a:latin typeface="Pretendard"/>
                <a:ea typeface="Pretendard"/>
                <a:cs typeface="Pretendard"/>
              </a:rPr>
              <a:t> + </a:t>
            </a:r>
            <a:r>
              <a:rPr sz="1100" dirty="0" err="1">
                <a:solidFill>
                  <a:srgbClr val="5B4E44"/>
                </a:solidFill>
                <a:latin typeface="Pretendard"/>
                <a:ea typeface="Pretendard"/>
                <a:cs typeface="Pretendard"/>
              </a:rPr>
              <a:t>회전</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증강</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학습</a:t>
            </a:r>
            <a:endParaRPr sz="1100" dirty="0">
              <a:solidFill>
                <a:srgbClr val="5B4E44"/>
              </a:solidFill>
              <a:latin typeface="Pretendard"/>
              <a:ea typeface="Pretendard"/>
              <a:cs typeface="Pretendard"/>
            </a:endParaRPr>
          </a:p>
          <a:p>
            <a:pPr marL="158504" indent="-158504">
              <a:lnSpc>
                <a:spcPct val="140000"/>
              </a:lnSpc>
              <a:spcAft>
                <a:spcPts val="933"/>
              </a:spcAft>
              <a:buClr>
                <a:srgbClr val="C8641E"/>
              </a:buClr>
              <a:buFont typeface="Arial"/>
              <a:buChar char="•"/>
            </a:pPr>
            <a:r>
              <a:rPr sz="1100" dirty="0" err="1">
                <a:solidFill>
                  <a:srgbClr val="5B4E44"/>
                </a:solidFill>
                <a:latin typeface="Pretendard"/>
                <a:ea typeface="Pretendard"/>
                <a:cs typeface="Pretendard"/>
              </a:rPr>
              <a:t>WBF로</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결과</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병합</a:t>
            </a:r>
            <a:endParaRPr sz="1100" dirty="0">
              <a:solidFill>
                <a:srgbClr val="5B4E44"/>
              </a:solidFill>
              <a:latin typeface="Pretendard"/>
              <a:ea typeface="Pretendard"/>
              <a:cs typeface="Pretendard"/>
            </a:endParaRPr>
          </a:p>
        </p:txBody>
      </p:sp>
      <p:cxnSp>
        <p:nvCxnSpPr>
          <p:cNvPr id="38" name="Connector 37"/>
          <p:cNvCxnSpPr/>
          <p:nvPr/>
        </p:nvCxnSpPr>
        <p:spPr>
          <a:xfrm>
            <a:off x="9220200" y="4785360"/>
            <a:ext cx="2118360" cy="0"/>
          </a:xfrm>
          <a:prstGeom prst="line">
            <a:avLst/>
          </a:prstGeom>
          <a:ln w="12700">
            <a:solidFill>
              <a:srgbClr val="E9E1D6"/>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9220200" y="4907280"/>
            <a:ext cx="2118360" cy="147028"/>
          </a:xfrm>
          <a:prstGeom prst="rect">
            <a:avLst/>
          </a:prstGeom>
          <a:noFill/>
        </p:spPr>
        <p:txBody>
          <a:bodyPr wrap="square" lIns="0" tIns="0" rIns="0" bIns="0" anchor="t">
            <a:spAutoFit/>
          </a:bodyPr>
          <a:lstStyle/>
          <a:p>
            <a:pPr>
              <a:lnSpc>
                <a:spcPct val="120000"/>
              </a:lnSpc>
            </a:pPr>
            <a:r>
              <a:rPr sz="867">
                <a:solidFill>
                  <a:srgbClr val="8C8078"/>
                </a:solidFill>
                <a:latin typeface="Pretendard Medium"/>
                <a:ea typeface="Pretendard Medium"/>
                <a:cs typeface="Pretendard Medium"/>
              </a:rPr>
              <a:t>테스트 124장 오류 (버튼 인식)</a:t>
            </a:r>
          </a:p>
        </p:txBody>
      </p:sp>
      <p:sp>
        <p:nvSpPr>
          <p:cNvPr id="40" name="TextBox 39"/>
          <p:cNvSpPr txBox="1"/>
          <p:nvPr/>
        </p:nvSpPr>
        <p:spPr>
          <a:xfrm>
            <a:off x="9220200" y="5151120"/>
            <a:ext cx="2118360" cy="307777"/>
          </a:xfrm>
          <a:prstGeom prst="rect">
            <a:avLst/>
          </a:prstGeom>
          <a:noFill/>
        </p:spPr>
        <p:txBody>
          <a:bodyPr wrap="square" lIns="0" tIns="0" rIns="0" bIns="0" anchor="t">
            <a:spAutoFit/>
          </a:bodyPr>
          <a:lstStyle/>
          <a:p>
            <a:r>
              <a:rPr sz="2000" spc="-53">
                <a:solidFill>
                  <a:srgbClr val="2F8A57"/>
                </a:solidFill>
                <a:latin typeface="Pretendard ExtraBold"/>
                <a:ea typeface="Pretendard ExtraBold"/>
                <a:cs typeface="Pretendard ExtraBold"/>
              </a:rPr>
              <a:t>24 → 20건</a:t>
            </a:r>
          </a:p>
        </p:txBody>
      </p:sp>
      <p:sp>
        <p:nvSpPr>
          <p:cNvPr id="41" name="TextBox 40"/>
          <p:cNvSpPr txBox="1"/>
          <p:nvPr/>
        </p:nvSpPr>
        <p:spPr>
          <a:xfrm>
            <a:off x="609600" y="6096000"/>
            <a:ext cx="10972800" cy="135678"/>
          </a:xfrm>
          <a:prstGeom prst="rect">
            <a:avLst/>
          </a:prstGeom>
          <a:noFill/>
        </p:spPr>
        <p:txBody>
          <a:bodyPr wrap="square" lIns="0" tIns="0" rIns="0" bIns="0" anchor="t">
            <a:spAutoFit/>
          </a:bodyPr>
          <a:lstStyle/>
          <a:p>
            <a:pPr>
              <a:lnSpc>
                <a:spcPct val="120000"/>
              </a:lnSpc>
            </a:pPr>
            <a:r>
              <a:rPr sz="800">
                <a:solidFill>
                  <a:srgbClr val="8C8078"/>
                </a:solidFill>
                <a:latin typeface="Pretendard Medium"/>
                <a:ea typeface="Pretendard Medium"/>
                <a:cs typeface="Pretendard Medium"/>
              </a:rPr>
              <a:t>01·02: Colab에서 Jetson 후처리 재현 측정 (02는 01 설정 기준)  ·  03·04: Jetson 실측, 테스트 라벨 일부 수정 후 재측정</a:t>
            </a:r>
          </a:p>
        </p:txBody>
      </p:sp>
      <p:sp>
        <p:nvSpPr>
          <p:cNvPr id="42" name="TextBox 41"/>
          <p:cNvSpPr txBox="1"/>
          <p:nvPr/>
        </p:nvSpPr>
        <p:spPr>
          <a:xfrm>
            <a:off x="609600" y="6473952"/>
            <a:ext cx="3657600" cy="130100"/>
          </a:xfrm>
          <a:prstGeom prst="rect">
            <a:avLst/>
          </a:prstGeom>
          <a:noFill/>
        </p:spPr>
        <p:txBody>
          <a:bodyPr wrap="square" lIns="0" tIns="0" rIns="0" bIns="0" anchor="t">
            <a:spAutoFit/>
          </a:bodyPr>
          <a:lstStyle/>
          <a:p>
            <a:pPr>
              <a:lnSpc>
                <a:spcPct val="120000"/>
              </a:lnSpc>
            </a:pPr>
            <a:r>
              <a:rPr sz="767">
                <a:solidFill>
                  <a:srgbClr val="8C8078"/>
                </a:solidFill>
                <a:latin typeface="Pretendard Medium"/>
                <a:ea typeface="Pretendard Medium"/>
                <a:cs typeface="Pretendard Medium"/>
              </a:rPr>
              <a:t>BreadVision · 6조</a:t>
            </a:r>
          </a:p>
        </p:txBody>
      </p:sp>
      <p:sp>
        <p:nvSpPr>
          <p:cNvPr id="43" name="TextBox 42"/>
          <p:cNvSpPr txBox="1"/>
          <p:nvPr/>
        </p:nvSpPr>
        <p:spPr>
          <a:xfrm>
            <a:off x="9144000" y="6473952"/>
            <a:ext cx="2438400" cy="141642"/>
          </a:xfrm>
          <a:prstGeom prst="rect">
            <a:avLst/>
          </a:prstGeom>
          <a:noFill/>
        </p:spPr>
        <p:txBody>
          <a:bodyPr wrap="square" lIns="0" tIns="0" rIns="0" bIns="0" anchor="t">
            <a:spAutoFit/>
          </a:bodyPr>
          <a:lstStyle/>
          <a:p>
            <a:pPr algn="r">
              <a:lnSpc>
                <a:spcPct val="120000"/>
              </a:lnSpc>
            </a:pPr>
            <a:r>
              <a:rPr sz="767" dirty="0" smtClean="0">
                <a:solidFill>
                  <a:srgbClr val="8C8078"/>
                </a:solidFill>
                <a:latin typeface="Pretendard Medium"/>
                <a:ea typeface="Pretendard Medium"/>
                <a:cs typeface="Pretendard Medium"/>
              </a:rPr>
              <a:t>2</a:t>
            </a:r>
            <a:r>
              <a:rPr lang="en-US" sz="767" dirty="0" smtClean="0">
                <a:solidFill>
                  <a:srgbClr val="8C8078"/>
                </a:solidFill>
                <a:latin typeface="Pretendard Medium"/>
                <a:ea typeface="Pretendard Medium"/>
                <a:cs typeface="Pretendard Medium"/>
              </a:rPr>
              <a:t>1 </a:t>
            </a:r>
            <a:r>
              <a:rPr sz="767" dirty="0">
                <a:solidFill>
                  <a:srgbClr val="8C8078"/>
                </a:solidFill>
                <a:latin typeface="Pretendard Medium"/>
                <a:ea typeface="Pretendard Medium"/>
                <a:cs typeface="Pretendard Medium"/>
              </a:rPr>
              <a:t>/ </a:t>
            </a:r>
            <a:r>
              <a:rPr lang="en-US" altLang="ko-KR" sz="767" dirty="0" smtClean="0">
                <a:solidFill>
                  <a:srgbClr val="8C8078"/>
                </a:solidFill>
                <a:latin typeface="Pretendard Medium"/>
                <a:ea typeface="Pretendard Medium"/>
                <a:cs typeface="Pretendard Medium"/>
              </a:rPr>
              <a:t>36</a:t>
            </a:r>
            <a:endParaRPr sz="767" dirty="0">
              <a:solidFill>
                <a:srgbClr val="8C8078"/>
              </a:solidFill>
              <a:latin typeface="Pretendard Medium"/>
              <a:ea typeface="Pretendard Medium"/>
              <a:cs typeface="Pretendard Medium"/>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438912"/>
            <a:ext cx="10972800" cy="147028"/>
          </a:xfrm>
          <a:prstGeom prst="rect">
            <a:avLst/>
          </a:prstGeom>
          <a:noFill/>
        </p:spPr>
        <p:txBody>
          <a:bodyPr wrap="square" lIns="0" tIns="0" rIns="0" bIns="0" anchor="t">
            <a:spAutoFit/>
          </a:bodyPr>
          <a:lstStyle/>
          <a:p>
            <a:pPr>
              <a:lnSpc>
                <a:spcPct val="120000"/>
              </a:lnSpc>
            </a:pPr>
            <a:r>
              <a:rPr sz="867" spc="33">
                <a:solidFill>
                  <a:srgbClr val="C8641E"/>
                </a:solidFill>
                <a:latin typeface="Pretendard SemiBold"/>
                <a:ea typeface="Pretendard SemiBold"/>
                <a:cs typeface="Pretendard SemiBold"/>
              </a:rPr>
              <a:t>03  핵심 기술</a:t>
            </a:r>
          </a:p>
        </p:txBody>
      </p:sp>
      <p:sp>
        <p:nvSpPr>
          <p:cNvPr id="3" name="TextBox 2"/>
          <p:cNvSpPr txBox="1"/>
          <p:nvPr/>
        </p:nvSpPr>
        <p:spPr>
          <a:xfrm>
            <a:off x="609600" y="621792"/>
            <a:ext cx="10972800" cy="389787"/>
          </a:xfrm>
          <a:prstGeom prst="rect">
            <a:avLst/>
          </a:prstGeom>
          <a:noFill/>
        </p:spPr>
        <p:txBody>
          <a:bodyPr wrap="square" lIns="0" tIns="0" rIns="0" bIns="0" anchor="t">
            <a:spAutoFit/>
          </a:bodyPr>
          <a:lstStyle/>
          <a:p>
            <a:r>
              <a:rPr sz="2533" b="1" spc="-40">
                <a:solidFill>
                  <a:srgbClr val="2A1F17"/>
                </a:solidFill>
                <a:latin typeface="Pretendard"/>
                <a:ea typeface="Pretendard"/>
                <a:cs typeface="Pretendard"/>
              </a:rPr>
              <a:t>개선 결과 — 테스트 124장 오류 수</a:t>
            </a:r>
          </a:p>
        </p:txBody>
      </p:sp>
      <p:sp>
        <p:nvSpPr>
          <p:cNvPr id="4" name="TextBox 3"/>
          <p:cNvSpPr txBox="1"/>
          <p:nvPr/>
        </p:nvSpPr>
        <p:spPr>
          <a:xfrm>
            <a:off x="609600" y="1158240"/>
            <a:ext cx="10972800" cy="184666"/>
          </a:xfrm>
          <a:prstGeom prst="rect">
            <a:avLst/>
          </a:prstGeom>
          <a:noFill/>
        </p:spPr>
        <p:txBody>
          <a:bodyPr wrap="square" lIns="0" tIns="0" rIns="0" bIns="0" anchor="t">
            <a:spAutoFit/>
          </a:bodyPr>
          <a:lstStyle/>
          <a:p>
            <a:r>
              <a:rPr sz="1200">
                <a:solidFill>
                  <a:srgbClr val="8C8078"/>
                </a:solidFill>
                <a:latin typeface="Pretendard Medium"/>
                <a:ea typeface="Pretendard Medium"/>
                <a:cs typeface="Pretendard Medium"/>
              </a:rPr>
              <a:t>오류 = 착각 + 놓침 + 오검출 (신뢰도 0.45 기준)</a:t>
            </a:r>
          </a:p>
        </p:txBody>
      </p:sp>
      <p:sp>
        <p:nvSpPr>
          <p:cNvPr id="5" name="Rounded Rectangle 4"/>
          <p:cNvSpPr/>
          <p:nvPr/>
        </p:nvSpPr>
        <p:spPr>
          <a:xfrm>
            <a:off x="609600" y="1706880"/>
            <a:ext cx="7071360" cy="4267200"/>
          </a:xfrm>
          <a:prstGeom prst="roundRect">
            <a:avLst>
              <a:gd name="adj" fmla="val 2571"/>
            </a:avLst>
          </a:prstGeom>
          <a:solidFill>
            <a:srgbClr val="FFFFFF"/>
          </a:solidFill>
          <a:ln w="12700">
            <a:solidFill>
              <a:srgbClr val="E9E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graphicFrame>
        <p:nvGraphicFramePr>
          <p:cNvPr id="6" name="Chart 5"/>
          <p:cNvGraphicFramePr>
            <a:graphicFrameLocks noGrp="1"/>
          </p:cNvGraphicFramePr>
          <p:nvPr>
            <p:extLst>
              <p:ext uri="{D42A27DB-BD31-4B8C-83A1-F6EECF244321}">
                <p14:modId xmlns:p14="http://schemas.microsoft.com/office/powerpoint/2010/main" val="2829069744"/>
              </p:ext>
            </p:extLst>
          </p:nvPr>
        </p:nvGraphicFramePr>
        <p:xfrm>
          <a:off x="792480" y="1859280"/>
          <a:ext cx="6705600" cy="3992880"/>
        </p:xfrm>
        <a:graphic>
          <a:graphicData uri="http://schemas.openxmlformats.org/drawingml/2006/chart">
            <c:chart xmlns:c="http://schemas.openxmlformats.org/drawingml/2006/chart" xmlns:r="http://schemas.openxmlformats.org/officeDocument/2006/relationships" r:id="rId3"/>
          </a:graphicData>
        </a:graphic>
      </p:graphicFrame>
      <p:sp>
        <p:nvSpPr>
          <p:cNvPr id="7" name="Rounded Rectangle 6"/>
          <p:cNvSpPr/>
          <p:nvPr/>
        </p:nvSpPr>
        <p:spPr>
          <a:xfrm>
            <a:off x="7863840" y="1706880"/>
            <a:ext cx="3718560" cy="4267200"/>
          </a:xfrm>
          <a:prstGeom prst="roundRect">
            <a:avLst>
              <a:gd name="adj" fmla="val 2950"/>
            </a:avLst>
          </a:prstGeom>
          <a:solidFill>
            <a:srgbClr val="FFFFFF"/>
          </a:solidFill>
          <a:ln w="12700">
            <a:solidFill>
              <a:srgbClr val="E9E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8" name="TextBox 7"/>
          <p:cNvSpPr txBox="1"/>
          <p:nvPr/>
        </p:nvSpPr>
        <p:spPr>
          <a:xfrm>
            <a:off x="8107680" y="1938527"/>
            <a:ext cx="3230880" cy="152606"/>
          </a:xfrm>
          <a:prstGeom prst="rect">
            <a:avLst/>
          </a:prstGeom>
          <a:noFill/>
        </p:spPr>
        <p:txBody>
          <a:bodyPr wrap="square" lIns="0" tIns="0" rIns="0" bIns="0" anchor="t">
            <a:spAutoFit/>
          </a:bodyPr>
          <a:lstStyle/>
          <a:p>
            <a:pPr>
              <a:lnSpc>
                <a:spcPct val="120000"/>
              </a:lnSpc>
            </a:pPr>
            <a:r>
              <a:rPr sz="867" spc="27" dirty="0" err="1">
                <a:solidFill>
                  <a:srgbClr val="C8641E"/>
                </a:solidFill>
                <a:latin typeface="Pretendard SemiBold"/>
                <a:ea typeface="Pretendard SemiBold"/>
                <a:cs typeface="Pretendard SemiBold"/>
              </a:rPr>
              <a:t>결과</a:t>
            </a:r>
            <a:r>
              <a:rPr sz="867" spc="27" dirty="0">
                <a:solidFill>
                  <a:srgbClr val="C8641E"/>
                </a:solidFill>
                <a:latin typeface="Pretendard SemiBold"/>
                <a:ea typeface="Pretendard SemiBold"/>
                <a:cs typeface="Pretendard SemiBold"/>
              </a:rPr>
              <a:t> </a:t>
            </a:r>
            <a:r>
              <a:rPr sz="900" spc="27" dirty="0" err="1">
                <a:solidFill>
                  <a:srgbClr val="C8641E"/>
                </a:solidFill>
                <a:latin typeface="Pretendard SemiBold"/>
                <a:ea typeface="Pretendard SemiBold"/>
                <a:cs typeface="Pretendard SemiBold"/>
              </a:rPr>
              <a:t>정리</a:t>
            </a:r>
            <a:endParaRPr sz="900" spc="27" dirty="0">
              <a:solidFill>
                <a:srgbClr val="C8641E"/>
              </a:solidFill>
              <a:latin typeface="Pretendard SemiBold"/>
              <a:ea typeface="Pretendard SemiBold"/>
              <a:cs typeface="Pretendard SemiBold"/>
            </a:endParaRPr>
          </a:p>
        </p:txBody>
      </p:sp>
      <p:sp>
        <p:nvSpPr>
          <p:cNvPr id="9" name="TextBox 8"/>
          <p:cNvSpPr txBox="1"/>
          <p:nvPr/>
        </p:nvSpPr>
        <p:spPr>
          <a:xfrm>
            <a:off x="8107680" y="2170176"/>
            <a:ext cx="3230880" cy="169598"/>
          </a:xfrm>
          <a:prstGeom prst="rect">
            <a:avLst/>
          </a:prstGeom>
          <a:noFill/>
        </p:spPr>
        <p:txBody>
          <a:bodyPr wrap="square" lIns="0" tIns="0" rIns="0" bIns="0" anchor="t">
            <a:spAutoFit/>
          </a:bodyPr>
          <a:lstStyle/>
          <a:p>
            <a:pPr>
              <a:lnSpc>
                <a:spcPct val="120000"/>
              </a:lnSpc>
            </a:pPr>
            <a:r>
              <a:rPr sz="1000" dirty="0" err="1">
                <a:solidFill>
                  <a:srgbClr val="8C8078"/>
                </a:solidFill>
                <a:latin typeface="Pretendard SemiBold"/>
                <a:ea typeface="Pretendard SemiBold"/>
                <a:cs typeface="Pretendard SemiBold"/>
              </a:rPr>
              <a:t>데이터</a:t>
            </a:r>
            <a:r>
              <a:rPr sz="1000" dirty="0">
                <a:solidFill>
                  <a:srgbClr val="8C8078"/>
                </a:solidFill>
                <a:latin typeface="Pretendard SemiBold"/>
                <a:ea typeface="Pretendard SemiBold"/>
                <a:cs typeface="Pretendard SemiBold"/>
              </a:rPr>
              <a:t> </a:t>
            </a:r>
            <a:r>
              <a:rPr sz="1000" dirty="0" err="1">
                <a:solidFill>
                  <a:srgbClr val="8C8078"/>
                </a:solidFill>
                <a:latin typeface="Pretendard SemiBold"/>
                <a:ea typeface="Pretendard SemiBold"/>
                <a:cs typeface="Pretendard SemiBold"/>
              </a:rPr>
              <a:t>보강</a:t>
            </a:r>
            <a:endParaRPr sz="1000" dirty="0">
              <a:solidFill>
                <a:srgbClr val="8C8078"/>
              </a:solidFill>
              <a:latin typeface="Pretendard SemiBold"/>
              <a:ea typeface="Pretendard SemiBold"/>
              <a:cs typeface="Pretendard SemiBold"/>
            </a:endParaRPr>
          </a:p>
        </p:txBody>
      </p:sp>
      <p:sp>
        <p:nvSpPr>
          <p:cNvPr id="10" name="TextBox 9"/>
          <p:cNvSpPr txBox="1"/>
          <p:nvPr/>
        </p:nvSpPr>
        <p:spPr>
          <a:xfrm>
            <a:off x="8107680" y="2497686"/>
            <a:ext cx="3230880" cy="307777"/>
          </a:xfrm>
          <a:prstGeom prst="rect">
            <a:avLst/>
          </a:prstGeom>
          <a:noFill/>
        </p:spPr>
        <p:txBody>
          <a:bodyPr wrap="square" lIns="0" tIns="0" rIns="0" bIns="0" anchor="t">
            <a:spAutoFit/>
          </a:bodyPr>
          <a:lstStyle/>
          <a:p>
            <a:r>
              <a:rPr sz="2000" spc="-40" dirty="0">
                <a:solidFill>
                  <a:srgbClr val="C8641E"/>
                </a:solidFill>
                <a:latin typeface="Pretendard ExtraBold"/>
                <a:ea typeface="Pretendard ExtraBold"/>
                <a:cs typeface="Pretendard ExtraBold"/>
              </a:rPr>
              <a:t>38 → 22건</a:t>
            </a:r>
          </a:p>
        </p:txBody>
      </p:sp>
      <p:sp>
        <p:nvSpPr>
          <p:cNvPr id="11" name="TextBox 10"/>
          <p:cNvSpPr txBox="1"/>
          <p:nvPr/>
        </p:nvSpPr>
        <p:spPr>
          <a:xfrm>
            <a:off x="8107680" y="2840737"/>
            <a:ext cx="3230880" cy="199285"/>
          </a:xfrm>
          <a:prstGeom prst="rect">
            <a:avLst/>
          </a:prstGeom>
          <a:noFill/>
        </p:spPr>
        <p:txBody>
          <a:bodyPr wrap="square" lIns="0" tIns="0" rIns="0" bIns="0" anchor="t">
            <a:spAutoFit/>
          </a:bodyPr>
          <a:lstStyle/>
          <a:p>
            <a:pPr>
              <a:lnSpc>
                <a:spcPct val="130000"/>
              </a:lnSpc>
            </a:pPr>
            <a:r>
              <a:rPr sz="1100">
                <a:solidFill>
                  <a:srgbClr val="5B4E44"/>
                </a:solidFill>
                <a:latin typeface="Pretendard"/>
                <a:ea typeface="Pretendard"/>
                <a:cs typeface="Pretendard"/>
              </a:rPr>
              <a:t>오류 감소 폭 가장 큼 (-16건)</a:t>
            </a:r>
          </a:p>
        </p:txBody>
      </p:sp>
      <p:sp>
        <p:nvSpPr>
          <p:cNvPr id="12" name="TextBox 11"/>
          <p:cNvSpPr txBox="1"/>
          <p:nvPr/>
        </p:nvSpPr>
        <p:spPr>
          <a:xfrm>
            <a:off x="8107680" y="3358896"/>
            <a:ext cx="3230880" cy="169598"/>
          </a:xfrm>
          <a:prstGeom prst="rect">
            <a:avLst/>
          </a:prstGeom>
          <a:noFill/>
        </p:spPr>
        <p:txBody>
          <a:bodyPr wrap="square" lIns="0" tIns="0" rIns="0" bIns="0" anchor="t">
            <a:spAutoFit/>
          </a:bodyPr>
          <a:lstStyle/>
          <a:p>
            <a:pPr>
              <a:lnSpc>
                <a:spcPct val="120000"/>
              </a:lnSpc>
            </a:pPr>
            <a:r>
              <a:rPr sz="1000">
                <a:solidFill>
                  <a:srgbClr val="8C8078"/>
                </a:solidFill>
                <a:latin typeface="Pretendard SemiBold"/>
                <a:ea typeface="Pretendard SemiBold"/>
                <a:cs typeface="Pretendard SemiBold"/>
              </a:rPr>
              <a:t>앙상블</a:t>
            </a:r>
          </a:p>
        </p:txBody>
      </p:sp>
      <p:sp>
        <p:nvSpPr>
          <p:cNvPr id="13" name="TextBox 12"/>
          <p:cNvSpPr txBox="1"/>
          <p:nvPr/>
        </p:nvSpPr>
        <p:spPr>
          <a:xfrm>
            <a:off x="8107680" y="3686406"/>
            <a:ext cx="3230880" cy="307777"/>
          </a:xfrm>
          <a:prstGeom prst="rect">
            <a:avLst/>
          </a:prstGeom>
          <a:noFill/>
        </p:spPr>
        <p:txBody>
          <a:bodyPr wrap="square" lIns="0" tIns="0" rIns="0" bIns="0" anchor="t">
            <a:spAutoFit/>
          </a:bodyPr>
          <a:lstStyle/>
          <a:p>
            <a:r>
              <a:rPr sz="2000" spc="-40" dirty="0">
                <a:solidFill>
                  <a:srgbClr val="C8641E"/>
                </a:solidFill>
                <a:latin typeface="Pretendard ExtraBold"/>
                <a:ea typeface="Pretendard ExtraBold"/>
                <a:cs typeface="Pretendard ExtraBold"/>
              </a:rPr>
              <a:t>24 → 20건</a:t>
            </a:r>
          </a:p>
        </p:txBody>
      </p:sp>
      <p:sp>
        <p:nvSpPr>
          <p:cNvPr id="14" name="TextBox 13"/>
          <p:cNvSpPr txBox="1"/>
          <p:nvPr/>
        </p:nvSpPr>
        <p:spPr>
          <a:xfrm>
            <a:off x="8107680" y="4029456"/>
            <a:ext cx="3230880" cy="199285"/>
          </a:xfrm>
          <a:prstGeom prst="rect">
            <a:avLst/>
          </a:prstGeom>
          <a:noFill/>
        </p:spPr>
        <p:txBody>
          <a:bodyPr wrap="square" lIns="0" tIns="0" rIns="0" bIns="0" anchor="t">
            <a:spAutoFit/>
          </a:bodyPr>
          <a:lstStyle/>
          <a:p>
            <a:pPr>
              <a:lnSpc>
                <a:spcPct val="130000"/>
              </a:lnSpc>
            </a:pPr>
            <a:r>
              <a:rPr sz="1100" dirty="0" err="1">
                <a:solidFill>
                  <a:srgbClr val="5B4E44"/>
                </a:solidFill>
                <a:latin typeface="Pretendard"/>
                <a:ea typeface="Pretendard"/>
                <a:cs typeface="Pretendard"/>
              </a:rPr>
              <a:t>버튼</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인식</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기준</a:t>
            </a:r>
            <a:r>
              <a:rPr sz="1100" dirty="0">
                <a:solidFill>
                  <a:srgbClr val="5B4E44"/>
                </a:solidFill>
                <a:latin typeface="Pretendard"/>
                <a:ea typeface="Pretendard"/>
                <a:cs typeface="Pretendard"/>
              </a:rPr>
              <a:t> · </a:t>
            </a:r>
            <a:r>
              <a:rPr sz="1100" dirty="0" err="1">
                <a:solidFill>
                  <a:srgbClr val="5B4E44"/>
                </a:solidFill>
                <a:latin typeface="Pretendard"/>
                <a:ea typeface="Pretendard"/>
                <a:cs typeface="Pretendard"/>
              </a:rPr>
              <a:t>실시간은</a:t>
            </a:r>
            <a:r>
              <a:rPr sz="1100" dirty="0">
                <a:solidFill>
                  <a:srgbClr val="5B4E44"/>
                </a:solidFill>
                <a:latin typeface="Pretendard"/>
                <a:ea typeface="Pretendard"/>
                <a:cs typeface="Pretendard"/>
              </a:rPr>
              <a:t> 21 → 23건 · </a:t>
            </a:r>
            <a:r>
              <a:rPr sz="1100" dirty="0" err="1">
                <a:solidFill>
                  <a:srgbClr val="5B4E44"/>
                </a:solidFill>
                <a:latin typeface="Pretendard"/>
                <a:ea typeface="Pretendard"/>
                <a:cs typeface="Pretendard"/>
              </a:rPr>
              <a:t>추론</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시간</a:t>
            </a:r>
            <a:r>
              <a:rPr sz="1100" dirty="0">
                <a:solidFill>
                  <a:srgbClr val="5B4E44"/>
                </a:solidFill>
                <a:latin typeface="Pretendard"/>
                <a:ea typeface="Pretendard"/>
                <a:cs typeface="Pretendard"/>
              </a:rPr>
              <a:t> 약 2배</a:t>
            </a:r>
          </a:p>
        </p:txBody>
      </p:sp>
      <p:sp>
        <p:nvSpPr>
          <p:cNvPr id="15" name="TextBox 14"/>
          <p:cNvSpPr txBox="1"/>
          <p:nvPr/>
        </p:nvSpPr>
        <p:spPr>
          <a:xfrm>
            <a:off x="8107680" y="4547616"/>
            <a:ext cx="3230880" cy="169598"/>
          </a:xfrm>
          <a:prstGeom prst="rect">
            <a:avLst/>
          </a:prstGeom>
          <a:noFill/>
        </p:spPr>
        <p:txBody>
          <a:bodyPr wrap="square" lIns="0" tIns="0" rIns="0" bIns="0" anchor="t">
            <a:spAutoFit/>
          </a:bodyPr>
          <a:lstStyle/>
          <a:p>
            <a:pPr>
              <a:lnSpc>
                <a:spcPct val="120000"/>
              </a:lnSpc>
            </a:pPr>
            <a:r>
              <a:rPr sz="1000">
                <a:solidFill>
                  <a:srgbClr val="8C8078"/>
                </a:solidFill>
                <a:latin typeface="Pretendard SemiBold"/>
                <a:ea typeface="Pretendard SemiBold"/>
                <a:cs typeface="Pretendard SemiBold"/>
              </a:rPr>
              <a:t>기본 설정</a:t>
            </a:r>
          </a:p>
        </p:txBody>
      </p:sp>
      <p:sp>
        <p:nvSpPr>
          <p:cNvPr id="16" name="TextBox 15"/>
          <p:cNvSpPr txBox="1"/>
          <p:nvPr/>
        </p:nvSpPr>
        <p:spPr>
          <a:xfrm>
            <a:off x="8107680" y="4875126"/>
            <a:ext cx="3230880" cy="307777"/>
          </a:xfrm>
          <a:prstGeom prst="rect">
            <a:avLst/>
          </a:prstGeom>
          <a:noFill/>
        </p:spPr>
        <p:txBody>
          <a:bodyPr wrap="square" lIns="0" tIns="0" rIns="0" bIns="0" anchor="t">
            <a:spAutoFit/>
          </a:bodyPr>
          <a:lstStyle/>
          <a:p>
            <a:r>
              <a:rPr sz="2000" spc="-40" dirty="0" err="1">
                <a:solidFill>
                  <a:srgbClr val="2A1F17"/>
                </a:solidFill>
                <a:latin typeface="Pretendard ExtraBold"/>
                <a:ea typeface="Pretendard ExtraBold"/>
                <a:cs typeface="Pretendard ExtraBold"/>
              </a:rPr>
              <a:t>앙상블</a:t>
            </a:r>
            <a:endParaRPr sz="2000" spc="-40" dirty="0">
              <a:solidFill>
                <a:srgbClr val="2A1F17"/>
              </a:solidFill>
              <a:latin typeface="Pretendard ExtraBold"/>
              <a:ea typeface="Pretendard ExtraBold"/>
              <a:cs typeface="Pretendard ExtraBold"/>
            </a:endParaRPr>
          </a:p>
        </p:txBody>
      </p:sp>
      <p:sp>
        <p:nvSpPr>
          <p:cNvPr id="17" name="TextBox 16"/>
          <p:cNvSpPr txBox="1"/>
          <p:nvPr/>
        </p:nvSpPr>
        <p:spPr>
          <a:xfrm>
            <a:off x="8107680" y="5218176"/>
            <a:ext cx="3230880" cy="199285"/>
          </a:xfrm>
          <a:prstGeom prst="rect">
            <a:avLst/>
          </a:prstGeom>
          <a:noFill/>
        </p:spPr>
        <p:txBody>
          <a:bodyPr wrap="square" lIns="0" tIns="0" rIns="0" bIns="0" anchor="t">
            <a:spAutoFit/>
          </a:bodyPr>
          <a:lstStyle/>
          <a:p>
            <a:pPr>
              <a:lnSpc>
                <a:spcPct val="130000"/>
              </a:lnSpc>
            </a:pPr>
            <a:r>
              <a:rPr sz="1100" dirty="0" err="1">
                <a:solidFill>
                  <a:srgbClr val="5B4E44"/>
                </a:solidFill>
                <a:latin typeface="Pretendard"/>
                <a:ea typeface="Pretendard"/>
                <a:cs typeface="Pretendard"/>
              </a:rPr>
              <a:t>주문표</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입력에</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사용되는</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버튼</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인식</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정확도</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기준으로</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채택</a:t>
            </a:r>
            <a:endParaRPr sz="1100" dirty="0">
              <a:solidFill>
                <a:srgbClr val="5B4E44"/>
              </a:solidFill>
              <a:latin typeface="Pretendard"/>
              <a:ea typeface="Pretendard"/>
              <a:cs typeface="Pretendard"/>
            </a:endParaRPr>
          </a:p>
        </p:txBody>
      </p:sp>
      <p:sp>
        <p:nvSpPr>
          <p:cNvPr id="18" name="TextBox 17"/>
          <p:cNvSpPr txBox="1"/>
          <p:nvPr/>
        </p:nvSpPr>
        <p:spPr>
          <a:xfrm>
            <a:off x="609600" y="6096000"/>
            <a:ext cx="10972800" cy="135678"/>
          </a:xfrm>
          <a:prstGeom prst="rect">
            <a:avLst/>
          </a:prstGeom>
          <a:noFill/>
        </p:spPr>
        <p:txBody>
          <a:bodyPr wrap="square" lIns="0" tIns="0" rIns="0" bIns="0" anchor="t">
            <a:spAutoFit/>
          </a:bodyPr>
          <a:lstStyle/>
          <a:p>
            <a:pPr>
              <a:lnSpc>
                <a:spcPct val="120000"/>
              </a:lnSpc>
            </a:pPr>
            <a:r>
              <a:rPr sz="800">
                <a:solidFill>
                  <a:srgbClr val="8C8078"/>
                </a:solidFill>
                <a:latin typeface="Pretendard Medium"/>
                <a:ea typeface="Pretendard Medium"/>
                <a:cs typeface="Pretendard Medium"/>
              </a:rPr>
              <a:t>cmp_11n: Colab에서 Jetson 후처리 재현 측정(빵 1,066개), TTA 측정 없음  ·  나머지: Jetson 실측, 테스트 라벨 일부 수정 후 빵 1,056개</a:t>
            </a:r>
          </a:p>
        </p:txBody>
      </p:sp>
      <p:sp>
        <p:nvSpPr>
          <p:cNvPr id="19" name="TextBox 18"/>
          <p:cNvSpPr txBox="1"/>
          <p:nvPr/>
        </p:nvSpPr>
        <p:spPr>
          <a:xfrm>
            <a:off x="609600" y="6473952"/>
            <a:ext cx="3657600" cy="130100"/>
          </a:xfrm>
          <a:prstGeom prst="rect">
            <a:avLst/>
          </a:prstGeom>
          <a:noFill/>
        </p:spPr>
        <p:txBody>
          <a:bodyPr wrap="square" lIns="0" tIns="0" rIns="0" bIns="0" anchor="t">
            <a:spAutoFit/>
          </a:bodyPr>
          <a:lstStyle/>
          <a:p>
            <a:pPr>
              <a:lnSpc>
                <a:spcPct val="120000"/>
              </a:lnSpc>
            </a:pPr>
            <a:r>
              <a:rPr sz="767">
                <a:solidFill>
                  <a:srgbClr val="8C8078"/>
                </a:solidFill>
                <a:latin typeface="Pretendard Medium"/>
                <a:ea typeface="Pretendard Medium"/>
                <a:cs typeface="Pretendard Medium"/>
              </a:rPr>
              <a:t>BreadVision · 6조</a:t>
            </a:r>
          </a:p>
        </p:txBody>
      </p:sp>
      <p:sp>
        <p:nvSpPr>
          <p:cNvPr id="20" name="TextBox 19"/>
          <p:cNvSpPr txBox="1"/>
          <p:nvPr/>
        </p:nvSpPr>
        <p:spPr>
          <a:xfrm>
            <a:off x="9144000" y="6473952"/>
            <a:ext cx="2438400" cy="141642"/>
          </a:xfrm>
          <a:prstGeom prst="rect">
            <a:avLst/>
          </a:prstGeom>
          <a:noFill/>
        </p:spPr>
        <p:txBody>
          <a:bodyPr wrap="square" lIns="0" tIns="0" rIns="0" bIns="0" anchor="t">
            <a:spAutoFit/>
          </a:bodyPr>
          <a:lstStyle/>
          <a:p>
            <a:pPr algn="r">
              <a:lnSpc>
                <a:spcPct val="120000"/>
              </a:lnSpc>
            </a:pPr>
            <a:r>
              <a:rPr sz="767" dirty="0">
                <a:solidFill>
                  <a:srgbClr val="8C8078"/>
                </a:solidFill>
                <a:latin typeface="Pretendard Medium"/>
                <a:ea typeface="Pretendard Medium"/>
                <a:cs typeface="Pretendard Medium"/>
              </a:rPr>
              <a:t>2</a:t>
            </a:r>
            <a:r>
              <a:rPr lang="en-US" sz="767" dirty="0" smtClean="0">
                <a:solidFill>
                  <a:srgbClr val="8C8078"/>
                </a:solidFill>
                <a:latin typeface="Pretendard Medium"/>
                <a:ea typeface="Pretendard Medium"/>
                <a:cs typeface="Pretendard Medium"/>
              </a:rPr>
              <a:t>2</a:t>
            </a:r>
            <a:r>
              <a:rPr sz="767" dirty="0" smtClean="0">
                <a:solidFill>
                  <a:srgbClr val="8C8078"/>
                </a:solidFill>
                <a:latin typeface="Pretendard Medium"/>
                <a:ea typeface="Pretendard Medium"/>
                <a:cs typeface="Pretendard Medium"/>
              </a:rPr>
              <a:t> </a:t>
            </a:r>
            <a:r>
              <a:rPr sz="767" dirty="0">
                <a:solidFill>
                  <a:srgbClr val="8C8078"/>
                </a:solidFill>
                <a:latin typeface="Pretendard Medium"/>
                <a:ea typeface="Pretendard Medium"/>
                <a:cs typeface="Pretendard Medium"/>
              </a:rPr>
              <a:t>/ </a:t>
            </a:r>
            <a:r>
              <a:rPr lang="en-US" altLang="ko-KR" sz="767" dirty="0" smtClean="0">
                <a:solidFill>
                  <a:srgbClr val="8C8078"/>
                </a:solidFill>
                <a:latin typeface="Pretendard Medium"/>
                <a:ea typeface="Pretendard Medium"/>
                <a:cs typeface="Pretendard Medium"/>
              </a:rPr>
              <a:t>36</a:t>
            </a:r>
            <a:endParaRPr sz="767" dirty="0">
              <a:solidFill>
                <a:srgbClr val="8C8078"/>
              </a:solidFill>
              <a:latin typeface="Pretendard Medium"/>
              <a:ea typeface="Pretendard Medium"/>
              <a:cs typeface="Pretendard Medium"/>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438912"/>
            <a:ext cx="10972800" cy="147028"/>
          </a:xfrm>
          <a:prstGeom prst="rect">
            <a:avLst/>
          </a:prstGeom>
          <a:noFill/>
        </p:spPr>
        <p:txBody>
          <a:bodyPr wrap="square" lIns="0" tIns="0" rIns="0" bIns="0" anchor="t">
            <a:spAutoFit/>
          </a:bodyPr>
          <a:lstStyle/>
          <a:p>
            <a:pPr>
              <a:lnSpc>
                <a:spcPct val="120000"/>
              </a:lnSpc>
            </a:pPr>
            <a:r>
              <a:rPr sz="867" spc="33">
                <a:solidFill>
                  <a:srgbClr val="C8641E"/>
                </a:solidFill>
                <a:latin typeface="Pretendard SemiBold"/>
                <a:ea typeface="Pretendard SemiBold"/>
                <a:cs typeface="Pretendard SemiBold"/>
              </a:rPr>
              <a:t>03  핵심 기술</a:t>
            </a:r>
          </a:p>
        </p:txBody>
      </p:sp>
      <p:sp>
        <p:nvSpPr>
          <p:cNvPr id="3" name="TextBox 2"/>
          <p:cNvSpPr txBox="1"/>
          <p:nvPr/>
        </p:nvSpPr>
        <p:spPr>
          <a:xfrm>
            <a:off x="609600" y="621792"/>
            <a:ext cx="10972800" cy="389787"/>
          </a:xfrm>
          <a:prstGeom prst="rect">
            <a:avLst/>
          </a:prstGeom>
          <a:noFill/>
        </p:spPr>
        <p:txBody>
          <a:bodyPr wrap="square" lIns="0" tIns="0" rIns="0" bIns="0" anchor="t">
            <a:spAutoFit/>
          </a:bodyPr>
          <a:lstStyle/>
          <a:p>
            <a:r>
              <a:rPr sz="2533" b="1" spc="-40">
                <a:solidFill>
                  <a:srgbClr val="2A1F17"/>
                </a:solidFill>
                <a:latin typeface="Pretendard"/>
                <a:ea typeface="Pretendard"/>
                <a:cs typeface="Pretendard"/>
              </a:rPr>
              <a:t>앙상블 구현 (Weighted Box Fusion)</a:t>
            </a:r>
          </a:p>
        </p:txBody>
      </p:sp>
      <p:sp>
        <p:nvSpPr>
          <p:cNvPr id="4" name="TextBox 3"/>
          <p:cNvSpPr txBox="1"/>
          <p:nvPr/>
        </p:nvSpPr>
        <p:spPr>
          <a:xfrm>
            <a:off x="609600" y="1158240"/>
            <a:ext cx="10972800" cy="184666"/>
          </a:xfrm>
          <a:prstGeom prst="rect">
            <a:avLst/>
          </a:prstGeom>
          <a:noFill/>
        </p:spPr>
        <p:txBody>
          <a:bodyPr wrap="square" lIns="0" tIns="0" rIns="0" bIns="0" anchor="t">
            <a:spAutoFit/>
          </a:bodyPr>
          <a:lstStyle/>
          <a:p>
            <a:r>
              <a:rPr sz="1200" dirty="0">
                <a:solidFill>
                  <a:srgbClr val="8C8078"/>
                </a:solidFill>
                <a:latin typeface="Pretendard Medium"/>
                <a:ea typeface="Pretendard Medium"/>
                <a:cs typeface="Pretendard Medium"/>
              </a:rPr>
              <a:t>ai/fuse.py </a:t>
            </a:r>
            <a:r>
              <a:rPr sz="1200" dirty="0" err="1" smtClean="0">
                <a:solidFill>
                  <a:srgbClr val="8C8078"/>
                </a:solidFill>
                <a:latin typeface="Pretendard Medium"/>
                <a:ea typeface="Pretendard Medium"/>
                <a:cs typeface="Pretendard Medium"/>
              </a:rPr>
              <a:t>구현</a:t>
            </a:r>
            <a:r>
              <a:rPr sz="1200" dirty="0" smtClean="0">
                <a:solidFill>
                  <a:srgbClr val="8C8078"/>
                </a:solidFill>
                <a:latin typeface="Pretendard Medium"/>
                <a:ea typeface="Pretendard Medium"/>
                <a:cs typeface="Pretendard Medium"/>
              </a:rPr>
              <a:t> </a:t>
            </a:r>
            <a:r>
              <a:rPr sz="1200" dirty="0">
                <a:solidFill>
                  <a:srgbClr val="8C8078"/>
                </a:solidFill>
                <a:latin typeface="Pretendard Medium"/>
                <a:ea typeface="Pretendard Medium"/>
                <a:cs typeface="Pretendard Medium"/>
              </a:rPr>
              <a:t>중 </a:t>
            </a:r>
            <a:r>
              <a:rPr sz="1200" dirty="0" err="1">
                <a:solidFill>
                  <a:srgbClr val="8C8078"/>
                </a:solidFill>
                <a:latin typeface="Pretendard Medium"/>
                <a:ea typeface="Pretendard Medium"/>
                <a:cs typeface="Pretendard Medium"/>
              </a:rPr>
              <a:t>발생한</a:t>
            </a:r>
            <a:r>
              <a:rPr sz="1200" dirty="0">
                <a:solidFill>
                  <a:srgbClr val="8C8078"/>
                </a:solidFill>
                <a:latin typeface="Pretendard Medium"/>
                <a:ea typeface="Pretendard Medium"/>
                <a:cs typeface="Pretendard Medium"/>
              </a:rPr>
              <a:t> </a:t>
            </a:r>
            <a:r>
              <a:rPr sz="1200" dirty="0" err="1">
                <a:solidFill>
                  <a:srgbClr val="8C8078"/>
                </a:solidFill>
                <a:latin typeface="Pretendard Medium"/>
                <a:ea typeface="Pretendard Medium"/>
                <a:cs typeface="Pretendard Medium"/>
              </a:rPr>
              <a:t>문제</a:t>
            </a:r>
            <a:r>
              <a:rPr sz="1200" dirty="0">
                <a:solidFill>
                  <a:srgbClr val="8C8078"/>
                </a:solidFill>
                <a:latin typeface="Pretendard Medium"/>
                <a:ea typeface="Pretendard Medium"/>
                <a:cs typeface="Pretendard Medium"/>
              </a:rPr>
              <a:t> 3가지 및 </a:t>
            </a:r>
            <a:r>
              <a:rPr sz="1200" dirty="0" err="1">
                <a:solidFill>
                  <a:srgbClr val="8C8078"/>
                </a:solidFill>
                <a:latin typeface="Pretendard Medium"/>
                <a:ea typeface="Pretendard Medium"/>
                <a:cs typeface="Pretendard Medium"/>
              </a:rPr>
              <a:t>해결</a:t>
            </a:r>
            <a:endParaRPr sz="1200" dirty="0">
              <a:solidFill>
                <a:srgbClr val="8C8078"/>
              </a:solidFill>
              <a:latin typeface="Pretendard Medium"/>
              <a:ea typeface="Pretendard Medium"/>
              <a:cs typeface="Pretendard Medium"/>
            </a:endParaRPr>
          </a:p>
        </p:txBody>
      </p:sp>
      <p:sp>
        <p:nvSpPr>
          <p:cNvPr id="5" name="Rounded Rectangle 4"/>
          <p:cNvSpPr/>
          <p:nvPr/>
        </p:nvSpPr>
        <p:spPr>
          <a:xfrm>
            <a:off x="609600" y="1706880"/>
            <a:ext cx="5425440" cy="4450080"/>
          </a:xfrm>
          <a:prstGeom prst="roundRect">
            <a:avLst>
              <a:gd name="adj" fmla="val 2465"/>
            </a:avLst>
          </a:prstGeom>
          <a:solidFill>
            <a:srgbClr val="2A1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6" name="TextBox 5"/>
          <p:cNvSpPr txBox="1"/>
          <p:nvPr/>
        </p:nvSpPr>
        <p:spPr>
          <a:xfrm>
            <a:off x="883920" y="1920240"/>
            <a:ext cx="4876800" cy="147028"/>
          </a:xfrm>
          <a:prstGeom prst="rect">
            <a:avLst/>
          </a:prstGeom>
          <a:noFill/>
        </p:spPr>
        <p:txBody>
          <a:bodyPr wrap="square" lIns="0" tIns="0" rIns="0" bIns="0" anchor="t">
            <a:spAutoFit/>
          </a:bodyPr>
          <a:lstStyle/>
          <a:p>
            <a:pPr>
              <a:lnSpc>
                <a:spcPct val="120000"/>
              </a:lnSpc>
            </a:pPr>
            <a:r>
              <a:rPr sz="867" spc="27">
                <a:solidFill>
                  <a:srgbClr val="E8A36A"/>
                </a:solidFill>
                <a:latin typeface="Pretendard SemiBold"/>
                <a:ea typeface="Pretendard SemiBold"/>
                <a:cs typeface="Pretendard SemiBold"/>
              </a:rPr>
              <a:t>fuse() 핵심 코드</a:t>
            </a:r>
          </a:p>
        </p:txBody>
      </p:sp>
      <p:sp>
        <p:nvSpPr>
          <p:cNvPr id="7" name="TextBox 6"/>
          <p:cNvSpPr txBox="1"/>
          <p:nvPr/>
        </p:nvSpPr>
        <p:spPr>
          <a:xfrm>
            <a:off x="883921" y="2255520"/>
            <a:ext cx="4998719" cy="2782878"/>
          </a:xfrm>
          <a:prstGeom prst="rect">
            <a:avLst/>
          </a:prstGeom>
          <a:noFill/>
        </p:spPr>
        <p:txBody>
          <a:bodyPr wrap="square" lIns="0" tIns="0" rIns="0" bIns="0" anchor="t">
            <a:spAutoFit/>
          </a:bodyPr>
          <a:lstStyle/>
          <a:p>
            <a:pPr>
              <a:lnSpc>
                <a:spcPct val="112000"/>
              </a:lnSpc>
            </a:pPr>
            <a:r>
              <a:rPr sz="900" dirty="0" err="1">
                <a:solidFill>
                  <a:srgbClr val="F3E9DD"/>
                </a:solidFill>
                <a:latin typeface="맑은 고딕" panose="020B0503020000020004" pitchFamily="34" charset="-127"/>
                <a:ea typeface="맑은 고딕" panose="020B0503020000020004" pitchFamily="34" charset="-127"/>
                <a:cs typeface="Consolas"/>
              </a:rPr>
              <a:t>flat.sort</a:t>
            </a:r>
            <a:r>
              <a:rPr sz="900" dirty="0">
                <a:solidFill>
                  <a:srgbClr val="F3E9DD"/>
                </a:solidFill>
                <a:latin typeface="맑은 고딕" panose="020B0503020000020004" pitchFamily="34" charset="-127"/>
                <a:ea typeface="맑은 고딕" panose="020B0503020000020004" pitchFamily="34" charset="-127"/>
                <a:cs typeface="Consolas"/>
              </a:rPr>
              <a:t>(key=lambda t: -t[1]["confidence"])</a:t>
            </a:r>
            <a:r>
              <a:rPr sz="900" dirty="0">
                <a:solidFill>
                  <a:srgbClr val="E8A36A"/>
                </a:solidFill>
                <a:latin typeface="맑은 고딕" panose="020B0503020000020004" pitchFamily="34" charset="-127"/>
                <a:ea typeface="맑은 고딕" panose="020B0503020000020004" pitchFamily="34" charset="-127"/>
                <a:cs typeface="Consolas"/>
              </a:rPr>
              <a:t>  # </a:t>
            </a:r>
            <a:r>
              <a:rPr sz="900" dirty="0" err="1">
                <a:solidFill>
                  <a:srgbClr val="E8A36A"/>
                </a:solidFill>
                <a:latin typeface="맑은 고딕" panose="020B0503020000020004" pitchFamily="34" charset="-127"/>
                <a:ea typeface="맑은 고딕" panose="020B0503020000020004" pitchFamily="34" charset="-127"/>
                <a:cs typeface="Consolas"/>
              </a:rPr>
              <a:t>신뢰도</a:t>
            </a:r>
            <a:r>
              <a:rPr sz="900" dirty="0">
                <a:solidFill>
                  <a:srgbClr val="E8A36A"/>
                </a:solidFill>
                <a:latin typeface="맑은 고딕" panose="020B0503020000020004" pitchFamily="34" charset="-127"/>
                <a:ea typeface="맑은 고딕" panose="020B0503020000020004" pitchFamily="34" charset="-127"/>
                <a:cs typeface="Consolas"/>
              </a:rPr>
              <a:t> 순</a:t>
            </a:r>
          </a:p>
          <a:p>
            <a:pPr>
              <a:lnSpc>
                <a:spcPct val="112000"/>
              </a:lnSpc>
            </a:pPr>
            <a:r>
              <a:rPr sz="900" dirty="0">
                <a:solidFill>
                  <a:srgbClr val="F3E9DD"/>
                </a:solidFill>
                <a:latin typeface="맑은 고딕" panose="020B0503020000020004" pitchFamily="34" charset="-127"/>
                <a:ea typeface="맑은 고딕" panose="020B0503020000020004" pitchFamily="34" charset="-127"/>
                <a:cs typeface="Consolas"/>
              </a:rPr>
              <a:t>for mi, d in flat:</a:t>
            </a:r>
          </a:p>
          <a:p>
            <a:pPr>
              <a:lnSpc>
                <a:spcPct val="112000"/>
              </a:lnSpc>
            </a:pPr>
            <a:r>
              <a:rPr sz="900" dirty="0">
                <a:solidFill>
                  <a:srgbClr val="F3E9DD"/>
                </a:solidFill>
                <a:latin typeface="맑은 고딕" panose="020B0503020000020004" pitchFamily="34" charset="-127"/>
                <a:ea typeface="맑은 고딕" panose="020B0503020000020004" pitchFamily="34" charset="-127"/>
                <a:cs typeface="Consolas"/>
              </a:rPr>
              <a:t>    hit = None</a:t>
            </a:r>
          </a:p>
          <a:p>
            <a:pPr>
              <a:lnSpc>
                <a:spcPct val="112000"/>
              </a:lnSpc>
            </a:pPr>
            <a:r>
              <a:rPr sz="900" dirty="0">
                <a:solidFill>
                  <a:srgbClr val="F3E9DD"/>
                </a:solidFill>
                <a:latin typeface="맑은 고딕" panose="020B0503020000020004" pitchFamily="34" charset="-127"/>
                <a:ea typeface="맑은 고딕" panose="020B0503020000020004" pitchFamily="34" charset="-127"/>
                <a:cs typeface="Consolas"/>
              </a:rPr>
              <a:t>    for g in groups:</a:t>
            </a:r>
          </a:p>
          <a:p>
            <a:pPr>
              <a:lnSpc>
                <a:spcPct val="112000"/>
              </a:lnSpc>
            </a:pPr>
            <a:r>
              <a:rPr sz="900" dirty="0">
                <a:solidFill>
                  <a:srgbClr val="F3E9DD"/>
                </a:solidFill>
                <a:latin typeface="맑은 고딕" panose="020B0503020000020004" pitchFamily="34" charset="-127"/>
                <a:ea typeface="맑은 고딕" panose="020B0503020000020004" pitchFamily="34" charset="-127"/>
                <a:cs typeface="Consolas"/>
              </a:rPr>
              <a:t>        if g["</a:t>
            </a:r>
            <a:r>
              <a:rPr sz="900" dirty="0" err="1">
                <a:solidFill>
                  <a:srgbClr val="F3E9DD"/>
                </a:solidFill>
                <a:latin typeface="맑은 고딕" panose="020B0503020000020004" pitchFamily="34" charset="-127"/>
                <a:ea typeface="맑은 고딕" panose="020B0503020000020004" pitchFamily="34" charset="-127"/>
                <a:cs typeface="Consolas"/>
              </a:rPr>
              <a:t>cid</a:t>
            </a:r>
            <a:r>
              <a:rPr sz="900" dirty="0">
                <a:solidFill>
                  <a:srgbClr val="F3E9DD"/>
                </a:solidFill>
                <a:latin typeface="맑은 고딕" panose="020B0503020000020004" pitchFamily="34" charset="-127"/>
                <a:ea typeface="맑은 고딕" panose="020B0503020000020004" pitchFamily="34" charset="-127"/>
                <a:cs typeface="Consolas"/>
              </a:rPr>
              <a:t>"] == </a:t>
            </a:r>
            <a:r>
              <a:rPr sz="900" dirty="0" err="1">
                <a:solidFill>
                  <a:srgbClr val="F3E9DD"/>
                </a:solidFill>
                <a:latin typeface="맑은 고딕" panose="020B0503020000020004" pitchFamily="34" charset="-127"/>
                <a:ea typeface="맑은 고딕" panose="020B0503020000020004" pitchFamily="34" charset="-127"/>
                <a:cs typeface="Consolas"/>
              </a:rPr>
              <a:t>cid</a:t>
            </a:r>
            <a:r>
              <a:rPr sz="900" dirty="0">
                <a:solidFill>
                  <a:srgbClr val="F3E9DD"/>
                </a:solidFill>
                <a:latin typeface="맑은 고딕" panose="020B0503020000020004" pitchFamily="34" charset="-127"/>
                <a:ea typeface="맑은 고딕" panose="020B0503020000020004" pitchFamily="34" charset="-127"/>
                <a:cs typeface="Consolas"/>
              </a:rPr>
              <a:t> and </a:t>
            </a:r>
            <a:r>
              <a:rPr sz="900" dirty="0" err="1">
                <a:solidFill>
                  <a:srgbClr val="F3E9DD"/>
                </a:solidFill>
                <a:latin typeface="맑은 고딕" panose="020B0503020000020004" pitchFamily="34" charset="-127"/>
                <a:ea typeface="맑은 고딕" panose="020B0503020000020004" pitchFamily="34" charset="-127"/>
                <a:cs typeface="Consolas"/>
              </a:rPr>
              <a:t>iou</a:t>
            </a:r>
            <a:r>
              <a:rPr sz="900" dirty="0">
                <a:solidFill>
                  <a:srgbClr val="F3E9DD"/>
                </a:solidFill>
                <a:latin typeface="맑은 고딕" panose="020B0503020000020004" pitchFamily="34" charset="-127"/>
                <a:ea typeface="맑은 고딕" panose="020B0503020000020004" pitchFamily="34" charset="-127"/>
                <a:cs typeface="Consolas"/>
              </a:rPr>
              <a:t>(g["box"], box) &gt; 0.55:</a:t>
            </a:r>
          </a:p>
          <a:p>
            <a:pPr>
              <a:lnSpc>
                <a:spcPct val="112000"/>
              </a:lnSpc>
            </a:pPr>
            <a:r>
              <a:rPr sz="900" dirty="0">
                <a:solidFill>
                  <a:srgbClr val="F3E9DD"/>
                </a:solidFill>
                <a:latin typeface="맑은 고딕" panose="020B0503020000020004" pitchFamily="34" charset="-127"/>
                <a:ea typeface="맑은 고딕" panose="020B0503020000020004" pitchFamily="34" charset="-127"/>
                <a:cs typeface="Consolas"/>
              </a:rPr>
              <a:t>            hit = g; break</a:t>
            </a:r>
          </a:p>
          <a:p>
            <a:pPr>
              <a:lnSpc>
                <a:spcPct val="112000"/>
              </a:lnSpc>
            </a:pPr>
            <a:r>
              <a:rPr sz="900" dirty="0">
                <a:solidFill>
                  <a:srgbClr val="F3E9DD"/>
                </a:solidFill>
                <a:latin typeface="맑은 고딕" panose="020B0503020000020004" pitchFamily="34" charset="-127"/>
                <a:ea typeface="맑은 고딕" panose="020B0503020000020004" pitchFamily="34" charset="-127"/>
                <a:cs typeface="Consolas"/>
              </a:rPr>
              <a:t>    if hit is None:</a:t>
            </a:r>
          </a:p>
          <a:p>
            <a:pPr>
              <a:lnSpc>
                <a:spcPct val="112000"/>
              </a:lnSpc>
            </a:pPr>
            <a:r>
              <a:rPr sz="900" dirty="0">
                <a:solidFill>
                  <a:srgbClr val="F3E9DD"/>
                </a:solidFill>
                <a:latin typeface="맑은 고딕" panose="020B0503020000020004" pitchFamily="34" charset="-127"/>
                <a:ea typeface="맑은 고딕" panose="020B0503020000020004" pitchFamily="34" charset="-127"/>
                <a:cs typeface="Consolas"/>
              </a:rPr>
              <a:t>        </a:t>
            </a:r>
            <a:r>
              <a:rPr sz="900" dirty="0" err="1">
                <a:solidFill>
                  <a:srgbClr val="F3E9DD"/>
                </a:solidFill>
                <a:latin typeface="맑은 고딕" panose="020B0503020000020004" pitchFamily="34" charset="-127"/>
                <a:ea typeface="맑은 고딕" panose="020B0503020000020004" pitchFamily="34" charset="-127"/>
                <a:cs typeface="Consolas"/>
              </a:rPr>
              <a:t>groups.append</a:t>
            </a:r>
            <a:r>
              <a:rPr sz="900" dirty="0">
                <a:solidFill>
                  <a:srgbClr val="F3E9DD"/>
                </a:solidFill>
                <a:latin typeface="맑은 고딕" panose="020B0503020000020004" pitchFamily="34" charset="-127"/>
                <a:ea typeface="맑은 고딕" panose="020B0503020000020004" pitchFamily="34" charset="-127"/>
                <a:cs typeface="Consolas"/>
              </a:rPr>
              <a:t>({"box": box, "</a:t>
            </a:r>
            <a:r>
              <a:rPr sz="900" dirty="0" err="1">
                <a:solidFill>
                  <a:srgbClr val="F3E9DD"/>
                </a:solidFill>
                <a:latin typeface="맑은 고딕" panose="020B0503020000020004" pitchFamily="34" charset="-127"/>
                <a:ea typeface="맑은 고딕" panose="020B0503020000020004" pitchFamily="34" charset="-127"/>
                <a:cs typeface="Consolas"/>
              </a:rPr>
              <a:t>cid</a:t>
            </a:r>
            <a:r>
              <a:rPr sz="900" dirty="0">
                <a:solidFill>
                  <a:srgbClr val="F3E9DD"/>
                </a:solidFill>
                <a:latin typeface="맑은 고딕" panose="020B0503020000020004" pitchFamily="34" charset="-127"/>
                <a:ea typeface="맑은 고딕" panose="020B0503020000020004" pitchFamily="34" charset="-127"/>
                <a:cs typeface="Consolas"/>
              </a:rPr>
              <a:t>": </a:t>
            </a:r>
            <a:r>
              <a:rPr sz="900" dirty="0" err="1">
                <a:solidFill>
                  <a:srgbClr val="F3E9DD"/>
                </a:solidFill>
                <a:latin typeface="맑은 고딕" panose="020B0503020000020004" pitchFamily="34" charset="-127"/>
                <a:ea typeface="맑은 고딕" panose="020B0503020000020004" pitchFamily="34" charset="-127"/>
                <a:cs typeface="Consolas"/>
              </a:rPr>
              <a:t>cid</a:t>
            </a:r>
            <a:r>
              <a:rPr sz="900" dirty="0">
                <a:solidFill>
                  <a:srgbClr val="F3E9DD"/>
                </a:solidFill>
                <a:latin typeface="맑은 고딕" panose="020B0503020000020004" pitchFamily="34" charset="-127"/>
                <a:ea typeface="맑은 고딕" panose="020B0503020000020004" pitchFamily="34" charset="-127"/>
                <a:cs typeface="Consolas"/>
              </a:rPr>
              <a:t>, "best": </a:t>
            </a:r>
            <a:r>
              <a:rPr sz="900" dirty="0" err="1">
                <a:solidFill>
                  <a:srgbClr val="F3E9DD"/>
                </a:solidFill>
                <a:latin typeface="맑은 고딕" panose="020B0503020000020004" pitchFamily="34" charset="-127"/>
                <a:ea typeface="맑은 고딕" panose="020B0503020000020004" pitchFamily="34" charset="-127"/>
                <a:cs typeface="Consolas"/>
              </a:rPr>
              <a:t>conf</a:t>
            </a:r>
            <a:r>
              <a:rPr sz="900" dirty="0">
                <a:solidFill>
                  <a:srgbClr val="F3E9DD"/>
                </a:solidFill>
                <a:latin typeface="맑은 고딕" panose="020B0503020000020004" pitchFamily="34" charset="-127"/>
                <a:ea typeface="맑은 고딕" panose="020B0503020000020004" pitchFamily="34" charset="-127"/>
                <a:cs typeface="Consolas"/>
              </a:rPr>
              <a:t>,</a:t>
            </a:r>
          </a:p>
          <a:p>
            <a:pPr>
              <a:lnSpc>
                <a:spcPct val="112000"/>
              </a:lnSpc>
            </a:pPr>
            <a:r>
              <a:rPr sz="900" dirty="0">
                <a:solidFill>
                  <a:srgbClr val="F3E9DD"/>
                </a:solidFill>
                <a:latin typeface="맑은 고딕" panose="020B0503020000020004" pitchFamily="34" charset="-127"/>
                <a:ea typeface="맑은 고딕" panose="020B0503020000020004" pitchFamily="34" charset="-127"/>
                <a:cs typeface="Consolas"/>
              </a:rPr>
              <a:t>                       "</a:t>
            </a:r>
            <a:r>
              <a:rPr sz="900" dirty="0" err="1">
                <a:solidFill>
                  <a:srgbClr val="F3E9DD"/>
                </a:solidFill>
                <a:latin typeface="맑은 고딕" panose="020B0503020000020004" pitchFamily="34" charset="-127"/>
                <a:ea typeface="맑은 고딕" panose="020B0503020000020004" pitchFamily="34" charset="-127"/>
                <a:cs typeface="Consolas"/>
              </a:rPr>
              <a:t>wsum</a:t>
            </a:r>
            <a:r>
              <a:rPr sz="900" dirty="0">
                <a:solidFill>
                  <a:srgbClr val="F3E9DD"/>
                </a:solidFill>
                <a:latin typeface="맑은 고딕" panose="020B0503020000020004" pitchFamily="34" charset="-127"/>
                <a:ea typeface="맑은 고딕" panose="020B0503020000020004" pitchFamily="34" charset="-127"/>
                <a:cs typeface="Consolas"/>
              </a:rPr>
              <a:t>": </a:t>
            </a:r>
            <a:r>
              <a:rPr sz="900" dirty="0" err="1">
                <a:solidFill>
                  <a:srgbClr val="F3E9DD"/>
                </a:solidFill>
                <a:latin typeface="맑은 고딕" panose="020B0503020000020004" pitchFamily="34" charset="-127"/>
                <a:ea typeface="맑은 고딕" panose="020B0503020000020004" pitchFamily="34" charset="-127"/>
                <a:cs typeface="Consolas"/>
              </a:rPr>
              <a:t>conf</a:t>
            </a:r>
            <a:r>
              <a:rPr sz="900" dirty="0">
                <a:solidFill>
                  <a:srgbClr val="F3E9DD"/>
                </a:solidFill>
                <a:latin typeface="맑은 고딕" panose="020B0503020000020004" pitchFamily="34" charset="-127"/>
                <a:ea typeface="맑은 고딕" panose="020B0503020000020004" pitchFamily="34" charset="-127"/>
                <a:cs typeface="Consolas"/>
              </a:rPr>
              <a:t>, "models": {mi}})</a:t>
            </a:r>
          </a:p>
          <a:p>
            <a:pPr>
              <a:lnSpc>
                <a:spcPct val="112000"/>
              </a:lnSpc>
            </a:pPr>
            <a:r>
              <a:rPr sz="900" dirty="0">
                <a:solidFill>
                  <a:srgbClr val="F3E9DD"/>
                </a:solidFill>
                <a:latin typeface="맑은 고딕" panose="020B0503020000020004" pitchFamily="34" charset="-127"/>
                <a:ea typeface="맑은 고딕" panose="020B0503020000020004" pitchFamily="34" charset="-127"/>
                <a:cs typeface="Consolas"/>
              </a:rPr>
              <a:t>    else:</a:t>
            </a:r>
            <a:r>
              <a:rPr sz="900" dirty="0">
                <a:solidFill>
                  <a:srgbClr val="E8A36A"/>
                </a:solidFill>
                <a:latin typeface="맑은 고딕" panose="020B0503020000020004" pitchFamily="34" charset="-127"/>
                <a:ea typeface="맑은 고딕" panose="020B0503020000020004" pitchFamily="34" charset="-127"/>
                <a:cs typeface="Consolas"/>
              </a:rPr>
              <a:t>  # </a:t>
            </a:r>
            <a:r>
              <a:rPr sz="900" dirty="0" err="1">
                <a:solidFill>
                  <a:srgbClr val="E8A36A"/>
                </a:solidFill>
                <a:latin typeface="맑은 고딕" panose="020B0503020000020004" pitchFamily="34" charset="-127"/>
                <a:ea typeface="맑은 고딕" panose="020B0503020000020004" pitchFamily="34" charset="-127"/>
                <a:cs typeface="Consolas"/>
              </a:rPr>
              <a:t>신뢰도</a:t>
            </a:r>
            <a:r>
              <a:rPr sz="900" dirty="0">
                <a:solidFill>
                  <a:srgbClr val="E8A36A"/>
                </a:solidFill>
                <a:latin typeface="맑은 고딕" panose="020B0503020000020004" pitchFamily="34" charset="-127"/>
                <a:ea typeface="맑은 고딕" panose="020B0503020000020004" pitchFamily="34" charset="-127"/>
                <a:cs typeface="Consolas"/>
              </a:rPr>
              <a:t> </a:t>
            </a:r>
            <a:r>
              <a:rPr sz="900" dirty="0" err="1">
                <a:solidFill>
                  <a:srgbClr val="E8A36A"/>
                </a:solidFill>
                <a:latin typeface="맑은 고딕" panose="020B0503020000020004" pitchFamily="34" charset="-127"/>
                <a:ea typeface="맑은 고딕" panose="020B0503020000020004" pitchFamily="34" charset="-127"/>
                <a:cs typeface="Consolas"/>
              </a:rPr>
              <a:t>가중</a:t>
            </a:r>
            <a:r>
              <a:rPr sz="900" dirty="0">
                <a:solidFill>
                  <a:srgbClr val="E8A36A"/>
                </a:solidFill>
                <a:latin typeface="맑은 고딕" panose="020B0503020000020004" pitchFamily="34" charset="-127"/>
                <a:ea typeface="맑은 고딕" panose="020B0503020000020004" pitchFamily="34" charset="-127"/>
                <a:cs typeface="Consolas"/>
              </a:rPr>
              <a:t> </a:t>
            </a:r>
            <a:r>
              <a:rPr sz="900" dirty="0" err="1">
                <a:solidFill>
                  <a:srgbClr val="E8A36A"/>
                </a:solidFill>
                <a:latin typeface="맑은 고딕" panose="020B0503020000020004" pitchFamily="34" charset="-127"/>
                <a:ea typeface="맑은 고딕" panose="020B0503020000020004" pitchFamily="34" charset="-127"/>
                <a:cs typeface="Consolas"/>
              </a:rPr>
              <a:t>평균</a:t>
            </a:r>
            <a:endParaRPr sz="900" dirty="0">
              <a:solidFill>
                <a:srgbClr val="E8A36A"/>
              </a:solidFill>
              <a:latin typeface="맑은 고딕" panose="020B0503020000020004" pitchFamily="34" charset="-127"/>
              <a:ea typeface="맑은 고딕" panose="020B0503020000020004" pitchFamily="34" charset="-127"/>
              <a:cs typeface="Consolas"/>
            </a:endParaRPr>
          </a:p>
          <a:p>
            <a:pPr>
              <a:lnSpc>
                <a:spcPct val="112000"/>
              </a:lnSpc>
            </a:pPr>
            <a:r>
              <a:rPr sz="900" dirty="0">
                <a:solidFill>
                  <a:srgbClr val="F3E9DD"/>
                </a:solidFill>
                <a:latin typeface="맑은 고딕" panose="020B0503020000020004" pitchFamily="34" charset="-127"/>
                <a:ea typeface="맑은 고딕" panose="020B0503020000020004" pitchFamily="34" charset="-127"/>
                <a:cs typeface="Consolas"/>
              </a:rPr>
              <a:t>        w = hit["</a:t>
            </a:r>
            <a:r>
              <a:rPr sz="900" dirty="0" err="1">
                <a:solidFill>
                  <a:srgbClr val="F3E9DD"/>
                </a:solidFill>
                <a:latin typeface="맑은 고딕" panose="020B0503020000020004" pitchFamily="34" charset="-127"/>
                <a:ea typeface="맑은 고딕" panose="020B0503020000020004" pitchFamily="34" charset="-127"/>
                <a:cs typeface="Consolas"/>
              </a:rPr>
              <a:t>wsum</a:t>
            </a:r>
            <a:r>
              <a:rPr sz="900" dirty="0">
                <a:solidFill>
                  <a:srgbClr val="F3E9DD"/>
                </a:solidFill>
                <a:latin typeface="맑은 고딕" panose="020B0503020000020004" pitchFamily="34" charset="-127"/>
                <a:ea typeface="맑은 고딕" panose="020B0503020000020004" pitchFamily="34" charset="-127"/>
                <a:cs typeface="Consolas"/>
              </a:rPr>
              <a:t>"] + </a:t>
            </a:r>
            <a:r>
              <a:rPr sz="900" dirty="0" err="1">
                <a:solidFill>
                  <a:srgbClr val="F3E9DD"/>
                </a:solidFill>
                <a:latin typeface="맑은 고딕" panose="020B0503020000020004" pitchFamily="34" charset="-127"/>
                <a:ea typeface="맑은 고딕" panose="020B0503020000020004" pitchFamily="34" charset="-127"/>
                <a:cs typeface="Consolas"/>
              </a:rPr>
              <a:t>conf</a:t>
            </a:r>
            <a:endParaRPr sz="900" dirty="0">
              <a:solidFill>
                <a:srgbClr val="F3E9DD"/>
              </a:solidFill>
              <a:latin typeface="맑은 고딕" panose="020B0503020000020004" pitchFamily="34" charset="-127"/>
              <a:ea typeface="맑은 고딕" panose="020B0503020000020004" pitchFamily="34" charset="-127"/>
              <a:cs typeface="Consolas"/>
            </a:endParaRPr>
          </a:p>
          <a:p>
            <a:pPr>
              <a:lnSpc>
                <a:spcPct val="112000"/>
              </a:lnSpc>
            </a:pPr>
            <a:r>
              <a:rPr sz="900" dirty="0">
                <a:solidFill>
                  <a:srgbClr val="F3E9DD"/>
                </a:solidFill>
                <a:latin typeface="맑은 고딕" panose="020B0503020000020004" pitchFamily="34" charset="-127"/>
                <a:ea typeface="맑은 고딕" panose="020B0503020000020004" pitchFamily="34" charset="-127"/>
                <a:cs typeface="Consolas"/>
              </a:rPr>
              <a:t>        hit["box"] = [(hit["box"][</a:t>
            </a:r>
            <a:r>
              <a:rPr sz="900" dirty="0" err="1">
                <a:solidFill>
                  <a:srgbClr val="F3E9DD"/>
                </a:solidFill>
                <a:latin typeface="맑은 고딕" panose="020B0503020000020004" pitchFamily="34" charset="-127"/>
                <a:ea typeface="맑은 고딕" panose="020B0503020000020004" pitchFamily="34" charset="-127"/>
                <a:cs typeface="Consolas"/>
              </a:rPr>
              <a:t>i</a:t>
            </a:r>
            <a:r>
              <a:rPr sz="900" dirty="0">
                <a:solidFill>
                  <a:srgbClr val="F3E9DD"/>
                </a:solidFill>
                <a:latin typeface="맑은 고딕" panose="020B0503020000020004" pitchFamily="34" charset="-127"/>
                <a:ea typeface="맑은 고딕" panose="020B0503020000020004" pitchFamily="34" charset="-127"/>
                <a:cs typeface="Consolas"/>
              </a:rPr>
              <a:t>]*hit["</a:t>
            </a:r>
            <a:r>
              <a:rPr sz="900" dirty="0" err="1">
                <a:solidFill>
                  <a:srgbClr val="F3E9DD"/>
                </a:solidFill>
                <a:latin typeface="맑은 고딕" panose="020B0503020000020004" pitchFamily="34" charset="-127"/>
                <a:ea typeface="맑은 고딕" panose="020B0503020000020004" pitchFamily="34" charset="-127"/>
                <a:cs typeface="Consolas"/>
              </a:rPr>
              <a:t>wsum</a:t>
            </a:r>
            <a:r>
              <a:rPr sz="900" dirty="0">
                <a:solidFill>
                  <a:srgbClr val="F3E9DD"/>
                </a:solidFill>
                <a:latin typeface="맑은 고딕" panose="020B0503020000020004" pitchFamily="34" charset="-127"/>
                <a:ea typeface="맑은 고딕" panose="020B0503020000020004" pitchFamily="34" charset="-127"/>
                <a:cs typeface="Consolas"/>
              </a:rPr>
              <a:t>"] + box[</a:t>
            </a:r>
            <a:r>
              <a:rPr sz="900" dirty="0" err="1">
                <a:solidFill>
                  <a:srgbClr val="F3E9DD"/>
                </a:solidFill>
                <a:latin typeface="맑은 고딕" panose="020B0503020000020004" pitchFamily="34" charset="-127"/>
                <a:ea typeface="맑은 고딕" panose="020B0503020000020004" pitchFamily="34" charset="-127"/>
                <a:cs typeface="Consolas"/>
              </a:rPr>
              <a:t>i</a:t>
            </a:r>
            <a:r>
              <a:rPr sz="900" dirty="0">
                <a:solidFill>
                  <a:srgbClr val="F3E9DD"/>
                </a:solidFill>
                <a:latin typeface="맑은 고딕" panose="020B0503020000020004" pitchFamily="34" charset="-127"/>
                <a:ea typeface="맑은 고딕" panose="020B0503020000020004" pitchFamily="34" charset="-127"/>
                <a:cs typeface="Consolas"/>
              </a:rPr>
              <a:t>]*</a:t>
            </a:r>
            <a:r>
              <a:rPr sz="900" dirty="0" err="1">
                <a:solidFill>
                  <a:srgbClr val="F3E9DD"/>
                </a:solidFill>
                <a:latin typeface="맑은 고딕" panose="020B0503020000020004" pitchFamily="34" charset="-127"/>
                <a:ea typeface="맑은 고딕" panose="020B0503020000020004" pitchFamily="34" charset="-127"/>
                <a:cs typeface="Consolas"/>
              </a:rPr>
              <a:t>conf</a:t>
            </a:r>
            <a:r>
              <a:rPr sz="900" dirty="0">
                <a:solidFill>
                  <a:srgbClr val="F3E9DD"/>
                </a:solidFill>
                <a:latin typeface="맑은 고딕" panose="020B0503020000020004" pitchFamily="34" charset="-127"/>
                <a:ea typeface="맑은 고딕" panose="020B0503020000020004" pitchFamily="34" charset="-127"/>
                <a:cs typeface="Consolas"/>
              </a:rPr>
              <a:t>) / w</a:t>
            </a:r>
          </a:p>
          <a:p>
            <a:pPr>
              <a:lnSpc>
                <a:spcPct val="112000"/>
              </a:lnSpc>
            </a:pPr>
            <a:r>
              <a:rPr sz="900" dirty="0">
                <a:solidFill>
                  <a:srgbClr val="F3E9DD"/>
                </a:solidFill>
                <a:latin typeface="맑은 고딕" panose="020B0503020000020004" pitchFamily="34" charset="-127"/>
                <a:ea typeface="맑은 고딕" panose="020B0503020000020004" pitchFamily="34" charset="-127"/>
                <a:cs typeface="Consolas"/>
              </a:rPr>
              <a:t>                      for </a:t>
            </a:r>
            <a:r>
              <a:rPr sz="900" dirty="0" err="1">
                <a:solidFill>
                  <a:srgbClr val="F3E9DD"/>
                </a:solidFill>
                <a:latin typeface="맑은 고딕" panose="020B0503020000020004" pitchFamily="34" charset="-127"/>
                <a:ea typeface="맑은 고딕" panose="020B0503020000020004" pitchFamily="34" charset="-127"/>
                <a:cs typeface="Consolas"/>
              </a:rPr>
              <a:t>i</a:t>
            </a:r>
            <a:r>
              <a:rPr sz="900" dirty="0">
                <a:solidFill>
                  <a:srgbClr val="F3E9DD"/>
                </a:solidFill>
                <a:latin typeface="맑은 고딕" panose="020B0503020000020004" pitchFamily="34" charset="-127"/>
                <a:ea typeface="맑은 고딕" panose="020B0503020000020004" pitchFamily="34" charset="-127"/>
                <a:cs typeface="Consolas"/>
              </a:rPr>
              <a:t> in range(4)]</a:t>
            </a:r>
          </a:p>
          <a:p>
            <a:pPr>
              <a:lnSpc>
                <a:spcPct val="112000"/>
              </a:lnSpc>
            </a:pPr>
            <a:r>
              <a:rPr sz="900" dirty="0">
                <a:solidFill>
                  <a:srgbClr val="F3E9DD"/>
                </a:solidFill>
                <a:latin typeface="맑은 고딕" panose="020B0503020000020004" pitchFamily="34" charset="-127"/>
                <a:ea typeface="맑은 고딕" panose="020B0503020000020004" pitchFamily="34" charset="-127"/>
                <a:cs typeface="Consolas"/>
              </a:rPr>
              <a:t>        hit["models"].add(mi)</a:t>
            </a:r>
          </a:p>
          <a:p>
            <a:pPr>
              <a:lnSpc>
                <a:spcPct val="112000"/>
              </a:lnSpc>
            </a:pPr>
            <a:r>
              <a:rPr sz="900" dirty="0">
                <a:solidFill>
                  <a:srgbClr val="F3E9DD"/>
                </a:solidFill>
                <a:latin typeface="맑은 고딕" panose="020B0503020000020004" pitchFamily="34" charset="-127"/>
                <a:ea typeface="맑은 고딕" panose="020B0503020000020004" pitchFamily="34" charset="-127"/>
                <a:cs typeface="Consolas"/>
              </a:rPr>
              <a:t> </a:t>
            </a:r>
          </a:p>
          <a:p>
            <a:pPr>
              <a:lnSpc>
                <a:spcPct val="112000"/>
              </a:lnSpc>
            </a:pPr>
            <a:r>
              <a:rPr sz="900" dirty="0">
                <a:solidFill>
                  <a:srgbClr val="F3E9DD"/>
                </a:solidFill>
                <a:latin typeface="맑은 고딕" panose="020B0503020000020004" pitchFamily="34" charset="-127"/>
                <a:ea typeface="맑은 고딕" panose="020B0503020000020004" pitchFamily="34" charset="-127"/>
                <a:cs typeface="Consolas"/>
              </a:rPr>
              <a:t>for g in groups:</a:t>
            </a:r>
          </a:p>
          <a:p>
            <a:pPr>
              <a:lnSpc>
                <a:spcPct val="112000"/>
              </a:lnSpc>
            </a:pPr>
            <a:r>
              <a:rPr sz="900" dirty="0">
                <a:solidFill>
                  <a:srgbClr val="F3E9DD"/>
                </a:solidFill>
                <a:latin typeface="맑은 고딕" panose="020B0503020000020004" pitchFamily="34" charset="-127"/>
                <a:ea typeface="맑은 고딕" panose="020B0503020000020004" pitchFamily="34" charset="-127"/>
                <a:cs typeface="Consolas"/>
              </a:rPr>
              <a:t>    votes = </a:t>
            </a:r>
            <a:r>
              <a:rPr sz="900" dirty="0" err="1">
                <a:solidFill>
                  <a:srgbClr val="F3E9DD"/>
                </a:solidFill>
                <a:latin typeface="맑은 고딕" panose="020B0503020000020004" pitchFamily="34" charset="-127"/>
                <a:ea typeface="맑은 고딕" panose="020B0503020000020004" pitchFamily="34" charset="-127"/>
                <a:cs typeface="Consolas"/>
              </a:rPr>
              <a:t>len</a:t>
            </a:r>
            <a:r>
              <a:rPr sz="900" dirty="0">
                <a:solidFill>
                  <a:srgbClr val="F3E9DD"/>
                </a:solidFill>
                <a:latin typeface="맑은 고딕" panose="020B0503020000020004" pitchFamily="34" charset="-127"/>
                <a:ea typeface="맑은 고딕" panose="020B0503020000020004" pitchFamily="34" charset="-127"/>
                <a:cs typeface="Consolas"/>
              </a:rPr>
              <a:t>(g["models"])</a:t>
            </a:r>
            <a:r>
              <a:rPr sz="900" dirty="0">
                <a:solidFill>
                  <a:srgbClr val="E8A36A"/>
                </a:solidFill>
                <a:latin typeface="맑은 고딕" panose="020B0503020000020004" pitchFamily="34" charset="-127"/>
                <a:ea typeface="맑은 고딕" panose="020B0503020000020004" pitchFamily="34" charset="-127"/>
                <a:cs typeface="Consolas"/>
              </a:rPr>
              <a:t>  # </a:t>
            </a:r>
            <a:r>
              <a:rPr sz="900" dirty="0" err="1">
                <a:solidFill>
                  <a:srgbClr val="E8A36A"/>
                </a:solidFill>
                <a:latin typeface="맑은 고딕" panose="020B0503020000020004" pitchFamily="34" charset="-127"/>
                <a:ea typeface="맑은 고딕" panose="020B0503020000020004" pitchFamily="34" charset="-127"/>
                <a:cs typeface="Consolas"/>
              </a:rPr>
              <a:t>일치한</a:t>
            </a:r>
            <a:r>
              <a:rPr sz="900" dirty="0">
                <a:solidFill>
                  <a:srgbClr val="E8A36A"/>
                </a:solidFill>
                <a:latin typeface="맑은 고딕" panose="020B0503020000020004" pitchFamily="34" charset="-127"/>
                <a:ea typeface="맑은 고딕" panose="020B0503020000020004" pitchFamily="34" charset="-127"/>
                <a:cs typeface="Consolas"/>
              </a:rPr>
              <a:t> </a:t>
            </a:r>
            <a:r>
              <a:rPr sz="900" dirty="0" err="1">
                <a:solidFill>
                  <a:srgbClr val="E8A36A"/>
                </a:solidFill>
                <a:latin typeface="맑은 고딕" panose="020B0503020000020004" pitchFamily="34" charset="-127"/>
                <a:ea typeface="맑은 고딕" panose="020B0503020000020004" pitchFamily="34" charset="-127"/>
                <a:cs typeface="Consolas"/>
              </a:rPr>
              <a:t>모델</a:t>
            </a:r>
            <a:r>
              <a:rPr sz="900" dirty="0">
                <a:solidFill>
                  <a:srgbClr val="E8A36A"/>
                </a:solidFill>
                <a:latin typeface="맑은 고딕" panose="020B0503020000020004" pitchFamily="34" charset="-127"/>
                <a:ea typeface="맑은 고딕" panose="020B0503020000020004" pitchFamily="34" charset="-127"/>
                <a:cs typeface="Consolas"/>
              </a:rPr>
              <a:t> 수</a:t>
            </a:r>
          </a:p>
          <a:p>
            <a:pPr>
              <a:lnSpc>
                <a:spcPct val="112000"/>
              </a:lnSpc>
            </a:pPr>
            <a:r>
              <a:rPr sz="900" dirty="0">
                <a:solidFill>
                  <a:srgbClr val="F3E9DD"/>
                </a:solidFill>
                <a:latin typeface="Consolas"/>
                <a:ea typeface="Consolas"/>
                <a:cs typeface="Consolas"/>
              </a:rPr>
              <a:t>    </a:t>
            </a:r>
            <a:r>
              <a:rPr sz="900" dirty="0" err="1">
                <a:solidFill>
                  <a:srgbClr val="F3E9DD"/>
                </a:solidFill>
                <a:latin typeface="Consolas"/>
                <a:ea typeface="Consolas"/>
                <a:cs typeface="Consolas"/>
              </a:rPr>
              <a:t>conf</a:t>
            </a:r>
            <a:r>
              <a:rPr sz="900" dirty="0">
                <a:solidFill>
                  <a:srgbClr val="F3E9DD"/>
                </a:solidFill>
                <a:latin typeface="Consolas"/>
                <a:ea typeface="Consolas"/>
                <a:cs typeface="Consolas"/>
              </a:rPr>
              <a:t> = g["best"] * (1.25 if votes &gt;= 2 else 1.0)</a:t>
            </a:r>
          </a:p>
        </p:txBody>
      </p:sp>
      <p:sp>
        <p:nvSpPr>
          <p:cNvPr id="8" name="Rounded Rectangle 7"/>
          <p:cNvSpPr/>
          <p:nvPr/>
        </p:nvSpPr>
        <p:spPr>
          <a:xfrm>
            <a:off x="6217920" y="1706880"/>
            <a:ext cx="5364480" cy="1402080"/>
          </a:xfrm>
          <a:prstGeom prst="roundRect">
            <a:avLst>
              <a:gd name="adj" fmla="val 7826"/>
            </a:avLst>
          </a:prstGeom>
          <a:solidFill>
            <a:srgbClr val="FFFFFF"/>
          </a:solidFill>
          <a:ln w="12700">
            <a:solidFill>
              <a:srgbClr val="E9E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9" name="TextBox 8"/>
          <p:cNvSpPr txBox="1"/>
          <p:nvPr/>
        </p:nvSpPr>
        <p:spPr>
          <a:xfrm>
            <a:off x="6461760" y="1889759"/>
            <a:ext cx="731520" cy="147028"/>
          </a:xfrm>
          <a:prstGeom prst="rect">
            <a:avLst/>
          </a:prstGeom>
          <a:noFill/>
        </p:spPr>
        <p:txBody>
          <a:bodyPr wrap="square" lIns="0" tIns="0" rIns="0" bIns="0" anchor="t">
            <a:spAutoFit/>
          </a:bodyPr>
          <a:lstStyle/>
          <a:p>
            <a:pPr>
              <a:lnSpc>
                <a:spcPct val="120000"/>
              </a:lnSpc>
            </a:pPr>
            <a:r>
              <a:rPr sz="867">
                <a:solidFill>
                  <a:srgbClr val="C8641E"/>
                </a:solidFill>
                <a:latin typeface="Pretendard SemiBold"/>
                <a:ea typeface="Pretendard SemiBold"/>
                <a:cs typeface="Pretendard SemiBold"/>
              </a:rPr>
              <a:t>문제 1</a:t>
            </a:r>
          </a:p>
        </p:txBody>
      </p:sp>
      <p:sp>
        <p:nvSpPr>
          <p:cNvPr id="10" name="TextBox 9"/>
          <p:cNvSpPr txBox="1"/>
          <p:nvPr/>
        </p:nvSpPr>
        <p:spPr>
          <a:xfrm>
            <a:off x="7071360" y="1853184"/>
            <a:ext cx="4328160" cy="237437"/>
          </a:xfrm>
          <a:prstGeom prst="rect">
            <a:avLst/>
          </a:prstGeom>
          <a:noFill/>
        </p:spPr>
        <p:txBody>
          <a:bodyPr wrap="square" lIns="0" tIns="0" rIns="0" bIns="0" anchor="t">
            <a:spAutoFit/>
          </a:bodyPr>
          <a:lstStyle/>
          <a:p>
            <a:pPr>
              <a:lnSpc>
                <a:spcPct val="120000"/>
              </a:lnSpc>
            </a:pPr>
            <a:r>
              <a:rPr sz="1400" b="1" dirty="0" err="1">
                <a:solidFill>
                  <a:srgbClr val="2A1F17"/>
                </a:solidFill>
                <a:latin typeface="Pretendard"/>
                <a:ea typeface="Pretendard"/>
                <a:cs typeface="Pretendard"/>
              </a:rPr>
              <a:t>단일</a:t>
            </a:r>
            <a:r>
              <a:rPr sz="1400" b="1" dirty="0">
                <a:solidFill>
                  <a:srgbClr val="2A1F17"/>
                </a:solidFill>
                <a:latin typeface="Pretendard"/>
                <a:ea typeface="Pretendard"/>
                <a:cs typeface="Pretendard"/>
              </a:rPr>
              <a:t> </a:t>
            </a:r>
            <a:r>
              <a:rPr sz="1400" b="1" dirty="0" err="1">
                <a:solidFill>
                  <a:srgbClr val="2A1F17"/>
                </a:solidFill>
                <a:latin typeface="Pretendard"/>
                <a:ea typeface="Pretendard"/>
                <a:cs typeface="Pretendard"/>
              </a:rPr>
              <a:t>모델</a:t>
            </a:r>
            <a:r>
              <a:rPr sz="1400" b="1" dirty="0">
                <a:solidFill>
                  <a:srgbClr val="2A1F17"/>
                </a:solidFill>
                <a:latin typeface="Pretendard"/>
                <a:ea typeface="Pretendard"/>
                <a:cs typeface="Pretendard"/>
              </a:rPr>
              <a:t> </a:t>
            </a:r>
            <a:r>
              <a:rPr sz="1400" b="1" dirty="0" err="1">
                <a:solidFill>
                  <a:srgbClr val="2A1F17"/>
                </a:solidFill>
                <a:latin typeface="Pretendard"/>
                <a:ea typeface="Pretendard"/>
                <a:cs typeface="Pretendard"/>
              </a:rPr>
              <a:t>검출</a:t>
            </a:r>
            <a:r>
              <a:rPr sz="1400" b="1" dirty="0">
                <a:solidFill>
                  <a:srgbClr val="2A1F17"/>
                </a:solidFill>
                <a:latin typeface="Pretendard"/>
                <a:ea typeface="Pretendard"/>
                <a:cs typeface="Pretendard"/>
              </a:rPr>
              <a:t> </a:t>
            </a:r>
            <a:r>
              <a:rPr sz="1400" b="1" dirty="0" err="1">
                <a:solidFill>
                  <a:srgbClr val="2A1F17"/>
                </a:solidFill>
                <a:latin typeface="Pretendard"/>
                <a:ea typeface="Pretendard"/>
                <a:cs typeface="Pretendard"/>
              </a:rPr>
              <a:t>박스</a:t>
            </a:r>
            <a:r>
              <a:rPr sz="1400" b="1" dirty="0">
                <a:solidFill>
                  <a:srgbClr val="2A1F17"/>
                </a:solidFill>
                <a:latin typeface="Pretendard"/>
                <a:ea typeface="Pretendard"/>
                <a:cs typeface="Pretendard"/>
              </a:rPr>
              <a:t> </a:t>
            </a:r>
            <a:r>
              <a:rPr sz="1400" b="1" dirty="0" err="1">
                <a:solidFill>
                  <a:srgbClr val="2A1F17"/>
                </a:solidFill>
                <a:latin typeface="Pretendard"/>
                <a:ea typeface="Pretendard"/>
                <a:cs typeface="Pretendard"/>
              </a:rPr>
              <a:t>감점</a:t>
            </a:r>
            <a:r>
              <a:rPr sz="1400" b="1" dirty="0">
                <a:solidFill>
                  <a:srgbClr val="2A1F17"/>
                </a:solidFill>
                <a:latin typeface="Pretendard"/>
                <a:ea typeface="Pretendard"/>
                <a:cs typeface="Pretendard"/>
              </a:rPr>
              <a:t> → </a:t>
            </a:r>
            <a:r>
              <a:rPr sz="1400" b="1" dirty="0" err="1">
                <a:solidFill>
                  <a:srgbClr val="2A1F17"/>
                </a:solidFill>
                <a:latin typeface="Pretendard"/>
                <a:ea typeface="Pretendard"/>
                <a:cs typeface="Pretendard"/>
              </a:rPr>
              <a:t>놓침</a:t>
            </a:r>
            <a:r>
              <a:rPr sz="1400" b="1" dirty="0">
                <a:solidFill>
                  <a:srgbClr val="2A1F17"/>
                </a:solidFill>
                <a:latin typeface="Pretendard"/>
                <a:ea typeface="Pretendard"/>
                <a:cs typeface="Pretendard"/>
              </a:rPr>
              <a:t> </a:t>
            </a:r>
            <a:r>
              <a:rPr sz="1400" b="1" dirty="0" err="1">
                <a:solidFill>
                  <a:srgbClr val="2A1F17"/>
                </a:solidFill>
                <a:latin typeface="Pretendard"/>
                <a:ea typeface="Pretendard"/>
                <a:cs typeface="Pretendard"/>
              </a:rPr>
              <a:t>증가</a:t>
            </a:r>
            <a:endParaRPr sz="1400" b="1" dirty="0">
              <a:solidFill>
                <a:srgbClr val="2A1F17"/>
              </a:solidFill>
              <a:latin typeface="Pretendard"/>
              <a:ea typeface="Pretendard"/>
              <a:cs typeface="Pretendard"/>
            </a:endParaRPr>
          </a:p>
        </p:txBody>
      </p:sp>
      <p:sp>
        <p:nvSpPr>
          <p:cNvPr id="11" name="TextBox 10"/>
          <p:cNvSpPr txBox="1"/>
          <p:nvPr/>
        </p:nvSpPr>
        <p:spPr>
          <a:xfrm>
            <a:off x="6461760" y="2194560"/>
            <a:ext cx="4937760" cy="180049"/>
          </a:xfrm>
          <a:prstGeom prst="rect">
            <a:avLst/>
          </a:prstGeom>
          <a:noFill/>
        </p:spPr>
        <p:txBody>
          <a:bodyPr wrap="square" lIns="0" tIns="0" rIns="0" bIns="0" anchor="t">
            <a:spAutoFit/>
          </a:bodyPr>
          <a:lstStyle/>
          <a:p>
            <a:pPr>
              <a:lnSpc>
                <a:spcPct val="130000"/>
              </a:lnSpc>
            </a:pPr>
            <a:r>
              <a:rPr sz="900" dirty="0">
                <a:solidFill>
                  <a:srgbClr val="5B4E44"/>
                </a:solidFill>
                <a:latin typeface="Pretendard"/>
                <a:ea typeface="Pretendard"/>
                <a:cs typeface="Pretendard"/>
              </a:rPr>
              <a:t>WBF 원 </a:t>
            </a:r>
            <a:r>
              <a:rPr sz="900" dirty="0" err="1">
                <a:solidFill>
                  <a:srgbClr val="5B4E44"/>
                </a:solidFill>
                <a:latin typeface="Pretendard"/>
                <a:ea typeface="Pretendard"/>
                <a:cs typeface="Pretendard"/>
              </a:rPr>
              <a:t>방식</a:t>
            </a:r>
            <a:r>
              <a:rPr sz="900" dirty="0">
                <a:solidFill>
                  <a:srgbClr val="5B4E44"/>
                </a:solidFill>
                <a:latin typeface="Pretendard"/>
                <a:ea typeface="Pretendard"/>
                <a:cs typeface="Pretendard"/>
              </a:rPr>
              <a:t>(votes/total </a:t>
            </a:r>
            <a:r>
              <a:rPr sz="900" dirty="0" err="1">
                <a:solidFill>
                  <a:srgbClr val="5B4E44"/>
                </a:solidFill>
                <a:latin typeface="Pretendard"/>
                <a:ea typeface="Pretendard"/>
                <a:cs typeface="Pretendard"/>
              </a:rPr>
              <a:t>감점</a:t>
            </a:r>
            <a:r>
              <a:rPr sz="900" dirty="0">
                <a:solidFill>
                  <a:srgbClr val="5B4E44"/>
                </a:solidFill>
                <a:latin typeface="Pretendard"/>
                <a:ea typeface="Pretendard"/>
                <a:cs typeface="Pretendard"/>
              </a:rPr>
              <a:t>) </a:t>
            </a:r>
            <a:r>
              <a:rPr sz="900" dirty="0" err="1">
                <a:solidFill>
                  <a:srgbClr val="5B4E44"/>
                </a:solidFill>
                <a:latin typeface="Pretendard"/>
                <a:ea typeface="Pretendard"/>
                <a:cs typeface="Pretendard"/>
              </a:rPr>
              <a:t>적용</a:t>
            </a:r>
            <a:r>
              <a:rPr sz="900" dirty="0">
                <a:solidFill>
                  <a:srgbClr val="5B4E44"/>
                </a:solidFill>
                <a:latin typeface="Pretendard"/>
                <a:ea typeface="Pretendard"/>
                <a:cs typeface="Pretendard"/>
              </a:rPr>
              <a:t> 시 POS </a:t>
            </a:r>
            <a:r>
              <a:rPr sz="900" dirty="0" err="1">
                <a:solidFill>
                  <a:srgbClr val="5B4E44"/>
                </a:solidFill>
                <a:latin typeface="Pretendard"/>
                <a:ea typeface="Pretendard"/>
                <a:cs typeface="Pretendard"/>
              </a:rPr>
              <a:t>기준</a:t>
            </a:r>
            <a:r>
              <a:rPr sz="900" dirty="0">
                <a:solidFill>
                  <a:srgbClr val="5B4E44"/>
                </a:solidFill>
                <a:latin typeface="Pretendard"/>
                <a:ea typeface="Pretendard"/>
                <a:cs typeface="Pretendard"/>
              </a:rPr>
              <a:t> 0.55 </a:t>
            </a:r>
            <a:r>
              <a:rPr sz="900" dirty="0" err="1">
                <a:solidFill>
                  <a:srgbClr val="5B4E44"/>
                </a:solidFill>
                <a:latin typeface="Pretendard"/>
                <a:ea typeface="Pretendard"/>
                <a:cs typeface="Pretendard"/>
              </a:rPr>
              <a:t>미달로</a:t>
            </a:r>
            <a:r>
              <a:rPr sz="900" dirty="0">
                <a:solidFill>
                  <a:srgbClr val="5B4E44"/>
                </a:solidFill>
                <a:latin typeface="Pretendard"/>
                <a:ea typeface="Pretendard"/>
                <a:cs typeface="Pretendard"/>
              </a:rPr>
              <a:t> </a:t>
            </a:r>
            <a:r>
              <a:rPr sz="900" dirty="0" err="1" smtClean="0">
                <a:solidFill>
                  <a:srgbClr val="5B4E44"/>
                </a:solidFill>
                <a:latin typeface="Pretendard"/>
                <a:ea typeface="Pretendard"/>
                <a:cs typeface="Pretendard"/>
              </a:rPr>
              <a:t>제거</a:t>
            </a:r>
            <a:r>
              <a:rPr lang="en-US" sz="900" dirty="0" smtClean="0">
                <a:solidFill>
                  <a:srgbClr val="5B4E44"/>
                </a:solidFill>
                <a:latin typeface="Pretendard"/>
                <a:ea typeface="Pretendard"/>
                <a:cs typeface="Pretendard"/>
              </a:rPr>
              <a:t> </a:t>
            </a:r>
            <a:r>
              <a:rPr sz="900" dirty="0" smtClean="0">
                <a:solidFill>
                  <a:srgbClr val="5B4E44"/>
                </a:solidFill>
                <a:latin typeface="Pretendard"/>
                <a:ea typeface="Pretendard"/>
                <a:cs typeface="Pretendard"/>
              </a:rPr>
              <a:t>· </a:t>
            </a:r>
            <a:r>
              <a:rPr sz="900" dirty="0" err="1">
                <a:solidFill>
                  <a:srgbClr val="5B4E44"/>
                </a:solidFill>
                <a:latin typeface="Pretendard"/>
                <a:ea typeface="Pretendard"/>
                <a:cs typeface="Pretendard"/>
              </a:rPr>
              <a:t>앙상블</a:t>
            </a:r>
            <a:r>
              <a:rPr sz="900" dirty="0">
                <a:solidFill>
                  <a:srgbClr val="5B4E44"/>
                </a:solidFill>
                <a:latin typeface="Pretendard"/>
                <a:ea typeface="Pretendard"/>
                <a:cs typeface="Pretendard"/>
              </a:rPr>
              <a:t> </a:t>
            </a:r>
            <a:r>
              <a:rPr sz="900" dirty="0" err="1">
                <a:solidFill>
                  <a:srgbClr val="5B4E44"/>
                </a:solidFill>
                <a:latin typeface="Pretendard"/>
                <a:ea typeface="Pretendard"/>
                <a:cs typeface="Pretendard"/>
              </a:rPr>
              <a:t>놓침</a:t>
            </a:r>
            <a:r>
              <a:rPr sz="900" dirty="0">
                <a:solidFill>
                  <a:srgbClr val="5B4E44"/>
                </a:solidFill>
                <a:latin typeface="Pretendard"/>
                <a:ea typeface="Pretendard"/>
                <a:cs typeface="Pretendard"/>
              </a:rPr>
              <a:t> 90건 / </a:t>
            </a:r>
            <a:r>
              <a:rPr sz="900" dirty="0" err="1">
                <a:solidFill>
                  <a:srgbClr val="5B4E44"/>
                </a:solidFill>
                <a:latin typeface="Pretendard"/>
                <a:ea typeface="Pretendard"/>
                <a:cs typeface="Pretendard"/>
              </a:rPr>
              <a:t>단일</a:t>
            </a:r>
            <a:r>
              <a:rPr sz="900" dirty="0">
                <a:solidFill>
                  <a:srgbClr val="5B4E44"/>
                </a:solidFill>
                <a:latin typeface="Pretendard"/>
                <a:ea typeface="Pretendard"/>
                <a:cs typeface="Pretendard"/>
              </a:rPr>
              <a:t> </a:t>
            </a:r>
            <a:r>
              <a:rPr lang="en-US" altLang="ko-KR" sz="900" dirty="0" smtClean="0">
                <a:solidFill>
                  <a:srgbClr val="5B4E44"/>
                </a:solidFill>
                <a:latin typeface="Pretendard"/>
                <a:ea typeface="Pretendard"/>
                <a:cs typeface="Pretendard"/>
              </a:rPr>
              <a:t>32</a:t>
            </a:r>
            <a:r>
              <a:rPr sz="900" dirty="0" smtClean="0">
                <a:solidFill>
                  <a:srgbClr val="5B4E44"/>
                </a:solidFill>
                <a:latin typeface="Pretendard"/>
                <a:ea typeface="Pretendard"/>
                <a:cs typeface="Pretendard"/>
              </a:rPr>
              <a:t>건</a:t>
            </a:r>
            <a:endParaRPr sz="900" dirty="0">
              <a:solidFill>
                <a:srgbClr val="5B4E44"/>
              </a:solidFill>
              <a:latin typeface="Pretendard"/>
              <a:ea typeface="Pretendard"/>
              <a:cs typeface="Pretendard"/>
            </a:endParaRPr>
          </a:p>
        </p:txBody>
      </p:sp>
      <p:sp>
        <p:nvSpPr>
          <p:cNvPr id="12" name="Rounded Rectangle 11"/>
          <p:cNvSpPr/>
          <p:nvPr/>
        </p:nvSpPr>
        <p:spPr>
          <a:xfrm>
            <a:off x="6461760" y="2694432"/>
            <a:ext cx="4876800" cy="292608"/>
          </a:xfrm>
          <a:prstGeom prst="roundRect">
            <a:avLst>
              <a:gd name="adj" fmla="val 20833"/>
            </a:avLst>
          </a:prstGeom>
          <a:solidFill>
            <a:srgbClr val="F8E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3" name="TextBox 12"/>
          <p:cNvSpPr txBox="1"/>
          <p:nvPr/>
        </p:nvSpPr>
        <p:spPr>
          <a:xfrm>
            <a:off x="6583680" y="2766325"/>
            <a:ext cx="4693920" cy="148823"/>
          </a:xfrm>
          <a:prstGeom prst="rect">
            <a:avLst/>
          </a:prstGeom>
          <a:noFill/>
        </p:spPr>
        <p:txBody>
          <a:bodyPr wrap="square" lIns="0" tIns="0" rIns="0" bIns="0" anchor="ctr">
            <a:spAutoFit/>
          </a:bodyPr>
          <a:lstStyle/>
          <a:p>
            <a:r>
              <a:rPr sz="967" dirty="0" err="1">
                <a:solidFill>
                  <a:srgbClr val="2A1F17"/>
                </a:solidFill>
                <a:latin typeface="Pretendard SemiBold"/>
                <a:ea typeface="Pretendard SemiBold"/>
                <a:cs typeface="Pretendard SemiBold"/>
              </a:rPr>
              <a:t>해결</a:t>
            </a:r>
            <a:r>
              <a:rPr sz="967" dirty="0">
                <a:solidFill>
                  <a:srgbClr val="2A1F17"/>
                </a:solidFill>
                <a:latin typeface="Pretendard SemiBold"/>
                <a:ea typeface="Pretendard SemiBold"/>
                <a:cs typeface="Pretendard SemiBold"/>
              </a:rPr>
              <a:t>  </a:t>
            </a:r>
            <a:r>
              <a:rPr sz="967" dirty="0" err="1">
                <a:solidFill>
                  <a:srgbClr val="2A1F17"/>
                </a:solidFill>
                <a:latin typeface="Pretendard SemiBold"/>
                <a:ea typeface="Pretendard SemiBold"/>
                <a:cs typeface="Pretendard SemiBold"/>
              </a:rPr>
              <a:t>감점</a:t>
            </a:r>
            <a:r>
              <a:rPr sz="967" dirty="0">
                <a:solidFill>
                  <a:srgbClr val="2A1F17"/>
                </a:solidFill>
                <a:latin typeface="Pretendard SemiBold"/>
                <a:ea typeface="Pretendard SemiBold"/>
                <a:cs typeface="Pretendard SemiBold"/>
              </a:rPr>
              <a:t> </a:t>
            </a:r>
            <a:r>
              <a:rPr sz="967" dirty="0" err="1">
                <a:solidFill>
                  <a:srgbClr val="2A1F17"/>
                </a:solidFill>
                <a:latin typeface="Pretendard SemiBold"/>
                <a:ea typeface="Pretendard SemiBold"/>
                <a:cs typeface="Pretendard SemiBold"/>
              </a:rPr>
              <a:t>제거</a:t>
            </a:r>
            <a:r>
              <a:rPr sz="967" dirty="0">
                <a:solidFill>
                  <a:srgbClr val="2A1F17"/>
                </a:solidFill>
                <a:latin typeface="Pretendard SemiBold"/>
                <a:ea typeface="Pretendard SemiBold"/>
                <a:cs typeface="Pretendard SemiBold"/>
              </a:rPr>
              <a:t> · 두 </a:t>
            </a:r>
            <a:r>
              <a:rPr sz="967" dirty="0" err="1">
                <a:solidFill>
                  <a:srgbClr val="2A1F17"/>
                </a:solidFill>
                <a:latin typeface="Pretendard SemiBold"/>
                <a:ea typeface="Pretendard SemiBold"/>
                <a:cs typeface="Pretendard SemiBold"/>
              </a:rPr>
              <a:t>모델</a:t>
            </a:r>
            <a:r>
              <a:rPr sz="967" dirty="0">
                <a:solidFill>
                  <a:srgbClr val="2A1F17"/>
                </a:solidFill>
                <a:latin typeface="Pretendard SemiBold"/>
                <a:ea typeface="Pretendard SemiBold"/>
                <a:cs typeface="Pretendard SemiBold"/>
              </a:rPr>
              <a:t> </a:t>
            </a:r>
            <a:r>
              <a:rPr sz="967" dirty="0" err="1">
                <a:solidFill>
                  <a:srgbClr val="2A1F17"/>
                </a:solidFill>
                <a:latin typeface="Pretendard SemiBold"/>
                <a:ea typeface="Pretendard SemiBold"/>
                <a:cs typeface="Pretendard SemiBold"/>
              </a:rPr>
              <a:t>일치</a:t>
            </a:r>
            <a:r>
              <a:rPr sz="967" dirty="0">
                <a:solidFill>
                  <a:srgbClr val="2A1F17"/>
                </a:solidFill>
                <a:latin typeface="Pretendard SemiBold"/>
                <a:ea typeface="Pretendard SemiBold"/>
                <a:cs typeface="Pretendard SemiBold"/>
              </a:rPr>
              <a:t> </a:t>
            </a:r>
            <a:r>
              <a:rPr sz="967" dirty="0" err="1">
                <a:solidFill>
                  <a:srgbClr val="2A1F17"/>
                </a:solidFill>
                <a:latin typeface="Pretendard SemiBold"/>
                <a:ea typeface="Pretendard SemiBold"/>
                <a:cs typeface="Pretendard SemiBold"/>
              </a:rPr>
              <a:t>박스만</a:t>
            </a:r>
            <a:r>
              <a:rPr sz="967" dirty="0">
                <a:solidFill>
                  <a:srgbClr val="2A1F17"/>
                </a:solidFill>
                <a:latin typeface="Pretendard SemiBold"/>
                <a:ea typeface="Pretendard SemiBold"/>
                <a:cs typeface="Pretendard SemiBold"/>
              </a:rPr>
              <a:t> </a:t>
            </a:r>
            <a:r>
              <a:rPr sz="967" dirty="0" err="1">
                <a:solidFill>
                  <a:srgbClr val="2A1F17"/>
                </a:solidFill>
                <a:latin typeface="Pretendard SemiBold"/>
                <a:ea typeface="Pretendard SemiBold"/>
                <a:cs typeface="Pretendard SemiBold"/>
              </a:rPr>
              <a:t>신뢰도</a:t>
            </a:r>
            <a:r>
              <a:rPr sz="967" dirty="0">
                <a:solidFill>
                  <a:srgbClr val="2A1F17"/>
                </a:solidFill>
                <a:latin typeface="Pretendard SemiBold"/>
                <a:ea typeface="Pretendard SemiBold"/>
                <a:cs typeface="Pretendard SemiBold"/>
              </a:rPr>
              <a:t> ×1.25</a:t>
            </a:r>
          </a:p>
        </p:txBody>
      </p:sp>
      <p:sp>
        <p:nvSpPr>
          <p:cNvPr id="14" name="Rounded Rectangle 13"/>
          <p:cNvSpPr/>
          <p:nvPr/>
        </p:nvSpPr>
        <p:spPr>
          <a:xfrm>
            <a:off x="6217920" y="3230880"/>
            <a:ext cx="5364480" cy="1402080"/>
          </a:xfrm>
          <a:prstGeom prst="roundRect">
            <a:avLst>
              <a:gd name="adj" fmla="val 7826"/>
            </a:avLst>
          </a:prstGeom>
          <a:solidFill>
            <a:srgbClr val="FFFFFF"/>
          </a:solidFill>
          <a:ln w="12700">
            <a:solidFill>
              <a:srgbClr val="E9E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5" name="TextBox 14"/>
          <p:cNvSpPr txBox="1"/>
          <p:nvPr/>
        </p:nvSpPr>
        <p:spPr>
          <a:xfrm>
            <a:off x="6461760" y="3413760"/>
            <a:ext cx="731520" cy="147028"/>
          </a:xfrm>
          <a:prstGeom prst="rect">
            <a:avLst/>
          </a:prstGeom>
          <a:noFill/>
        </p:spPr>
        <p:txBody>
          <a:bodyPr wrap="square" lIns="0" tIns="0" rIns="0" bIns="0" anchor="t">
            <a:spAutoFit/>
          </a:bodyPr>
          <a:lstStyle/>
          <a:p>
            <a:pPr>
              <a:lnSpc>
                <a:spcPct val="120000"/>
              </a:lnSpc>
            </a:pPr>
            <a:r>
              <a:rPr sz="867">
                <a:solidFill>
                  <a:srgbClr val="C8641E"/>
                </a:solidFill>
                <a:latin typeface="Pretendard SemiBold"/>
                <a:ea typeface="Pretendard SemiBold"/>
                <a:cs typeface="Pretendard SemiBold"/>
              </a:rPr>
              <a:t>문제 2</a:t>
            </a:r>
          </a:p>
        </p:txBody>
      </p:sp>
      <p:sp>
        <p:nvSpPr>
          <p:cNvPr id="16" name="TextBox 15"/>
          <p:cNvSpPr txBox="1"/>
          <p:nvPr/>
        </p:nvSpPr>
        <p:spPr>
          <a:xfrm>
            <a:off x="7071360" y="3377184"/>
            <a:ext cx="4328160" cy="237437"/>
          </a:xfrm>
          <a:prstGeom prst="rect">
            <a:avLst/>
          </a:prstGeom>
          <a:noFill/>
        </p:spPr>
        <p:txBody>
          <a:bodyPr wrap="square" lIns="0" tIns="0" rIns="0" bIns="0" anchor="t">
            <a:spAutoFit/>
          </a:bodyPr>
          <a:lstStyle/>
          <a:p>
            <a:pPr>
              <a:lnSpc>
                <a:spcPct val="120000"/>
              </a:lnSpc>
            </a:pPr>
            <a:r>
              <a:rPr sz="1400" b="1">
                <a:solidFill>
                  <a:srgbClr val="2A1F17"/>
                </a:solidFill>
                <a:latin typeface="Pretendard"/>
                <a:ea typeface="Pretendard"/>
                <a:cs typeface="Pretendard"/>
              </a:rPr>
              <a:t>같은 위치에 다른 클래스 박스 중복</a:t>
            </a:r>
          </a:p>
        </p:txBody>
      </p:sp>
      <p:sp>
        <p:nvSpPr>
          <p:cNvPr id="17" name="TextBox 16"/>
          <p:cNvSpPr txBox="1"/>
          <p:nvPr/>
        </p:nvSpPr>
        <p:spPr>
          <a:xfrm>
            <a:off x="6461760" y="3718561"/>
            <a:ext cx="4937760" cy="162993"/>
          </a:xfrm>
          <a:prstGeom prst="rect">
            <a:avLst/>
          </a:prstGeom>
          <a:noFill/>
        </p:spPr>
        <p:txBody>
          <a:bodyPr wrap="square" lIns="0" tIns="0" rIns="0" bIns="0" anchor="t">
            <a:spAutoFit/>
          </a:bodyPr>
          <a:lstStyle/>
          <a:p>
            <a:pPr>
              <a:lnSpc>
                <a:spcPct val="130000"/>
              </a:lnSpc>
            </a:pPr>
            <a:r>
              <a:rPr sz="900">
                <a:solidFill>
                  <a:srgbClr val="5B4E44"/>
                </a:solidFill>
                <a:latin typeface="Pretendard"/>
                <a:ea typeface="Pretendard"/>
                <a:cs typeface="Pretendard"/>
              </a:rPr>
              <a:t>TTA·앙상블에서 rotus 0.22 / fruit 0.76 박스 동시 표시</a:t>
            </a:r>
          </a:p>
        </p:txBody>
      </p:sp>
      <p:sp>
        <p:nvSpPr>
          <p:cNvPr id="18" name="Rounded Rectangle 17"/>
          <p:cNvSpPr/>
          <p:nvPr/>
        </p:nvSpPr>
        <p:spPr>
          <a:xfrm>
            <a:off x="6461760" y="4218432"/>
            <a:ext cx="4876800" cy="292608"/>
          </a:xfrm>
          <a:prstGeom prst="roundRect">
            <a:avLst>
              <a:gd name="adj" fmla="val 20833"/>
            </a:avLst>
          </a:prstGeom>
          <a:solidFill>
            <a:srgbClr val="F8E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9" name="TextBox 18"/>
          <p:cNvSpPr txBox="1"/>
          <p:nvPr/>
        </p:nvSpPr>
        <p:spPr>
          <a:xfrm>
            <a:off x="6583680" y="4290325"/>
            <a:ext cx="4693920" cy="148823"/>
          </a:xfrm>
          <a:prstGeom prst="rect">
            <a:avLst/>
          </a:prstGeom>
          <a:noFill/>
        </p:spPr>
        <p:txBody>
          <a:bodyPr wrap="square" lIns="0" tIns="0" rIns="0" bIns="0" anchor="ctr">
            <a:spAutoFit/>
          </a:bodyPr>
          <a:lstStyle/>
          <a:p>
            <a:r>
              <a:rPr sz="967">
                <a:solidFill>
                  <a:srgbClr val="2A1F17"/>
                </a:solidFill>
                <a:latin typeface="Pretendard SemiBold"/>
                <a:ea typeface="Pretendard SemiBold"/>
                <a:cs typeface="Pretendard SemiBold"/>
              </a:rPr>
              <a:t>해결  IoU 0.55 초과 또는 85% 이상 포함 시 신뢰도 높은 박스만 유지</a:t>
            </a:r>
          </a:p>
        </p:txBody>
      </p:sp>
      <p:sp>
        <p:nvSpPr>
          <p:cNvPr id="20" name="Rounded Rectangle 19"/>
          <p:cNvSpPr/>
          <p:nvPr/>
        </p:nvSpPr>
        <p:spPr>
          <a:xfrm>
            <a:off x="6217920" y="4754880"/>
            <a:ext cx="5364480" cy="1402080"/>
          </a:xfrm>
          <a:prstGeom prst="roundRect">
            <a:avLst>
              <a:gd name="adj" fmla="val 7826"/>
            </a:avLst>
          </a:prstGeom>
          <a:solidFill>
            <a:srgbClr val="FFFFFF"/>
          </a:solidFill>
          <a:ln w="12700">
            <a:solidFill>
              <a:srgbClr val="E9E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1" name="TextBox 20"/>
          <p:cNvSpPr txBox="1"/>
          <p:nvPr/>
        </p:nvSpPr>
        <p:spPr>
          <a:xfrm>
            <a:off x="6461760" y="4937760"/>
            <a:ext cx="731520" cy="147028"/>
          </a:xfrm>
          <a:prstGeom prst="rect">
            <a:avLst/>
          </a:prstGeom>
          <a:noFill/>
        </p:spPr>
        <p:txBody>
          <a:bodyPr wrap="square" lIns="0" tIns="0" rIns="0" bIns="0" anchor="t">
            <a:spAutoFit/>
          </a:bodyPr>
          <a:lstStyle/>
          <a:p>
            <a:pPr>
              <a:lnSpc>
                <a:spcPct val="120000"/>
              </a:lnSpc>
            </a:pPr>
            <a:r>
              <a:rPr sz="867">
                <a:solidFill>
                  <a:srgbClr val="C8641E"/>
                </a:solidFill>
                <a:latin typeface="Pretendard SemiBold"/>
                <a:ea typeface="Pretendard SemiBold"/>
                <a:cs typeface="Pretendard SemiBold"/>
              </a:rPr>
              <a:t>문제 3</a:t>
            </a:r>
          </a:p>
        </p:txBody>
      </p:sp>
      <p:sp>
        <p:nvSpPr>
          <p:cNvPr id="22" name="TextBox 21"/>
          <p:cNvSpPr txBox="1"/>
          <p:nvPr/>
        </p:nvSpPr>
        <p:spPr>
          <a:xfrm>
            <a:off x="7071360" y="4901183"/>
            <a:ext cx="4328160" cy="237437"/>
          </a:xfrm>
          <a:prstGeom prst="rect">
            <a:avLst/>
          </a:prstGeom>
          <a:noFill/>
        </p:spPr>
        <p:txBody>
          <a:bodyPr wrap="square" lIns="0" tIns="0" rIns="0" bIns="0" anchor="t">
            <a:spAutoFit/>
          </a:bodyPr>
          <a:lstStyle/>
          <a:p>
            <a:pPr>
              <a:lnSpc>
                <a:spcPct val="120000"/>
              </a:lnSpc>
            </a:pPr>
            <a:r>
              <a:rPr sz="1400" b="1">
                <a:solidFill>
                  <a:srgbClr val="2A1F17"/>
                </a:solidFill>
                <a:latin typeface="Pretendard"/>
                <a:ea typeface="Pretendard"/>
                <a:cs typeface="Pretendard"/>
              </a:rPr>
              <a:t>부분 학습 모델의 미학습 빵 오인식</a:t>
            </a:r>
          </a:p>
        </p:txBody>
      </p:sp>
      <p:sp>
        <p:nvSpPr>
          <p:cNvPr id="23" name="TextBox 22"/>
          <p:cNvSpPr txBox="1"/>
          <p:nvPr/>
        </p:nvSpPr>
        <p:spPr>
          <a:xfrm>
            <a:off x="6461760" y="5242561"/>
            <a:ext cx="4937760" cy="162993"/>
          </a:xfrm>
          <a:prstGeom prst="rect">
            <a:avLst/>
          </a:prstGeom>
          <a:noFill/>
        </p:spPr>
        <p:txBody>
          <a:bodyPr wrap="square" lIns="0" tIns="0" rIns="0" bIns="0" anchor="t">
            <a:spAutoFit/>
          </a:bodyPr>
          <a:lstStyle/>
          <a:p>
            <a:pPr>
              <a:lnSpc>
                <a:spcPct val="130000"/>
              </a:lnSpc>
            </a:pPr>
            <a:r>
              <a:rPr sz="900" dirty="0" err="1">
                <a:solidFill>
                  <a:srgbClr val="5B4E44"/>
                </a:solidFill>
                <a:latin typeface="Pretendard"/>
                <a:ea typeface="Pretendard"/>
                <a:cs typeface="Pretendard"/>
              </a:rPr>
              <a:t>휘낭시에·와플</a:t>
            </a:r>
            <a:r>
              <a:rPr sz="900" dirty="0">
                <a:solidFill>
                  <a:srgbClr val="5B4E44"/>
                </a:solidFill>
                <a:latin typeface="Pretendard"/>
                <a:ea typeface="Pretendard"/>
                <a:cs typeface="Pretendard"/>
              </a:rPr>
              <a:t> </a:t>
            </a:r>
            <a:r>
              <a:rPr sz="900" dirty="0" err="1">
                <a:solidFill>
                  <a:srgbClr val="5B4E44"/>
                </a:solidFill>
                <a:latin typeface="Pretendard"/>
                <a:ea typeface="Pretendard"/>
                <a:cs typeface="Pretendard"/>
              </a:rPr>
              <a:t>전용</a:t>
            </a:r>
            <a:r>
              <a:rPr sz="900" dirty="0">
                <a:solidFill>
                  <a:srgbClr val="5B4E44"/>
                </a:solidFill>
                <a:latin typeface="Pretendard"/>
                <a:ea typeface="Pretendard"/>
                <a:cs typeface="Pretendard"/>
              </a:rPr>
              <a:t> </a:t>
            </a:r>
            <a:r>
              <a:rPr sz="900" dirty="0" err="1">
                <a:solidFill>
                  <a:srgbClr val="5B4E44"/>
                </a:solidFill>
                <a:latin typeface="Pretendard"/>
                <a:ea typeface="Pretendard"/>
                <a:cs typeface="Pretendard"/>
              </a:rPr>
              <a:t>모델이</a:t>
            </a:r>
            <a:r>
              <a:rPr sz="900" dirty="0">
                <a:solidFill>
                  <a:srgbClr val="5B4E44"/>
                </a:solidFill>
                <a:latin typeface="Pretendard"/>
                <a:ea typeface="Pretendard"/>
                <a:cs typeface="Pretendard"/>
              </a:rPr>
              <a:t> </a:t>
            </a:r>
            <a:r>
              <a:rPr sz="900" dirty="0" err="1">
                <a:solidFill>
                  <a:srgbClr val="5B4E44"/>
                </a:solidFill>
                <a:latin typeface="Pretendard"/>
                <a:ea typeface="Pretendard"/>
                <a:cs typeface="Pretendard"/>
              </a:rPr>
              <a:t>머핀을</a:t>
            </a:r>
            <a:r>
              <a:rPr sz="900" dirty="0">
                <a:solidFill>
                  <a:srgbClr val="5B4E44"/>
                </a:solidFill>
                <a:latin typeface="Pretendard"/>
                <a:ea typeface="Pretendard"/>
                <a:cs typeface="Pretendard"/>
              </a:rPr>
              <a:t> </a:t>
            </a:r>
            <a:r>
              <a:rPr sz="900" dirty="0" err="1">
                <a:solidFill>
                  <a:srgbClr val="5B4E44"/>
                </a:solidFill>
                <a:latin typeface="Pretendard"/>
                <a:ea typeface="Pretendard"/>
                <a:cs typeface="Pretendard"/>
              </a:rPr>
              <a:t>플레인으로</a:t>
            </a:r>
            <a:r>
              <a:rPr sz="900" dirty="0">
                <a:solidFill>
                  <a:srgbClr val="5B4E44"/>
                </a:solidFill>
                <a:latin typeface="Pretendard"/>
                <a:ea typeface="Pretendard"/>
                <a:cs typeface="Pretendard"/>
              </a:rPr>
              <a:t> </a:t>
            </a:r>
            <a:r>
              <a:rPr sz="900" dirty="0" err="1">
                <a:solidFill>
                  <a:srgbClr val="5B4E44"/>
                </a:solidFill>
                <a:latin typeface="Pretendard"/>
                <a:ea typeface="Pretendard"/>
                <a:cs typeface="Pretendard"/>
              </a:rPr>
              <a:t>판단</a:t>
            </a:r>
            <a:r>
              <a:rPr sz="900" dirty="0">
                <a:solidFill>
                  <a:srgbClr val="5B4E44"/>
                </a:solidFill>
                <a:latin typeface="Pretendard"/>
                <a:ea typeface="Pretendard"/>
                <a:cs typeface="Pretendard"/>
              </a:rPr>
              <a:t> · </a:t>
            </a:r>
            <a:r>
              <a:rPr sz="900" dirty="0" err="1">
                <a:solidFill>
                  <a:srgbClr val="5B4E44"/>
                </a:solidFill>
                <a:latin typeface="Pretendard"/>
                <a:ea typeface="Pretendard"/>
                <a:cs typeface="Pretendard"/>
              </a:rPr>
              <a:t>기존</a:t>
            </a:r>
            <a:r>
              <a:rPr sz="900" dirty="0">
                <a:solidFill>
                  <a:srgbClr val="5B4E44"/>
                </a:solidFill>
                <a:latin typeface="Pretendard"/>
                <a:ea typeface="Pretendard"/>
                <a:cs typeface="Pretendard"/>
              </a:rPr>
              <a:t> 빵 </a:t>
            </a:r>
            <a:r>
              <a:rPr sz="900" dirty="0" err="1">
                <a:solidFill>
                  <a:srgbClr val="5B4E44"/>
                </a:solidFill>
                <a:latin typeface="Pretendard"/>
                <a:ea typeface="Pretendard"/>
                <a:cs typeface="Pretendard"/>
              </a:rPr>
              <a:t>오류</a:t>
            </a:r>
            <a:r>
              <a:rPr sz="900" dirty="0">
                <a:solidFill>
                  <a:srgbClr val="5B4E44"/>
                </a:solidFill>
                <a:latin typeface="Pretendard"/>
                <a:ea typeface="Pretendard"/>
                <a:cs typeface="Pretendard"/>
              </a:rPr>
              <a:t> 200/315 (bread_0911 + m12_B)</a:t>
            </a:r>
          </a:p>
        </p:txBody>
      </p:sp>
      <p:sp>
        <p:nvSpPr>
          <p:cNvPr id="24" name="Rounded Rectangle 23"/>
          <p:cNvSpPr/>
          <p:nvPr/>
        </p:nvSpPr>
        <p:spPr>
          <a:xfrm>
            <a:off x="6461760" y="5742432"/>
            <a:ext cx="4876800" cy="292608"/>
          </a:xfrm>
          <a:prstGeom prst="roundRect">
            <a:avLst>
              <a:gd name="adj" fmla="val 20833"/>
            </a:avLst>
          </a:prstGeom>
          <a:solidFill>
            <a:srgbClr val="F8E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5" name="TextBox 24"/>
          <p:cNvSpPr txBox="1"/>
          <p:nvPr/>
        </p:nvSpPr>
        <p:spPr>
          <a:xfrm>
            <a:off x="6583680" y="5814325"/>
            <a:ext cx="4693920" cy="148823"/>
          </a:xfrm>
          <a:prstGeom prst="rect">
            <a:avLst/>
          </a:prstGeom>
          <a:noFill/>
        </p:spPr>
        <p:txBody>
          <a:bodyPr wrap="square" lIns="0" tIns="0" rIns="0" bIns="0" anchor="ctr">
            <a:spAutoFit/>
          </a:bodyPr>
          <a:lstStyle/>
          <a:p>
            <a:r>
              <a:rPr sz="967">
                <a:solidFill>
                  <a:srgbClr val="2A1F17"/>
                </a:solidFill>
                <a:latin typeface="Pretendard SemiBold"/>
                <a:ea typeface="Pretendard SemiBold"/>
                <a:cs typeface="Pretendard SemiBold"/>
              </a:rPr>
              <a:t>해결  다른 모델이 미학습 클래스로 판단한 위치 제외 → 3/315</a:t>
            </a:r>
          </a:p>
        </p:txBody>
      </p:sp>
      <p:sp>
        <p:nvSpPr>
          <p:cNvPr id="26" name="TextBox 25"/>
          <p:cNvSpPr txBox="1"/>
          <p:nvPr/>
        </p:nvSpPr>
        <p:spPr>
          <a:xfrm>
            <a:off x="609600" y="6473952"/>
            <a:ext cx="3657600" cy="130100"/>
          </a:xfrm>
          <a:prstGeom prst="rect">
            <a:avLst/>
          </a:prstGeom>
          <a:noFill/>
        </p:spPr>
        <p:txBody>
          <a:bodyPr wrap="square" lIns="0" tIns="0" rIns="0" bIns="0" anchor="t">
            <a:spAutoFit/>
          </a:bodyPr>
          <a:lstStyle/>
          <a:p>
            <a:pPr>
              <a:lnSpc>
                <a:spcPct val="120000"/>
              </a:lnSpc>
            </a:pPr>
            <a:r>
              <a:rPr sz="767">
                <a:solidFill>
                  <a:srgbClr val="8C8078"/>
                </a:solidFill>
                <a:latin typeface="Pretendard Medium"/>
                <a:ea typeface="Pretendard Medium"/>
                <a:cs typeface="Pretendard Medium"/>
              </a:rPr>
              <a:t>BreadVision · 6조</a:t>
            </a:r>
          </a:p>
        </p:txBody>
      </p:sp>
      <p:sp>
        <p:nvSpPr>
          <p:cNvPr id="27" name="TextBox 26"/>
          <p:cNvSpPr txBox="1"/>
          <p:nvPr/>
        </p:nvSpPr>
        <p:spPr>
          <a:xfrm>
            <a:off x="9144000" y="6473952"/>
            <a:ext cx="2438400" cy="141642"/>
          </a:xfrm>
          <a:prstGeom prst="rect">
            <a:avLst/>
          </a:prstGeom>
          <a:noFill/>
        </p:spPr>
        <p:txBody>
          <a:bodyPr wrap="square" lIns="0" tIns="0" rIns="0" bIns="0" anchor="t">
            <a:spAutoFit/>
          </a:bodyPr>
          <a:lstStyle/>
          <a:p>
            <a:pPr algn="r">
              <a:lnSpc>
                <a:spcPct val="120000"/>
              </a:lnSpc>
            </a:pPr>
            <a:r>
              <a:rPr sz="767" dirty="0">
                <a:solidFill>
                  <a:srgbClr val="8C8078"/>
                </a:solidFill>
                <a:latin typeface="Pretendard Medium"/>
                <a:ea typeface="Pretendard Medium"/>
                <a:cs typeface="Pretendard Medium"/>
              </a:rPr>
              <a:t>2</a:t>
            </a:r>
            <a:r>
              <a:rPr lang="en-US" sz="767" dirty="0">
                <a:solidFill>
                  <a:srgbClr val="8C8078"/>
                </a:solidFill>
                <a:latin typeface="Pretendard Medium"/>
                <a:ea typeface="Pretendard Medium"/>
                <a:cs typeface="Pretendard Medium"/>
              </a:rPr>
              <a:t>3 </a:t>
            </a:r>
            <a:r>
              <a:rPr sz="767" dirty="0">
                <a:solidFill>
                  <a:srgbClr val="8C8078"/>
                </a:solidFill>
                <a:latin typeface="Pretendard Medium"/>
                <a:ea typeface="Pretendard Medium"/>
                <a:cs typeface="Pretendard Medium"/>
              </a:rPr>
              <a:t>/ </a:t>
            </a:r>
            <a:r>
              <a:rPr lang="en-US" altLang="ko-KR" sz="767" dirty="0" smtClean="0">
                <a:solidFill>
                  <a:srgbClr val="8C8078"/>
                </a:solidFill>
                <a:latin typeface="Pretendard Medium"/>
                <a:ea typeface="Pretendard Medium"/>
                <a:cs typeface="Pretendard Medium"/>
              </a:rPr>
              <a:t>36</a:t>
            </a:r>
            <a:endParaRPr sz="767" dirty="0">
              <a:solidFill>
                <a:srgbClr val="8C8078"/>
              </a:solidFill>
              <a:latin typeface="Pretendard Medium"/>
              <a:ea typeface="Pretendard Medium"/>
              <a:cs typeface="Pretendard Medium"/>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438912"/>
            <a:ext cx="10972800" cy="147028"/>
          </a:xfrm>
          <a:prstGeom prst="rect">
            <a:avLst/>
          </a:prstGeom>
          <a:noFill/>
        </p:spPr>
        <p:txBody>
          <a:bodyPr wrap="square" lIns="0" tIns="0" rIns="0" bIns="0" anchor="t">
            <a:spAutoFit/>
          </a:bodyPr>
          <a:lstStyle/>
          <a:p>
            <a:pPr>
              <a:lnSpc>
                <a:spcPct val="120000"/>
              </a:lnSpc>
            </a:pPr>
            <a:r>
              <a:rPr sz="867" spc="33">
                <a:solidFill>
                  <a:srgbClr val="C8641E"/>
                </a:solidFill>
                <a:latin typeface="Pretendard SemiBold"/>
                <a:ea typeface="Pretendard SemiBold"/>
                <a:cs typeface="Pretendard SemiBold"/>
              </a:rPr>
              <a:t>03  핵심 기술</a:t>
            </a:r>
          </a:p>
        </p:txBody>
      </p:sp>
      <p:sp>
        <p:nvSpPr>
          <p:cNvPr id="3" name="TextBox 2"/>
          <p:cNvSpPr txBox="1"/>
          <p:nvPr/>
        </p:nvSpPr>
        <p:spPr>
          <a:xfrm>
            <a:off x="609600" y="621792"/>
            <a:ext cx="10972800" cy="389787"/>
          </a:xfrm>
          <a:prstGeom prst="rect">
            <a:avLst/>
          </a:prstGeom>
          <a:noFill/>
        </p:spPr>
        <p:txBody>
          <a:bodyPr wrap="square" lIns="0" tIns="0" rIns="0" bIns="0" anchor="t">
            <a:spAutoFit/>
          </a:bodyPr>
          <a:lstStyle/>
          <a:p>
            <a:r>
              <a:rPr sz="2533" b="1" spc="-40">
                <a:solidFill>
                  <a:srgbClr val="2A1F17"/>
                </a:solidFill>
                <a:latin typeface="Pretendard"/>
                <a:ea typeface="Pretendard"/>
                <a:cs typeface="Pretendard"/>
              </a:rPr>
              <a:t>합성 데이터 생성</a:t>
            </a:r>
          </a:p>
        </p:txBody>
      </p:sp>
      <p:sp>
        <p:nvSpPr>
          <p:cNvPr id="4" name="TextBox 3"/>
          <p:cNvSpPr txBox="1"/>
          <p:nvPr/>
        </p:nvSpPr>
        <p:spPr>
          <a:xfrm>
            <a:off x="609600" y="1158240"/>
            <a:ext cx="10972800" cy="184666"/>
          </a:xfrm>
          <a:prstGeom prst="rect">
            <a:avLst/>
          </a:prstGeom>
          <a:noFill/>
        </p:spPr>
        <p:txBody>
          <a:bodyPr wrap="square" lIns="0" tIns="0" rIns="0" bIns="0" anchor="t">
            <a:spAutoFit/>
          </a:bodyPr>
          <a:lstStyle/>
          <a:p>
            <a:r>
              <a:rPr sz="1200">
                <a:solidFill>
                  <a:srgbClr val="8C8078"/>
                </a:solidFill>
                <a:latin typeface="Pretendard Medium"/>
                <a:ea typeface="Pretendard Medium"/>
                <a:cs typeface="Pretendard Medium"/>
              </a:rPr>
              <a:t>빵 1개 이미지 → 마스크 추출 → 트레이 배경 배치 → 박스 라벨 자동 생성 (ai/cutout.py · ai/compose.py)</a:t>
            </a:r>
          </a:p>
        </p:txBody>
      </p:sp>
      <p:sp>
        <p:nvSpPr>
          <p:cNvPr id="5" name="Rounded Rectangle 4"/>
          <p:cNvSpPr/>
          <p:nvPr/>
        </p:nvSpPr>
        <p:spPr>
          <a:xfrm>
            <a:off x="609601" y="1706880"/>
            <a:ext cx="2537459" cy="1554480"/>
          </a:xfrm>
          <a:prstGeom prst="roundRect">
            <a:avLst>
              <a:gd name="adj" fmla="val 7058"/>
            </a:avLst>
          </a:prstGeom>
          <a:solidFill>
            <a:srgbClr val="FFFFFF"/>
          </a:solidFill>
          <a:ln w="12700">
            <a:solidFill>
              <a:srgbClr val="E9E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6" name="Oval 5"/>
          <p:cNvSpPr/>
          <p:nvPr/>
        </p:nvSpPr>
        <p:spPr>
          <a:xfrm>
            <a:off x="822960" y="1920240"/>
            <a:ext cx="365760" cy="365760"/>
          </a:xfrm>
          <a:prstGeom prst="ellipse">
            <a:avLst/>
          </a:prstGeom>
          <a:solidFill>
            <a:srgbClr val="F8E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7" name="TextBox 6"/>
          <p:cNvSpPr txBox="1"/>
          <p:nvPr/>
        </p:nvSpPr>
        <p:spPr>
          <a:xfrm>
            <a:off x="822960" y="2015949"/>
            <a:ext cx="365760" cy="174343"/>
          </a:xfrm>
          <a:prstGeom prst="rect">
            <a:avLst/>
          </a:prstGeom>
          <a:noFill/>
        </p:spPr>
        <p:txBody>
          <a:bodyPr wrap="square" lIns="0" tIns="0" rIns="0" bIns="0" anchor="ctr">
            <a:spAutoFit/>
          </a:bodyPr>
          <a:lstStyle/>
          <a:p>
            <a:pPr algn="ctr"/>
            <a:r>
              <a:rPr sz="1133" b="1">
                <a:solidFill>
                  <a:srgbClr val="C8641E"/>
                </a:solidFill>
                <a:latin typeface="Pretendard"/>
                <a:ea typeface="Pretendard"/>
                <a:cs typeface="Pretendard"/>
              </a:rPr>
              <a:t>1</a:t>
            </a:r>
          </a:p>
        </p:txBody>
      </p:sp>
      <p:sp>
        <p:nvSpPr>
          <p:cNvPr id="8" name="TextBox 7"/>
          <p:cNvSpPr txBox="1"/>
          <p:nvPr/>
        </p:nvSpPr>
        <p:spPr>
          <a:xfrm>
            <a:off x="822961" y="2407920"/>
            <a:ext cx="2110739" cy="237437"/>
          </a:xfrm>
          <a:prstGeom prst="rect">
            <a:avLst/>
          </a:prstGeom>
          <a:noFill/>
        </p:spPr>
        <p:txBody>
          <a:bodyPr wrap="square" lIns="0" tIns="0" rIns="0" bIns="0" anchor="t">
            <a:spAutoFit/>
          </a:bodyPr>
          <a:lstStyle/>
          <a:p>
            <a:pPr>
              <a:lnSpc>
                <a:spcPct val="120000"/>
              </a:lnSpc>
            </a:pPr>
            <a:r>
              <a:rPr sz="1400" b="1" dirty="0">
                <a:solidFill>
                  <a:srgbClr val="2A1F17"/>
                </a:solidFill>
                <a:latin typeface="Pretendard"/>
                <a:ea typeface="Pretendard"/>
                <a:cs typeface="Pretendard"/>
              </a:rPr>
              <a:t>빵 1개 </a:t>
            </a:r>
            <a:r>
              <a:rPr sz="1400" b="1" dirty="0" err="1">
                <a:solidFill>
                  <a:srgbClr val="2A1F17"/>
                </a:solidFill>
                <a:latin typeface="Pretendard"/>
                <a:ea typeface="Pretendard"/>
                <a:cs typeface="Pretendard"/>
              </a:rPr>
              <a:t>촬영</a:t>
            </a:r>
            <a:endParaRPr sz="1400" b="1" dirty="0">
              <a:solidFill>
                <a:srgbClr val="2A1F17"/>
              </a:solidFill>
              <a:latin typeface="Pretendard"/>
              <a:ea typeface="Pretendard"/>
              <a:cs typeface="Pretendard"/>
            </a:endParaRPr>
          </a:p>
        </p:txBody>
      </p:sp>
      <p:sp>
        <p:nvSpPr>
          <p:cNvPr id="9" name="TextBox 8"/>
          <p:cNvSpPr txBox="1"/>
          <p:nvPr/>
        </p:nvSpPr>
        <p:spPr>
          <a:xfrm>
            <a:off x="822961" y="2712721"/>
            <a:ext cx="2110739" cy="175241"/>
          </a:xfrm>
          <a:prstGeom prst="rect">
            <a:avLst/>
          </a:prstGeom>
          <a:noFill/>
        </p:spPr>
        <p:txBody>
          <a:bodyPr wrap="square" lIns="0" tIns="0" rIns="0" bIns="0" anchor="t">
            <a:spAutoFit/>
          </a:bodyPr>
          <a:lstStyle/>
          <a:p>
            <a:pPr>
              <a:lnSpc>
                <a:spcPct val="130000"/>
              </a:lnSpc>
            </a:pPr>
            <a:r>
              <a:rPr sz="967">
                <a:solidFill>
                  <a:srgbClr val="5B4E44"/>
                </a:solidFill>
                <a:latin typeface="Pretendard"/>
                <a:ea typeface="Pretendard"/>
                <a:cs typeface="Pretendard"/>
              </a:rPr>
              <a:t>회전 촬영으로 여러 각도 이미지 확보</a:t>
            </a:r>
          </a:p>
        </p:txBody>
      </p:sp>
      <p:cxnSp>
        <p:nvCxnSpPr>
          <p:cNvPr id="10" name="Connector 9"/>
          <p:cNvCxnSpPr/>
          <p:nvPr/>
        </p:nvCxnSpPr>
        <p:spPr>
          <a:xfrm>
            <a:off x="3189732" y="2487168"/>
            <a:ext cx="188976" cy="0"/>
          </a:xfrm>
          <a:prstGeom prst="line">
            <a:avLst/>
          </a:prstGeom>
          <a:ln w="19050">
            <a:solidFill>
              <a:srgbClr val="8C80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421381" y="1706880"/>
            <a:ext cx="2537459" cy="1554480"/>
          </a:xfrm>
          <a:prstGeom prst="roundRect">
            <a:avLst>
              <a:gd name="adj" fmla="val 7058"/>
            </a:avLst>
          </a:prstGeom>
          <a:solidFill>
            <a:srgbClr val="FFFFFF"/>
          </a:solidFill>
          <a:ln w="12700">
            <a:solidFill>
              <a:srgbClr val="E9E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2" name="Oval 11"/>
          <p:cNvSpPr/>
          <p:nvPr/>
        </p:nvSpPr>
        <p:spPr>
          <a:xfrm>
            <a:off x="3634739" y="1920240"/>
            <a:ext cx="365760" cy="365760"/>
          </a:xfrm>
          <a:prstGeom prst="ellipse">
            <a:avLst/>
          </a:prstGeom>
          <a:solidFill>
            <a:srgbClr val="F8E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3" name="TextBox 12"/>
          <p:cNvSpPr txBox="1"/>
          <p:nvPr/>
        </p:nvSpPr>
        <p:spPr>
          <a:xfrm>
            <a:off x="3634739" y="2015949"/>
            <a:ext cx="365760" cy="174343"/>
          </a:xfrm>
          <a:prstGeom prst="rect">
            <a:avLst/>
          </a:prstGeom>
          <a:noFill/>
        </p:spPr>
        <p:txBody>
          <a:bodyPr wrap="square" lIns="0" tIns="0" rIns="0" bIns="0" anchor="ctr">
            <a:spAutoFit/>
          </a:bodyPr>
          <a:lstStyle/>
          <a:p>
            <a:pPr algn="ctr"/>
            <a:r>
              <a:rPr sz="1133" b="1">
                <a:solidFill>
                  <a:srgbClr val="C8641E"/>
                </a:solidFill>
                <a:latin typeface="Pretendard"/>
                <a:ea typeface="Pretendard"/>
                <a:cs typeface="Pretendard"/>
              </a:rPr>
              <a:t>2</a:t>
            </a:r>
          </a:p>
        </p:txBody>
      </p:sp>
      <p:sp>
        <p:nvSpPr>
          <p:cNvPr id="14" name="TextBox 13"/>
          <p:cNvSpPr txBox="1"/>
          <p:nvPr/>
        </p:nvSpPr>
        <p:spPr>
          <a:xfrm>
            <a:off x="3634740" y="2407920"/>
            <a:ext cx="2110739" cy="237437"/>
          </a:xfrm>
          <a:prstGeom prst="rect">
            <a:avLst/>
          </a:prstGeom>
          <a:noFill/>
        </p:spPr>
        <p:txBody>
          <a:bodyPr wrap="square" lIns="0" tIns="0" rIns="0" bIns="0" anchor="t">
            <a:spAutoFit/>
          </a:bodyPr>
          <a:lstStyle/>
          <a:p>
            <a:pPr>
              <a:lnSpc>
                <a:spcPct val="120000"/>
              </a:lnSpc>
            </a:pPr>
            <a:r>
              <a:rPr sz="1400" b="1">
                <a:solidFill>
                  <a:srgbClr val="2A1F17"/>
                </a:solidFill>
                <a:latin typeface="Pretendard"/>
                <a:ea typeface="Pretendard"/>
                <a:cs typeface="Pretendard"/>
              </a:rPr>
              <a:t>마스크 추출</a:t>
            </a:r>
          </a:p>
        </p:txBody>
      </p:sp>
      <p:sp>
        <p:nvSpPr>
          <p:cNvPr id="15" name="TextBox 14"/>
          <p:cNvSpPr txBox="1"/>
          <p:nvPr/>
        </p:nvSpPr>
        <p:spPr>
          <a:xfrm>
            <a:off x="3634740" y="2712721"/>
            <a:ext cx="2110739" cy="368691"/>
          </a:xfrm>
          <a:prstGeom prst="rect">
            <a:avLst/>
          </a:prstGeom>
          <a:noFill/>
        </p:spPr>
        <p:txBody>
          <a:bodyPr wrap="square" lIns="0" tIns="0" rIns="0" bIns="0" anchor="t">
            <a:spAutoFit/>
          </a:bodyPr>
          <a:lstStyle/>
          <a:p>
            <a:pPr>
              <a:lnSpc>
                <a:spcPct val="130000"/>
              </a:lnSpc>
            </a:pPr>
            <a:r>
              <a:rPr sz="967" dirty="0" err="1">
                <a:solidFill>
                  <a:srgbClr val="5B4E44"/>
                </a:solidFill>
                <a:latin typeface="Pretendard"/>
                <a:ea typeface="Pretendard"/>
                <a:cs typeface="Pretendard"/>
              </a:rPr>
              <a:t>박스</a:t>
            </a:r>
            <a:r>
              <a:rPr sz="967" dirty="0">
                <a:solidFill>
                  <a:srgbClr val="5B4E44"/>
                </a:solidFill>
                <a:latin typeface="Pretendard"/>
                <a:ea typeface="Pretendard"/>
                <a:cs typeface="Pretendard"/>
              </a:rPr>
              <a:t> </a:t>
            </a:r>
            <a:r>
              <a:rPr sz="967" dirty="0" err="1">
                <a:solidFill>
                  <a:srgbClr val="5B4E44"/>
                </a:solidFill>
                <a:latin typeface="Pretendard"/>
                <a:ea typeface="Pretendard"/>
                <a:cs typeface="Pretendard"/>
              </a:rPr>
              <a:t>대신</a:t>
            </a:r>
            <a:r>
              <a:rPr sz="967" dirty="0">
                <a:solidFill>
                  <a:srgbClr val="5B4E44"/>
                </a:solidFill>
                <a:latin typeface="Pretendard"/>
                <a:ea typeface="Pretendard"/>
                <a:cs typeface="Pretendard"/>
              </a:rPr>
              <a:t> 빵 </a:t>
            </a:r>
            <a:r>
              <a:rPr sz="967" dirty="0" err="1">
                <a:solidFill>
                  <a:srgbClr val="5B4E44"/>
                </a:solidFill>
                <a:latin typeface="Pretendard"/>
                <a:ea typeface="Pretendard"/>
                <a:cs typeface="Pretendard"/>
              </a:rPr>
              <a:t>윤곽으로</a:t>
            </a:r>
            <a:r>
              <a:rPr sz="967" dirty="0">
                <a:solidFill>
                  <a:srgbClr val="5B4E44"/>
                </a:solidFill>
                <a:latin typeface="Pretendard"/>
                <a:ea typeface="Pretendard"/>
                <a:cs typeface="Pretendard"/>
              </a:rPr>
              <a:t> </a:t>
            </a:r>
            <a:r>
              <a:rPr sz="967" dirty="0" err="1">
                <a:solidFill>
                  <a:srgbClr val="5B4E44"/>
                </a:solidFill>
                <a:latin typeface="Pretendard"/>
                <a:ea typeface="Pretendard"/>
                <a:cs typeface="Pretendard"/>
              </a:rPr>
              <a:t>추출</a:t>
            </a:r>
            <a:r>
              <a:rPr sz="967" dirty="0">
                <a:solidFill>
                  <a:srgbClr val="5B4E44"/>
                </a:solidFill>
                <a:latin typeface="Pretendard"/>
                <a:ea typeface="Pretendard"/>
                <a:cs typeface="Pretendard"/>
              </a:rPr>
              <a:t> (</a:t>
            </a:r>
            <a:r>
              <a:rPr sz="967" dirty="0" err="1">
                <a:solidFill>
                  <a:srgbClr val="5B4E44"/>
                </a:solidFill>
                <a:latin typeface="Pretendard"/>
                <a:ea typeface="Pretendard"/>
                <a:cs typeface="Pretendard"/>
              </a:rPr>
              <a:t>파이</a:t>
            </a:r>
            <a:r>
              <a:rPr sz="967" dirty="0">
                <a:solidFill>
                  <a:srgbClr val="5B4E44"/>
                </a:solidFill>
                <a:latin typeface="Pretendard"/>
                <a:ea typeface="Pretendard"/>
                <a:cs typeface="Pretendard"/>
              </a:rPr>
              <a:t>: </a:t>
            </a:r>
            <a:r>
              <a:rPr sz="967" dirty="0" err="1">
                <a:solidFill>
                  <a:srgbClr val="5B4E44"/>
                </a:solidFill>
                <a:latin typeface="Pretendard"/>
                <a:ea typeface="Pretendard"/>
                <a:cs typeface="Pretendard"/>
              </a:rPr>
              <a:t>박스</a:t>
            </a:r>
            <a:r>
              <a:rPr sz="967" dirty="0">
                <a:solidFill>
                  <a:srgbClr val="5B4E44"/>
                </a:solidFill>
                <a:latin typeface="Pretendard"/>
                <a:ea typeface="Pretendard"/>
                <a:cs typeface="Pretendard"/>
              </a:rPr>
              <a:t> </a:t>
            </a:r>
            <a:r>
              <a:rPr sz="967" dirty="0" err="1">
                <a:solidFill>
                  <a:srgbClr val="5B4E44"/>
                </a:solidFill>
                <a:latin typeface="Pretendard"/>
                <a:ea typeface="Pretendard"/>
                <a:cs typeface="Pretendard"/>
              </a:rPr>
              <a:t>면적의</a:t>
            </a:r>
            <a:r>
              <a:rPr sz="967" dirty="0">
                <a:solidFill>
                  <a:srgbClr val="5B4E44"/>
                </a:solidFill>
                <a:latin typeface="Pretendard"/>
                <a:ea typeface="Pretendard"/>
                <a:cs typeface="Pretendard"/>
              </a:rPr>
              <a:t> 49%만 빵)</a:t>
            </a:r>
          </a:p>
        </p:txBody>
      </p:sp>
      <p:cxnSp>
        <p:nvCxnSpPr>
          <p:cNvPr id="16" name="Connector 15"/>
          <p:cNvCxnSpPr/>
          <p:nvPr/>
        </p:nvCxnSpPr>
        <p:spPr>
          <a:xfrm>
            <a:off x="6001512" y="2487168"/>
            <a:ext cx="188977" cy="0"/>
          </a:xfrm>
          <a:prstGeom prst="line">
            <a:avLst/>
          </a:prstGeom>
          <a:ln w="19050">
            <a:solidFill>
              <a:srgbClr val="8C80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233161" y="1706880"/>
            <a:ext cx="2537459" cy="1554480"/>
          </a:xfrm>
          <a:prstGeom prst="roundRect">
            <a:avLst>
              <a:gd name="adj" fmla="val 7058"/>
            </a:avLst>
          </a:prstGeom>
          <a:solidFill>
            <a:srgbClr val="FFFFFF"/>
          </a:solidFill>
          <a:ln w="12700">
            <a:solidFill>
              <a:srgbClr val="E9E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8" name="Oval 17"/>
          <p:cNvSpPr/>
          <p:nvPr/>
        </p:nvSpPr>
        <p:spPr>
          <a:xfrm>
            <a:off x="6446520" y="1920240"/>
            <a:ext cx="365760" cy="365760"/>
          </a:xfrm>
          <a:prstGeom prst="ellipse">
            <a:avLst/>
          </a:prstGeom>
          <a:solidFill>
            <a:srgbClr val="F8E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9" name="TextBox 18"/>
          <p:cNvSpPr txBox="1"/>
          <p:nvPr/>
        </p:nvSpPr>
        <p:spPr>
          <a:xfrm>
            <a:off x="6446520" y="2015949"/>
            <a:ext cx="365760" cy="174343"/>
          </a:xfrm>
          <a:prstGeom prst="rect">
            <a:avLst/>
          </a:prstGeom>
          <a:noFill/>
        </p:spPr>
        <p:txBody>
          <a:bodyPr wrap="square" lIns="0" tIns="0" rIns="0" bIns="0" anchor="ctr">
            <a:spAutoFit/>
          </a:bodyPr>
          <a:lstStyle/>
          <a:p>
            <a:pPr algn="ctr"/>
            <a:r>
              <a:rPr sz="1133" b="1">
                <a:solidFill>
                  <a:srgbClr val="C8641E"/>
                </a:solidFill>
                <a:latin typeface="Pretendard"/>
                <a:ea typeface="Pretendard"/>
                <a:cs typeface="Pretendard"/>
              </a:rPr>
              <a:t>3</a:t>
            </a:r>
          </a:p>
        </p:txBody>
      </p:sp>
      <p:sp>
        <p:nvSpPr>
          <p:cNvPr id="20" name="TextBox 19"/>
          <p:cNvSpPr txBox="1"/>
          <p:nvPr/>
        </p:nvSpPr>
        <p:spPr>
          <a:xfrm>
            <a:off x="6446521" y="2407920"/>
            <a:ext cx="2110739" cy="237437"/>
          </a:xfrm>
          <a:prstGeom prst="rect">
            <a:avLst/>
          </a:prstGeom>
          <a:noFill/>
        </p:spPr>
        <p:txBody>
          <a:bodyPr wrap="square" lIns="0" tIns="0" rIns="0" bIns="0" anchor="t">
            <a:spAutoFit/>
          </a:bodyPr>
          <a:lstStyle/>
          <a:p>
            <a:pPr>
              <a:lnSpc>
                <a:spcPct val="120000"/>
              </a:lnSpc>
            </a:pPr>
            <a:r>
              <a:rPr sz="1400" b="1">
                <a:solidFill>
                  <a:srgbClr val="2A1F17"/>
                </a:solidFill>
                <a:latin typeface="Pretendard"/>
                <a:ea typeface="Pretendard"/>
                <a:cs typeface="Pretendard"/>
              </a:rPr>
              <a:t>트레이 배경 배치</a:t>
            </a:r>
          </a:p>
        </p:txBody>
      </p:sp>
      <p:sp>
        <p:nvSpPr>
          <p:cNvPr id="21" name="TextBox 20"/>
          <p:cNvSpPr txBox="1"/>
          <p:nvPr/>
        </p:nvSpPr>
        <p:spPr>
          <a:xfrm>
            <a:off x="6446521" y="2712721"/>
            <a:ext cx="2110739" cy="175241"/>
          </a:xfrm>
          <a:prstGeom prst="rect">
            <a:avLst/>
          </a:prstGeom>
          <a:noFill/>
        </p:spPr>
        <p:txBody>
          <a:bodyPr wrap="square" lIns="0" tIns="0" rIns="0" bIns="0" anchor="t">
            <a:spAutoFit/>
          </a:bodyPr>
          <a:lstStyle/>
          <a:p>
            <a:pPr>
              <a:lnSpc>
                <a:spcPct val="130000"/>
              </a:lnSpc>
            </a:pPr>
            <a:r>
              <a:rPr sz="967" dirty="0" err="1">
                <a:solidFill>
                  <a:srgbClr val="5B4E44"/>
                </a:solidFill>
                <a:latin typeface="Pretendard"/>
                <a:ea typeface="Pretendard"/>
                <a:cs typeface="Pretendard"/>
              </a:rPr>
              <a:t>회전</a:t>
            </a:r>
            <a:r>
              <a:rPr sz="967" dirty="0">
                <a:solidFill>
                  <a:srgbClr val="5B4E44"/>
                </a:solidFill>
                <a:latin typeface="Pretendard"/>
                <a:ea typeface="Pretendard"/>
                <a:cs typeface="Pretendard"/>
              </a:rPr>
              <a:t> · </a:t>
            </a:r>
            <a:r>
              <a:rPr sz="967" dirty="0" err="1">
                <a:solidFill>
                  <a:srgbClr val="5B4E44"/>
                </a:solidFill>
                <a:latin typeface="Pretendard"/>
                <a:ea typeface="Pretendard"/>
                <a:cs typeface="Pretendard"/>
              </a:rPr>
              <a:t>크기</a:t>
            </a:r>
            <a:r>
              <a:rPr sz="967" dirty="0">
                <a:solidFill>
                  <a:srgbClr val="5B4E44"/>
                </a:solidFill>
                <a:latin typeface="Pretendard"/>
                <a:ea typeface="Pretendard"/>
                <a:cs typeface="Pretendard"/>
              </a:rPr>
              <a:t> </a:t>
            </a:r>
            <a:r>
              <a:rPr sz="967" dirty="0" err="1">
                <a:solidFill>
                  <a:srgbClr val="5B4E44"/>
                </a:solidFill>
                <a:latin typeface="Pretendard"/>
                <a:ea typeface="Pretendard"/>
                <a:cs typeface="Pretendard"/>
              </a:rPr>
              <a:t>무작위</a:t>
            </a:r>
            <a:r>
              <a:rPr sz="967" dirty="0">
                <a:solidFill>
                  <a:srgbClr val="5B4E44"/>
                </a:solidFill>
                <a:latin typeface="Pretendard"/>
                <a:ea typeface="Pretendard"/>
                <a:cs typeface="Pretendard"/>
              </a:rPr>
              <a:t> · </a:t>
            </a:r>
            <a:r>
              <a:rPr sz="967" dirty="0" err="1">
                <a:solidFill>
                  <a:srgbClr val="5B4E44"/>
                </a:solidFill>
                <a:latin typeface="Pretendard"/>
                <a:ea typeface="Pretendard"/>
                <a:cs typeface="Pretendard"/>
              </a:rPr>
              <a:t>박스</a:t>
            </a:r>
            <a:r>
              <a:rPr sz="967" dirty="0">
                <a:solidFill>
                  <a:srgbClr val="5B4E44"/>
                </a:solidFill>
                <a:latin typeface="Pretendard"/>
                <a:ea typeface="Pretendard"/>
                <a:cs typeface="Pretendard"/>
              </a:rPr>
              <a:t> 간 </a:t>
            </a:r>
            <a:r>
              <a:rPr sz="967" dirty="0" err="1">
                <a:solidFill>
                  <a:srgbClr val="5B4E44"/>
                </a:solidFill>
                <a:latin typeface="Pretendard"/>
                <a:ea typeface="Pretendard"/>
                <a:cs typeface="Pretendard"/>
              </a:rPr>
              <a:t>IoU</a:t>
            </a:r>
            <a:r>
              <a:rPr sz="967" dirty="0">
                <a:solidFill>
                  <a:srgbClr val="5B4E44"/>
                </a:solidFill>
                <a:latin typeface="Pretendard"/>
                <a:ea typeface="Pretendard"/>
                <a:cs typeface="Pretendard"/>
              </a:rPr>
              <a:t> 0.20 </a:t>
            </a:r>
            <a:r>
              <a:rPr sz="967" dirty="0" err="1">
                <a:solidFill>
                  <a:srgbClr val="5B4E44"/>
                </a:solidFill>
                <a:latin typeface="Pretendard"/>
                <a:ea typeface="Pretendard"/>
                <a:cs typeface="Pretendard"/>
              </a:rPr>
              <a:t>이하</a:t>
            </a:r>
            <a:endParaRPr sz="967" dirty="0">
              <a:solidFill>
                <a:srgbClr val="5B4E44"/>
              </a:solidFill>
              <a:latin typeface="Pretendard"/>
              <a:ea typeface="Pretendard"/>
              <a:cs typeface="Pretendard"/>
            </a:endParaRPr>
          </a:p>
        </p:txBody>
      </p:sp>
      <p:cxnSp>
        <p:nvCxnSpPr>
          <p:cNvPr id="22" name="Connector 21"/>
          <p:cNvCxnSpPr/>
          <p:nvPr/>
        </p:nvCxnSpPr>
        <p:spPr>
          <a:xfrm>
            <a:off x="8813292" y="2487168"/>
            <a:ext cx="188976" cy="0"/>
          </a:xfrm>
          <a:prstGeom prst="line">
            <a:avLst/>
          </a:prstGeom>
          <a:ln w="19050">
            <a:solidFill>
              <a:srgbClr val="8C80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044940" y="1706880"/>
            <a:ext cx="2537459" cy="1554480"/>
          </a:xfrm>
          <a:prstGeom prst="roundRect">
            <a:avLst>
              <a:gd name="adj" fmla="val 7058"/>
            </a:avLst>
          </a:prstGeom>
          <a:solidFill>
            <a:srgbClr val="F8E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4" name="Oval 23"/>
          <p:cNvSpPr/>
          <p:nvPr/>
        </p:nvSpPr>
        <p:spPr>
          <a:xfrm>
            <a:off x="9258299" y="1920240"/>
            <a:ext cx="365760" cy="3657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5" name="TextBox 24"/>
          <p:cNvSpPr txBox="1"/>
          <p:nvPr/>
        </p:nvSpPr>
        <p:spPr>
          <a:xfrm>
            <a:off x="9258299" y="2015949"/>
            <a:ext cx="365760" cy="174343"/>
          </a:xfrm>
          <a:prstGeom prst="rect">
            <a:avLst/>
          </a:prstGeom>
          <a:noFill/>
        </p:spPr>
        <p:txBody>
          <a:bodyPr wrap="square" lIns="0" tIns="0" rIns="0" bIns="0" anchor="ctr">
            <a:spAutoFit/>
          </a:bodyPr>
          <a:lstStyle/>
          <a:p>
            <a:pPr algn="ctr"/>
            <a:r>
              <a:rPr sz="1133" b="1">
                <a:solidFill>
                  <a:srgbClr val="C8641E"/>
                </a:solidFill>
                <a:latin typeface="Pretendard"/>
                <a:ea typeface="Pretendard"/>
                <a:cs typeface="Pretendard"/>
              </a:rPr>
              <a:t>4</a:t>
            </a:r>
          </a:p>
        </p:txBody>
      </p:sp>
      <p:sp>
        <p:nvSpPr>
          <p:cNvPr id="26" name="TextBox 25"/>
          <p:cNvSpPr txBox="1"/>
          <p:nvPr/>
        </p:nvSpPr>
        <p:spPr>
          <a:xfrm>
            <a:off x="9258300" y="2407920"/>
            <a:ext cx="2110739" cy="237437"/>
          </a:xfrm>
          <a:prstGeom prst="rect">
            <a:avLst/>
          </a:prstGeom>
          <a:noFill/>
        </p:spPr>
        <p:txBody>
          <a:bodyPr wrap="square" lIns="0" tIns="0" rIns="0" bIns="0" anchor="t">
            <a:spAutoFit/>
          </a:bodyPr>
          <a:lstStyle/>
          <a:p>
            <a:pPr>
              <a:lnSpc>
                <a:spcPct val="120000"/>
              </a:lnSpc>
            </a:pPr>
            <a:r>
              <a:rPr sz="1267" b="1" dirty="0" err="1">
                <a:solidFill>
                  <a:srgbClr val="2A1F17"/>
                </a:solidFill>
                <a:latin typeface="Pretendard"/>
                <a:ea typeface="Pretendard"/>
                <a:cs typeface="Pretendard"/>
              </a:rPr>
              <a:t>박스</a:t>
            </a:r>
            <a:r>
              <a:rPr sz="1267" b="1" dirty="0">
                <a:solidFill>
                  <a:srgbClr val="2A1F17"/>
                </a:solidFill>
                <a:latin typeface="Pretendard"/>
                <a:ea typeface="Pretendard"/>
                <a:cs typeface="Pretendard"/>
              </a:rPr>
              <a:t> </a:t>
            </a:r>
            <a:r>
              <a:rPr sz="1267" b="1" dirty="0" err="1">
                <a:solidFill>
                  <a:srgbClr val="2A1F17"/>
                </a:solidFill>
                <a:latin typeface="Pretendard"/>
                <a:ea typeface="Pretendard"/>
                <a:cs typeface="Pretendard"/>
              </a:rPr>
              <a:t>라벨</a:t>
            </a:r>
            <a:r>
              <a:rPr sz="1267" b="1" dirty="0">
                <a:solidFill>
                  <a:srgbClr val="2A1F17"/>
                </a:solidFill>
                <a:latin typeface="Pretendard"/>
                <a:ea typeface="Pretendard"/>
                <a:cs typeface="Pretendard"/>
              </a:rPr>
              <a:t> </a:t>
            </a:r>
            <a:r>
              <a:rPr sz="1267" b="1" dirty="0" err="1">
                <a:solidFill>
                  <a:srgbClr val="2A1F17"/>
                </a:solidFill>
                <a:latin typeface="Pretendard"/>
                <a:ea typeface="Pretendard"/>
                <a:cs typeface="Pretendard"/>
              </a:rPr>
              <a:t>자동</a:t>
            </a:r>
            <a:r>
              <a:rPr sz="1267" b="1" dirty="0">
                <a:solidFill>
                  <a:srgbClr val="2A1F17"/>
                </a:solidFill>
                <a:latin typeface="Pretendard"/>
                <a:ea typeface="Pretendard"/>
                <a:cs typeface="Pretendard"/>
              </a:rPr>
              <a:t> </a:t>
            </a:r>
            <a:r>
              <a:rPr sz="1400" b="1" dirty="0" err="1">
                <a:solidFill>
                  <a:srgbClr val="2A1F17"/>
                </a:solidFill>
                <a:latin typeface="Pretendard"/>
                <a:ea typeface="Pretendard"/>
                <a:cs typeface="Pretendard"/>
              </a:rPr>
              <a:t>생성</a:t>
            </a:r>
            <a:endParaRPr sz="1400" b="1" dirty="0">
              <a:solidFill>
                <a:srgbClr val="2A1F17"/>
              </a:solidFill>
              <a:latin typeface="Pretendard"/>
              <a:ea typeface="Pretendard"/>
              <a:cs typeface="Pretendard"/>
            </a:endParaRPr>
          </a:p>
        </p:txBody>
      </p:sp>
      <p:sp>
        <p:nvSpPr>
          <p:cNvPr id="27" name="TextBox 26"/>
          <p:cNvSpPr txBox="1"/>
          <p:nvPr/>
        </p:nvSpPr>
        <p:spPr>
          <a:xfrm>
            <a:off x="9258300" y="2712721"/>
            <a:ext cx="2110739" cy="175241"/>
          </a:xfrm>
          <a:prstGeom prst="rect">
            <a:avLst/>
          </a:prstGeom>
          <a:noFill/>
        </p:spPr>
        <p:txBody>
          <a:bodyPr wrap="square" lIns="0" tIns="0" rIns="0" bIns="0" anchor="t">
            <a:spAutoFit/>
          </a:bodyPr>
          <a:lstStyle/>
          <a:p>
            <a:pPr>
              <a:lnSpc>
                <a:spcPct val="130000"/>
              </a:lnSpc>
            </a:pPr>
            <a:r>
              <a:rPr sz="967" dirty="0" err="1">
                <a:solidFill>
                  <a:srgbClr val="5B4E44"/>
                </a:solidFill>
                <a:latin typeface="Pretendard"/>
                <a:ea typeface="Pretendard"/>
                <a:cs typeface="Pretendard"/>
              </a:rPr>
              <a:t>배치</a:t>
            </a:r>
            <a:r>
              <a:rPr sz="967" dirty="0">
                <a:solidFill>
                  <a:srgbClr val="5B4E44"/>
                </a:solidFill>
                <a:latin typeface="Pretendard"/>
                <a:ea typeface="Pretendard"/>
                <a:cs typeface="Pretendard"/>
              </a:rPr>
              <a:t> </a:t>
            </a:r>
            <a:r>
              <a:rPr sz="967" dirty="0" err="1">
                <a:solidFill>
                  <a:srgbClr val="5B4E44"/>
                </a:solidFill>
                <a:latin typeface="Pretendard"/>
                <a:ea typeface="Pretendard"/>
                <a:cs typeface="Pretendard"/>
              </a:rPr>
              <a:t>위치</a:t>
            </a:r>
            <a:r>
              <a:rPr sz="967" dirty="0">
                <a:solidFill>
                  <a:srgbClr val="5B4E44"/>
                </a:solidFill>
                <a:latin typeface="Pretendard"/>
                <a:ea typeface="Pretendard"/>
                <a:cs typeface="Pretendard"/>
              </a:rPr>
              <a:t> = </a:t>
            </a:r>
            <a:r>
              <a:rPr sz="967" dirty="0" err="1">
                <a:solidFill>
                  <a:srgbClr val="5B4E44"/>
                </a:solidFill>
                <a:latin typeface="Pretendard"/>
                <a:ea typeface="Pretendard"/>
                <a:cs typeface="Pretendard"/>
              </a:rPr>
              <a:t>박스</a:t>
            </a:r>
            <a:r>
              <a:rPr sz="967" dirty="0">
                <a:solidFill>
                  <a:srgbClr val="5B4E44"/>
                </a:solidFill>
                <a:latin typeface="Pretendard"/>
                <a:ea typeface="Pretendard"/>
                <a:cs typeface="Pretendard"/>
              </a:rPr>
              <a:t> </a:t>
            </a:r>
            <a:r>
              <a:rPr sz="967" dirty="0" err="1">
                <a:solidFill>
                  <a:srgbClr val="5B4E44"/>
                </a:solidFill>
                <a:latin typeface="Pretendard"/>
                <a:ea typeface="Pretendard"/>
                <a:cs typeface="Pretendard"/>
              </a:rPr>
              <a:t>좌표</a:t>
            </a:r>
            <a:r>
              <a:rPr sz="967" dirty="0">
                <a:solidFill>
                  <a:srgbClr val="5B4E44"/>
                </a:solidFill>
                <a:latin typeface="Pretendard"/>
                <a:ea typeface="Pretendard"/>
                <a:cs typeface="Pretendard"/>
              </a:rPr>
              <a:t>, </a:t>
            </a:r>
            <a:r>
              <a:rPr sz="967" dirty="0" err="1">
                <a:solidFill>
                  <a:srgbClr val="5B4E44"/>
                </a:solidFill>
                <a:latin typeface="Pretendard"/>
                <a:ea typeface="Pretendard"/>
                <a:cs typeface="Pretendard"/>
              </a:rPr>
              <a:t>수동</a:t>
            </a:r>
            <a:r>
              <a:rPr sz="967" dirty="0">
                <a:solidFill>
                  <a:srgbClr val="5B4E44"/>
                </a:solidFill>
                <a:latin typeface="Pretendard"/>
                <a:ea typeface="Pretendard"/>
                <a:cs typeface="Pretendard"/>
              </a:rPr>
              <a:t> </a:t>
            </a:r>
            <a:r>
              <a:rPr sz="967" dirty="0" err="1">
                <a:solidFill>
                  <a:srgbClr val="5B4E44"/>
                </a:solidFill>
                <a:latin typeface="Pretendard"/>
                <a:ea typeface="Pretendard"/>
                <a:cs typeface="Pretendard"/>
              </a:rPr>
              <a:t>라벨링</a:t>
            </a:r>
            <a:r>
              <a:rPr sz="967" dirty="0">
                <a:solidFill>
                  <a:srgbClr val="5B4E44"/>
                </a:solidFill>
                <a:latin typeface="Pretendard"/>
                <a:ea typeface="Pretendard"/>
                <a:cs typeface="Pretendard"/>
              </a:rPr>
              <a:t> </a:t>
            </a:r>
            <a:r>
              <a:rPr sz="967" dirty="0" err="1">
                <a:solidFill>
                  <a:srgbClr val="5B4E44"/>
                </a:solidFill>
                <a:latin typeface="Pretendard"/>
                <a:ea typeface="Pretendard"/>
                <a:cs typeface="Pretendard"/>
              </a:rPr>
              <a:t>불필요</a:t>
            </a:r>
            <a:endParaRPr sz="967" dirty="0">
              <a:solidFill>
                <a:srgbClr val="5B4E44"/>
              </a:solidFill>
              <a:latin typeface="Pretendard"/>
              <a:ea typeface="Pretendard"/>
              <a:cs typeface="Pretendard"/>
            </a:endParaRPr>
          </a:p>
        </p:txBody>
      </p:sp>
      <p:sp>
        <p:nvSpPr>
          <p:cNvPr id="28" name="Rounded Rectangle 27"/>
          <p:cNvSpPr/>
          <p:nvPr/>
        </p:nvSpPr>
        <p:spPr>
          <a:xfrm>
            <a:off x="609600" y="3474720"/>
            <a:ext cx="5394960" cy="2682240"/>
          </a:xfrm>
          <a:prstGeom prst="roundRect">
            <a:avLst>
              <a:gd name="adj" fmla="val 4090"/>
            </a:avLst>
          </a:prstGeom>
          <a:solidFill>
            <a:srgbClr val="FFFFFF"/>
          </a:solidFill>
          <a:ln w="12700">
            <a:solidFill>
              <a:srgbClr val="E9E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9" name="TextBox 28"/>
          <p:cNvSpPr txBox="1"/>
          <p:nvPr/>
        </p:nvSpPr>
        <p:spPr>
          <a:xfrm>
            <a:off x="853441" y="3706368"/>
            <a:ext cx="4907279" cy="147028"/>
          </a:xfrm>
          <a:prstGeom prst="rect">
            <a:avLst/>
          </a:prstGeom>
          <a:noFill/>
        </p:spPr>
        <p:txBody>
          <a:bodyPr wrap="square" lIns="0" tIns="0" rIns="0" bIns="0" anchor="t">
            <a:spAutoFit/>
          </a:bodyPr>
          <a:lstStyle/>
          <a:p>
            <a:pPr>
              <a:lnSpc>
                <a:spcPct val="120000"/>
              </a:lnSpc>
            </a:pPr>
            <a:r>
              <a:rPr sz="867" spc="27">
                <a:solidFill>
                  <a:srgbClr val="C8641E"/>
                </a:solidFill>
                <a:latin typeface="Pretendard SemiBold"/>
                <a:ea typeface="Pretendard SemiBold"/>
                <a:cs typeface="Pretendard SemiBold"/>
              </a:rPr>
              <a:t>도입 배경</a:t>
            </a:r>
          </a:p>
        </p:txBody>
      </p:sp>
      <p:sp>
        <p:nvSpPr>
          <p:cNvPr id="30" name="TextBox 29"/>
          <p:cNvSpPr txBox="1"/>
          <p:nvPr/>
        </p:nvSpPr>
        <p:spPr>
          <a:xfrm>
            <a:off x="853441" y="3938016"/>
            <a:ext cx="4907279" cy="213200"/>
          </a:xfrm>
          <a:prstGeom prst="rect">
            <a:avLst/>
          </a:prstGeom>
          <a:noFill/>
        </p:spPr>
        <p:txBody>
          <a:bodyPr wrap="square" lIns="0" tIns="0" rIns="0" bIns="0" anchor="t">
            <a:spAutoFit/>
          </a:bodyPr>
          <a:lstStyle/>
          <a:p>
            <a:pPr>
              <a:lnSpc>
                <a:spcPct val="105000"/>
              </a:lnSpc>
            </a:pPr>
            <a:r>
              <a:rPr sz="1400" b="1" spc="-13">
                <a:solidFill>
                  <a:srgbClr val="2A1F17"/>
                </a:solidFill>
                <a:latin typeface="Pretendard"/>
                <a:ea typeface="Pretendard"/>
                <a:cs typeface="Pretendard"/>
              </a:rPr>
              <a:t>1개짜리 이미지만 추가 시 겹친 빵 검출률 하락</a:t>
            </a:r>
          </a:p>
        </p:txBody>
      </p:sp>
      <p:sp>
        <p:nvSpPr>
          <p:cNvPr id="31" name="TextBox 30"/>
          <p:cNvSpPr txBox="1"/>
          <p:nvPr/>
        </p:nvSpPr>
        <p:spPr>
          <a:xfrm>
            <a:off x="853440" y="4346448"/>
            <a:ext cx="4876800" cy="164084"/>
          </a:xfrm>
          <a:prstGeom prst="rect">
            <a:avLst/>
          </a:prstGeom>
          <a:noFill/>
        </p:spPr>
        <p:txBody>
          <a:bodyPr wrap="square" lIns="0" tIns="0" rIns="0" bIns="0" anchor="t">
            <a:spAutoFit/>
          </a:bodyPr>
          <a:lstStyle/>
          <a:p>
            <a:pPr>
              <a:lnSpc>
                <a:spcPct val="120000"/>
              </a:lnSpc>
            </a:pPr>
            <a:r>
              <a:rPr sz="967" dirty="0">
                <a:solidFill>
                  <a:srgbClr val="8C8078"/>
                </a:solidFill>
                <a:latin typeface="Pretendard Medium"/>
                <a:ea typeface="Pretendard Medium"/>
                <a:cs typeface="Pretendard Medium"/>
              </a:rPr>
              <a:t>빵 1개 </a:t>
            </a:r>
            <a:r>
              <a:rPr sz="967" dirty="0" err="1">
                <a:solidFill>
                  <a:srgbClr val="8C8078"/>
                </a:solidFill>
                <a:latin typeface="Pretendard Medium"/>
                <a:ea typeface="Pretendard Medium"/>
                <a:cs typeface="Pretendard Medium"/>
              </a:rPr>
              <a:t>이미지</a:t>
            </a:r>
            <a:r>
              <a:rPr sz="967" dirty="0">
                <a:solidFill>
                  <a:srgbClr val="8C8078"/>
                </a:solidFill>
                <a:latin typeface="Pretendard Medium"/>
                <a:ea typeface="Pretendard Medium"/>
                <a:cs typeface="Pretendard Medium"/>
              </a:rPr>
              <a:t> </a:t>
            </a:r>
            <a:r>
              <a:rPr lang="en-US" altLang="ko-KR" sz="967" dirty="0">
                <a:solidFill>
                  <a:srgbClr val="8C8078"/>
                </a:solidFill>
                <a:latin typeface="Pretendard Medium"/>
                <a:ea typeface="Pretendard Medium"/>
                <a:cs typeface="Pretendard Medium"/>
              </a:rPr>
              <a:t>32</a:t>
            </a:r>
            <a:r>
              <a:rPr sz="967" dirty="0">
                <a:solidFill>
                  <a:srgbClr val="8C8078"/>
                </a:solidFill>
                <a:latin typeface="Pretendard Medium"/>
                <a:ea typeface="Pretendard Medium"/>
                <a:cs typeface="Pretendard Medium"/>
              </a:rPr>
              <a:t>9장 </a:t>
            </a:r>
            <a:r>
              <a:rPr sz="967" dirty="0" err="1">
                <a:solidFill>
                  <a:srgbClr val="8C8078"/>
                </a:solidFill>
                <a:latin typeface="Pretendard Medium"/>
                <a:ea typeface="Pretendard Medium"/>
                <a:cs typeface="Pretendard Medium"/>
              </a:rPr>
              <a:t>추가</a:t>
            </a:r>
            <a:r>
              <a:rPr sz="967" dirty="0">
                <a:solidFill>
                  <a:srgbClr val="8C8078"/>
                </a:solidFill>
                <a:latin typeface="Pretendard Medium"/>
                <a:ea typeface="Pretendard Medium"/>
                <a:cs typeface="Pretendard Medium"/>
              </a:rPr>
              <a:t> 전 → 후</a:t>
            </a:r>
          </a:p>
        </p:txBody>
      </p:sp>
      <p:sp>
        <p:nvSpPr>
          <p:cNvPr id="32" name="TextBox 31"/>
          <p:cNvSpPr txBox="1"/>
          <p:nvPr/>
        </p:nvSpPr>
        <p:spPr>
          <a:xfrm>
            <a:off x="853440" y="4812492"/>
            <a:ext cx="4876800" cy="492443"/>
          </a:xfrm>
          <a:prstGeom prst="rect">
            <a:avLst/>
          </a:prstGeom>
          <a:noFill/>
        </p:spPr>
        <p:txBody>
          <a:bodyPr wrap="square" lIns="0" tIns="0" rIns="0" bIns="0" anchor="t">
            <a:spAutoFit/>
          </a:bodyPr>
          <a:lstStyle/>
          <a:p>
            <a:r>
              <a:rPr sz="3200" spc="-100" dirty="0">
                <a:solidFill>
                  <a:srgbClr val="2A1F17"/>
                </a:solidFill>
                <a:latin typeface="Pretendard ExtraBold"/>
                <a:ea typeface="Pretendard ExtraBold"/>
                <a:cs typeface="Pretendard ExtraBold"/>
              </a:rPr>
              <a:t>87.5%</a:t>
            </a:r>
            <a:r>
              <a:rPr sz="1400" dirty="0">
                <a:solidFill>
                  <a:srgbClr val="8C8078"/>
                </a:solidFill>
                <a:latin typeface="Pretendard"/>
                <a:ea typeface="Pretendard"/>
                <a:cs typeface="Pretendard"/>
              </a:rPr>
              <a:t>   →   </a:t>
            </a:r>
            <a:r>
              <a:rPr sz="3200" spc="-100" dirty="0">
                <a:solidFill>
                  <a:srgbClr val="C9443A"/>
                </a:solidFill>
                <a:latin typeface="Pretendard ExtraBold"/>
                <a:ea typeface="Pretendard ExtraBold"/>
                <a:cs typeface="Pretendard ExtraBold"/>
              </a:rPr>
              <a:t>54.2%</a:t>
            </a:r>
          </a:p>
        </p:txBody>
      </p:sp>
      <p:sp>
        <p:nvSpPr>
          <p:cNvPr id="33" name="TextBox 32"/>
          <p:cNvSpPr txBox="1"/>
          <p:nvPr/>
        </p:nvSpPr>
        <p:spPr>
          <a:xfrm>
            <a:off x="853440" y="5443729"/>
            <a:ext cx="4876800" cy="175241"/>
          </a:xfrm>
          <a:prstGeom prst="rect">
            <a:avLst/>
          </a:prstGeom>
          <a:noFill/>
        </p:spPr>
        <p:txBody>
          <a:bodyPr wrap="square" lIns="0" tIns="0" rIns="0" bIns="0" anchor="t">
            <a:spAutoFit/>
          </a:bodyPr>
          <a:lstStyle/>
          <a:p>
            <a:pPr>
              <a:lnSpc>
                <a:spcPct val="120000"/>
              </a:lnSpc>
            </a:pPr>
            <a:r>
              <a:rPr sz="1033">
                <a:solidFill>
                  <a:srgbClr val="C8641E"/>
                </a:solidFill>
                <a:latin typeface="Pretendard SemiBold"/>
                <a:ea typeface="Pretendard SemiBold"/>
                <a:cs typeface="Pretendard SemiBold"/>
              </a:rPr>
              <a:t>촬영은 1개 단위 유지, 학습 데이터는 여러 개 배치 이미지로 합성</a:t>
            </a:r>
          </a:p>
        </p:txBody>
      </p:sp>
      <p:sp>
        <p:nvSpPr>
          <p:cNvPr id="34" name="Rounded Rectangle 33"/>
          <p:cNvSpPr/>
          <p:nvPr/>
        </p:nvSpPr>
        <p:spPr>
          <a:xfrm>
            <a:off x="6187440" y="3474720"/>
            <a:ext cx="5394960" cy="2682240"/>
          </a:xfrm>
          <a:prstGeom prst="roundRect">
            <a:avLst>
              <a:gd name="adj" fmla="val 4090"/>
            </a:avLst>
          </a:prstGeom>
          <a:solidFill>
            <a:srgbClr val="FFFFFF"/>
          </a:solidFill>
          <a:ln w="12700">
            <a:solidFill>
              <a:srgbClr val="E9E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35" name="TextBox 34"/>
          <p:cNvSpPr txBox="1"/>
          <p:nvPr/>
        </p:nvSpPr>
        <p:spPr>
          <a:xfrm>
            <a:off x="6431281" y="3706368"/>
            <a:ext cx="4907279" cy="147028"/>
          </a:xfrm>
          <a:prstGeom prst="rect">
            <a:avLst/>
          </a:prstGeom>
          <a:noFill/>
        </p:spPr>
        <p:txBody>
          <a:bodyPr wrap="square" lIns="0" tIns="0" rIns="0" bIns="0" anchor="t">
            <a:spAutoFit/>
          </a:bodyPr>
          <a:lstStyle/>
          <a:p>
            <a:pPr>
              <a:lnSpc>
                <a:spcPct val="120000"/>
              </a:lnSpc>
            </a:pPr>
            <a:r>
              <a:rPr sz="867" spc="27">
                <a:solidFill>
                  <a:srgbClr val="C8641E"/>
                </a:solidFill>
                <a:latin typeface="Pretendard SemiBold"/>
                <a:ea typeface="Pretendard SemiBold"/>
                <a:cs typeface="Pretendard SemiBold"/>
              </a:rPr>
              <a:t>합성 경계 처리</a:t>
            </a:r>
          </a:p>
        </p:txBody>
      </p:sp>
      <p:sp>
        <p:nvSpPr>
          <p:cNvPr id="36" name="TextBox 35"/>
          <p:cNvSpPr txBox="1"/>
          <p:nvPr/>
        </p:nvSpPr>
        <p:spPr>
          <a:xfrm>
            <a:off x="6431281" y="3938016"/>
            <a:ext cx="4907279" cy="213200"/>
          </a:xfrm>
          <a:prstGeom prst="rect">
            <a:avLst/>
          </a:prstGeom>
          <a:noFill/>
        </p:spPr>
        <p:txBody>
          <a:bodyPr wrap="square" lIns="0" tIns="0" rIns="0" bIns="0" anchor="t">
            <a:spAutoFit/>
          </a:bodyPr>
          <a:lstStyle/>
          <a:p>
            <a:pPr>
              <a:lnSpc>
                <a:spcPct val="105000"/>
              </a:lnSpc>
            </a:pPr>
            <a:r>
              <a:rPr sz="1400" b="1" spc="-13" dirty="0" err="1">
                <a:solidFill>
                  <a:srgbClr val="2A1F17"/>
                </a:solidFill>
                <a:latin typeface="Pretendard"/>
                <a:ea typeface="Pretendard"/>
                <a:cs typeface="Pretendard"/>
              </a:rPr>
              <a:t>붙여</a:t>
            </a:r>
            <a:r>
              <a:rPr sz="1400" b="1" spc="-13" dirty="0">
                <a:solidFill>
                  <a:srgbClr val="2A1F17"/>
                </a:solidFill>
                <a:latin typeface="Pretendard"/>
                <a:ea typeface="Pretendard"/>
                <a:cs typeface="Pretendard"/>
              </a:rPr>
              <a:t> </a:t>
            </a:r>
            <a:r>
              <a:rPr sz="1400" b="1" spc="-13" dirty="0" err="1">
                <a:solidFill>
                  <a:srgbClr val="2A1F17"/>
                </a:solidFill>
                <a:latin typeface="Pretendard"/>
                <a:ea typeface="Pretendard"/>
                <a:cs typeface="Pretendard"/>
              </a:rPr>
              <a:t>넣은</a:t>
            </a:r>
            <a:r>
              <a:rPr sz="1400" b="1" spc="-13" dirty="0">
                <a:solidFill>
                  <a:srgbClr val="2A1F17"/>
                </a:solidFill>
                <a:latin typeface="Pretendard"/>
                <a:ea typeface="Pretendard"/>
                <a:cs typeface="Pretendard"/>
              </a:rPr>
              <a:t> </a:t>
            </a:r>
            <a:r>
              <a:rPr sz="1400" b="1" spc="-13" dirty="0" err="1">
                <a:solidFill>
                  <a:srgbClr val="2A1F17"/>
                </a:solidFill>
                <a:latin typeface="Pretendard"/>
                <a:ea typeface="Pretendard"/>
                <a:cs typeface="Pretendard"/>
              </a:rPr>
              <a:t>경계를</a:t>
            </a:r>
            <a:r>
              <a:rPr sz="1400" b="1" spc="-13" dirty="0">
                <a:solidFill>
                  <a:srgbClr val="2A1F17"/>
                </a:solidFill>
                <a:latin typeface="Pretendard"/>
                <a:ea typeface="Pretendard"/>
                <a:cs typeface="Pretendard"/>
              </a:rPr>
              <a:t> </a:t>
            </a:r>
            <a:r>
              <a:rPr sz="1400" b="1" spc="-13" dirty="0" err="1">
                <a:solidFill>
                  <a:srgbClr val="2A1F17"/>
                </a:solidFill>
                <a:latin typeface="Pretendard"/>
                <a:ea typeface="Pretendard"/>
                <a:cs typeface="Pretendard"/>
              </a:rPr>
              <a:t>학습하지</a:t>
            </a:r>
            <a:r>
              <a:rPr sz="1400" b="1" spc="-13" dirty="0">
                <a:solidFill>
                  <a:srgbClr val="2A1F17"/>
                </a:solidFill>
                <a:latin typeface="Pretendard"/>
                <a:ea typeface="Pretendard"/>
                <a:cs typeface="Pretendard"/>
              </a:rPr>
              <a:t> </a:t>
            </a:r>
            <a:r>
              <a:rPr sz="1400" b="1" spc="-13" dirty="0" err="1">
                <a:solidFill>
                  <a:srgbClr val="2A1F17"/>
                </a:solidFill>
                <a:latin typeface="Pretendard"/>
                <a:ea typeface="Pretendard"/>
                <a:cs typeface="Pretendard"/>
              </a:rPr>
              <a:t>않도록</a:t>
            </a:r>
            <a:r>
              <a:rPr sz="1400" b="1" spc="-13" dirty="0">
                <a:solidFill>
                  <a:srgbClr val="2A1F17"/>
                </a:solidFill>
                <a:latin typeface="Pretendard"/>
                <a:ea typeface="Pretendard"/>
                <a:cs typeface="Pretendard"/>
              </a:rPr>
              <a:t> </a:t>
            </a:r>
            <a:r>
              <a:rPr sz="1400" b="1" spc="-13" dirty="0" err="1">
                <a:solidFill>
                  <a:srgbClr val="2A1F17"/>
                </a:solidFill>
                <a:latin typeface="Pretendard"/>
                <a:ea typeface="Pretendard"/>
                <a:cs typeface="Pretendard"/>
              </a:rPr>
              <a:t>처리</a:t>
            </a:r>
            <a:endParaRPr sz="1400" b="1" spc="-13" dirty="0">
              <a:solidFill>
                <a:srgbClr val="2A1F17"/>
              </a:solidFill>
              <a:latin typeface="Pretendard"/>
              <a:ea typeface="Pretendard"/>
              <a:cs typeface="Pretendard"/>
            </a:endParaRPr>
          </a:p>
        </p:txBody>
      </p:sp>
      <p:sp>
        <p:nvSpPr>
          <p:cNvPr id="37" name="TextBox 36"/>
          <p:cNvSpPr txBox="1"/>
          <p:nvPr/>
        </p:nvSpPr>
        <p:spPr>
          <a:xfrm>
            <a:off x="6431280" y="4346448"/>
            <a:ext cx="4937760" cy="818942"/>
          </a:xfrm>
          <a:prstGeom prst="rect">
            <a:avLst/>
          </a:prstGeom>
          <a:noFill/>
        </p:spPr>
        <p:txBody>
          <a:bodyPr wrap="square" lIns="0" tIns="0" rIns="0" bIns="0" anchor="t">
            <a:spAutoFit/>
          </a:bodyPr>
          <a:lstStyle/>
          <a:p>
            <a:pPr marL="158504" indent="-158504">
              <a:lnSpc>
                <a:spcPct val="130000"/>
              </a:lnSpc>
              <a:spcAft>
                <a:spcPts val="667"/>
              </a:spcAft>
              <a:buClr>
                <a:srgbClr val="C8641E"/>
              </a:buClr>
              <a:buFont typeface="Arial"/>
              <a:buChar char="•"/>
            </a:pPr>
            <a:r>
              <a:rPr sz="1100" dirty="0">
                <a:solidFill>
                  <a:srgbClr val="5B4E44"/>
                </a:solidFill>
                <a:latin typeface="Pretendard"/>
                <a:ea typeface="Pretendard"/>
                <a:cs typeface="Pretendard"/>
              </a:rPr>
              <a:t>빵 </a:t>
            </a:r>
            <a:r>
              <a:rPr sz="1100" dirty="0" err="1">
                <a:solidFill>
                  <a:srgbClr val="5B4E44"/>
                </a:solidFill>
                <a:latin typeface="Pretendard"/>
                <a:ea typeface="Pretendard"/>
                <a:cs typeface="Pretendard"/>
              </a:rPr>
              <a:t>가장자리</a:t>
            </a:r>
            <a:r>
              <a:rPr sz="1100" dirty="0">
                <a:solidFill>
                  <a:srgbClr val="5B4E44"/>
                </a:solidFill>
                <a:latin typeface="Pretendard"/>
                <a:ea typeface="Pretendard"/>
                <a:cs typeface="Pretendard"/>
              </a:rPr>
              <a:t> 1.5px </a:t>
            </a:r>
            <a:r>
              <a:rPr sz="1100" dirty="0" err="1">
                <a:solidFill>
                  <a:srgbClr val="5B4E44"/>
                </a:solidFill>
                <a:latin typeface="Pretendard"/>
                <a:ea typeface="Pretendard"/>
                <a:cs typeface="Pretendard"/>
              </a:rPr>
              <a:t>흐림</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처리</a:t>
            </a:r>
            <a:endParaRPr sz="1100" dirty="0">
              <a:solidFill>
                <a:srgbClr val="5B4E44"/>
              </a:solidFill>
              <a:latin typeface="Pretendard"/>
              <a:ea typeface="Pretendard"/>
              <a:cs typeface="Pretendard"/>
            </a:endParaRPr>
          </a:p>
          <a:p>
            <a:pPr marL="158504" indent="-158504">
              <a:lnSpc>
                <a:spcPct val="130000"/>
              </a:lnSpc>
              <a:spcAft>
                <a:spcPts val="667"/>
              </a:spcAft>
              <a:buClr>
                <a:srgbClr val="C8641E"/>
              </a:buClr>
              <a:buFont typeface="Arial"/>
              <a:buChar char="•"/>
            </a:pPr>
            <a:r>
              <a:rPr sz="1100" dirty="0" err="1">
                <a:solidFill>
                  <a:srgbClr val="5B4E44"/>
                </a:solidFill>
                <a:latin typeface="Pretendard"/>
                <a:ea typeface="Pretendard"/>
                <a:cs typeface="Pretendard"/>
              </a:rPr>
              <a:t>바닥</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그림자</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추가</a:t>
            </a:r>
            <a:r>
              <a:rPr sz="1100" dirty="0">
                <a:solidFill>
                  <a:srgbClr val="5B4E44"/>
                </a:solidFill>
                <a:latin typeface="Pretendard"/>
                <a:ea typeface="Pretendard"/>
                <a:cs typeface="Pretendard"/>
              </a:rPr>
              <a:t> · </a:t>
            </a:r>
            <a:r>
              <a:rPr sz="1100" dirty="0" err="1">
                <a:solidFill>
                  <a:srgbClr val="5B4E44"/>
                </a:solidFill>
                <a:latin typeface="Pretendard"/>
                <a:ea typeface="Pretendard"/>
                <a:cs typeface="Pretendard"/>
              </a:rPr>
              <a:t>밝기와</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색상</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무작위</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변경</a:t>
            </a:r>
            <a:endParaRPr sz="1100" dirty="0">
              <a:solidFill>
                <a:srgbClr val="5B4E44"/>
              </a:solidFill>
              <a:latin typeface="Pretendard"/>
              <a:ea typeface="Pretendard"/>
              <a:cs typeface="Pretendard"/>
            </a:endParaRPr>
          </a:p>
          <a:p>
            <a:pPr marL="158504" indent="-158504">
              <a:lnSpc>
                <a:spcPct val="130000"/>
              </a:lnSpc>
              <a:spcAft>
                <a:spcPts val="667"/>
              </a:spcAft>
              <a:buClr>
                <a:srgbClr val="C8641E"/>
              </a:buClr>
              <a:buFont typeface="Arial"/>
              <a:buChar char="•"/>
            </a:pPr>
            <a:r>
              <a:rPr sz="1100" dirty="0" err="1">
                <a:solidFill>
                  <a:srgbClr val="5B4E44"/>
                </a:solidFill>
                <a:latin typeface="Pretendard"/>
                <a:ea typeface="Pretendard"/>
                <a:cs typeface="Pretendard"/>
              </a:rPr>
              <a:t>겹침</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정도를</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실제</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이미지</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수준으로</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제한</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실측</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중앙값</a:t>
            </a:r>
            <a:r>
              <a:rPr sz="1100" dirty="0">
                <a:solidFill>
                  <a:srgbClr val="5B4E44"/>
                </a:solidFill>
                <a:latin typeface="Pretendard"/>
                <a:ea typeface="Pretendard"/>
                <a:cs typeface="Pretendard"/>
              </a:rPr>
              <a:t> 0.043)</a:t>
            </a:r>
          </a:p>
        </p:txBody>
      </p:sp>
      <p:sp>
        <p:nvSpPr>
          <p:cNvPr id="38" name="TextBox 37"/>
          <p:cNvSpPr txBox="1"/>
          <p:nvPr/>
        </p:nvSpPr>
        <p:spPr>
          <a:xfrm>
            <a:off x="609600" y="6473952"/>
            <a:ext cx="3657600" cy="130100"/>
          </a:xfrm>
          <a:prstGeom prst="rect">
            <a:avLst/>
          </a:prstGeom>
          <a:noFill/>
        </p:spPr>
        <p:txBody>
          <a:bodyPr wrap="square" lIns="0" tIns="0" rIns="0" bIns="0" anchor="t">
            <a:spAutoFit/>
          </a:bodyPr>
          <a:lstStyle/>
          <a:p>
            <a:pPr>
              <a:lnSpc>
                <a:spcPct val="120000"/>
              </a:lnSpc>
            </a:pPr>
            <a:r>
              <a:rPr sz="767">
                <a:solidFill>
                  <a:srgbClr val="8C8078"/>
                </a:solidFill>
                <a:latin typeface="Pretendard Medium"/>
                <a:ea typeface="Pretendard Medium"/>
                <a:cs typeface="Pretendard Medium"/>
              </a:rPr>
              <a:t>BreadVision · 6조</a:t>
            </a:r>
          </a:p>
        </p:txBody>
      </p:sp>
      <p:sp>
        <p:nvSpPr>
          <p:cNvPr id="39" name="TextBox 38"/>
          <p:cNvSpPr txBox="1"/>
          <p:nvPr/>
        </p:nvSpPr>
        <p:spPr>
          <a:xfrm>
            <a:off x="9144000" y="6473952"/>
            <a:ext cx="2438400" cy="141642"/>
          </a:xfrm>
          <a:prstGeom prst="rect">
            <a:avLst/>
          </a:prstGeom>
          <a:noFill/>
        </p:spPr>
        <p:txBody>
          <a:bodyPr wrap="square" lIns="0" tIns="0" rIns="0" bIns="0" anchor="t">
            <a:spAutoFit/>
          </a:bodyPr>
          <a:lstStyle/>
          <a:p>
            <a:pPr algn="r">
              <a:lnSpc>
                <a:spcPct val="120000"/>
              </a:lnSpc>
            </a:pPr>
            <a:r>
              <a:rPr sz="767" dirty="0">
                <a:solidFill>
                  <a:srgbClr val="8C8078"/>
                </a:solidFill>
                <a:latin typeface="Pretendard Medium"/>
                <a:ea typeface="Pretendard Medium"/>
                <a:cs typeface="Pretendard Medium"/>
              </a:rPr>
              <a:t>2</a:t>
            </a:r>
            <a:r>
              <a:rPr lang="en-US" sz="767" dirty="0">
                <a:solidFill>
                  <a:srgbClr val="8C8078"/>
                </a:solidFill>
                <a:latin typeface="Pretendard Medium"/>
                <a:ea typeface="Pretendard Medium"/>
                <a:cs typeface="Pretendard Medium"/>
              </a:rPr>
              <a:t>4</a:t>
            </a:r>
            <a:r>
              <a:rPr sz="767" dirty="0">
                <a:solidFill>
                  <a:srgbClr val="8C8078"/>
                </a:solidFill>
                <a:latin typeface="Pretendard Medium"/>
                <a:ea typeface="Pretendard Medium"/>
                <a:cs typeface="Pretendard Medium"/>
              </a:rPr>
              <a:t> / </a:t>
            </a:r>
            <a:r>
              <a:rPr lang="en-US" altLang="ko-KR" sz="767" dirty="0" smtClean="0">
                <a:solidFill>
                  <a:srgbClr val="8C8078"/>
                </a:solidFill>
                <a:latin typeface="Pretendard Medium"/>
                <a:ea typeface="Pretendard Medium"/>
                <a:cs typeface="Pretendard Medium"/>
              </a:rPr>
              <a:t>36</a:t>
            </a:r>
            <a:endParaRPr sz="767" dirty="0">
              <a:solidFill>
                <a:srgbClr val="8C8078"/>
              </a:solidFill>
              <a:latin typeface="Pretendard Medium"/>
              <a:ea typeface="Pretendard Medium"/>
              <a:cs typeface="Pretendard Medium"/>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438912"/>
            <a:ext cx="10972800" cy="147028"/>
          </a:xfrm>
          <a:prstGeom prst="rect">
            <a:avLst/>
          </a:prstGeom>
          <a:noFill/>
        </p:spPr>
        <p:txBody>
          <a:bodyPr wrap="square" lIns="0" tIns="0" rIns="0" bIns="0" anchor="t">
            <a:spAutoFit/>
          </a:bodyPr>
          <a:lstStyle/>
          <a:p>
            <a:pPr>
              <a:lnSpc>
                <a:spcPct val="120000"/>
              </a:lnSpc>
            </a:pPr>
            <a:r>
              <a:rPr sz="867" spc="33">
                <a:solidFill>
                  <a:srgbClr val="C8641E"/>
                </a:solidFill>
                <a:latin typeface="Pretendard SemiBold"/>
                <a:ea typeface="Pretendard SemiBold"/>
                <a:cs typeface="Pretendard SemiBold"/>
              </a:rPr>
              <a:t>03  핵심 기술</a:t>
            </a:r>
          </a:p>
        </p:txBody>
      </p:sp>
      <p:sp>
        <p:nvSpPr>
          <p:cNvPr id="3" name="TextBox 2"/>
          <p:cNvSpPr txBox="1"/>
          <p:nvPr/>
        </p:nvSpPr>
        <p:spPr>
          <a:xfrm>
            <a:off x="609600" y="621792"/>
            <a:ext cx="10972800" cy="389787"/>
          </a:xfrm>
          <a:prstGeom prst="rect">
            <a:avLst/>
          </a:prstGeom>
          <a:noFill/>
        </p:spPr>
        <p:txBody>
          <a:bodyPr wrap="square" lIns="0" tIns="0" rIns="0" bIns="0" anchor="t">
            <a:spAutoFit/>
          </a:bodyPr>
          <a:lstStyle/>
          <a:p>
            <a:r>
              <a:rPr sz="2533" b="1" spc="-40">
                <a:solidFill>
                  <a:srgbClr val="2A1F17"/>
                </a:solidFill>
                <a:latin typeface="Pretendard"/>
                <a:ea typeface="Pretendard"/>
                <a:cs typeface="Pretendard"/>
              </a:rPr>
              <a:t>Jetson 배포</a:t>
            </a:r>
          </a:p>
        </p:txBody>
      </p:sp>
      <p:sp>
        <p:nvSpPr>
          <p:cNvPr id="4" name="TextBox 3"/>
          <p:cNvSpPr txBox="1"/>
          <p:nvPr/>
        </p:nvSpPr>
        <p:spPr>
          <a:xfrm>
            <a:off x="609600" y="1158240"/>
            <a:ext cx="10972800" cy="184666"/>
          </a:xfrm>
          <a:prstGeom prst="rect">
            <a:avLst/>
          </a:prstGeom>
          <a:noFill/>
        </p:spPr>
        <p:txBody>
          <a:bodyPr wrap="square" lIns="0" tIns="0" rIns="0" bIns="0" anchor="t">
            <a:spAutoFit/>
          </a:bodyPr>
          <a:lstStyle/>
          <a:p>
            <a:r>
              <a:rPr sz="1200">
                <a:solidFill>
                  <a:srgbClr val="8C8078"/>
                </a:solidFill>
                <a:latin typeface="Pretendard Medium"/>
                <a:ea typeface="Pretendard Medium"/>
                <a:cs typeface="Pretendard Medium"/>
              </a:rPr>
              <a:t>pt → ONNX(opset 17) → TensorRT(FP16) 변환 · 후처리 규칙 · 배포 중 발생 문제</a:t>
            </a:r>
          </a:p>
        </p:txBody>
      </p:sp>
      <p:sp>
        <p:nvSpPr>
          <p:cNvPr id="5" name="Rounded Rectangle 4"/>
          <p:cNvSpPr/>
          <p:nvPr/>
        </p:nvSpPr>
        <p:spPr>
          <a:xfrm>
            <a:off x="609601" y="1706880"/>
            <a:ext cx="2537459" cy="1219200"/>
          </a:xfrm>
          <a:prstGeom prst="roundRect">
            <a:avLst>
              <a:gd name="adj" fmla="val 9000"/>
            </a:avLst>
          </a:prstGeom>
          <a:solidFill>
            <a:srgbClr val="FFFFFF"/>
          </a:solidFill>
          <a:ln w="12700">
            <a:solidFill>
              <a:srgbClr val="E9E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6" name="TextBox 5"/>
          <p:cNvSpPr txBox="1"/>
          <p:nvPr/>
        </p:nvSpPr>
        <p:spPr>
          <a:xfrm>
            <a:off x="792481" y="1950721"/>
            <a:ext cx="2171699" cy="275717"/>
          </a:xfrm>
          <a:prstGeom prst="rect">
            <a:avLst/>
          </a:prstGeom>
          <a:noFill/>
        </p:spPr>
        <p:txBody>
          <a:bodyPr wrap="square" lIns="0" tIns="0" rIns="0" bIns="0" anchor="t">
            <a:spAutoFit/>
          </a:bodyPr>
          <a:lstStyle/>
          <a:p>
            <a:pPr algn="ctr">
              <a:lnSpc>
                <a:spcPct val="120000"/>
              </a:lnSpc>
            </a:pPr>
            <a:r>
              <a:rPr sz="1600" spc="-27" dirty="0">
                <a:solidFill>
                  <a:srgbClr val="2A1F17"/>
                </a:solidFill>
                <a:latin typeface="Pretendard ExtraBold"/>
                <a:ea typeface="Pretendard ExtraBold"/>
                <a:cs typeface="Pretendard ExtraBold"/>
              </a:rPr>
              <a:t>best.pt</a:t>
            </a:r>
          </a:p>
        </p:txBody>
      </p:sp>
      <p:sp>
        <p:nvSpPr>
          <p:cNvPr id="7" name="TextBox 6"/>
          <p:cNvSpPr txBox="1"/>
          <p:nvPr/>
        </p:nvSpPr>
        <p:spPr>
          <a:xfrm>
            <a:off x="792481" y="2377440"/>
            <a:ext cx="2171699" cy="164084"/>
          </a:xfrm>
          <a:prstGeom prst="rect">
            <a:avLst/>
          </a:prstGeom>
          <a:noFill/>
        </p:spPr>
        <p:txBody>
          <a:bodyPr wrap="square" lIns="0" tIns="0" rIns="0" bIns="0" anchor="t">
            <a:spAutoFit/>
          </a:bodyPr>
          <a:lstStyle/>
          <a:p>
            <a:pPr algn="ctr">
              <a:lnSpc>
                <a:spcPct val="120000"/>
              </a:lnSpc>
            </a:pPr>
            <a:r>
              <a:rPr sz="967">
                <a:solidFill>
                  <a:srgbClr val="8C8078"/>
                </a:solidFill>
                <a:latin typeface="Pretendard Medium"/>
                <a:ea typeface="Pretendard Medium"/>
                <a:cs typeface="Pretendard Medium"/>
              </a:rPr>
              <a:t>PyTorch 가중치</a:t>
            </a:r>
          </a:p>
        </p:txBody>
      </p:sp>
      <p:cxnSp>
        <p:nvCxnSpPr>
          <p:cNvPr id="8" name="Connector 7"/>
          <p:cNvCxnSpPr/>
          <p:nvPr/>
        </p:nvCxnSpPr>
        <p:spPr>
          <a:xfrm>
            <a:off x="3189732" y="2316480"/>
            <a:ext cx="188976" cy="0"/>
          </a:xfrm>
          <a:prstGeom prst="line">
            <a:avLst/>
          </a:prstGeom>
          <a:ln w="19050">
            <a:solidFill>
              <a:srgbClr val="8C80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421381" y="1706880"/>
            <a:ext cx="2537459" cy="1219200"/>
          </a:xfrm>
          <a:prstGeom prst="roundRect">
            <a:avLst>
              <a:gd name="adj" fmla="val 9000"/>
            </a:avLst>
          </a:prstGeom>
          <a:solidFill>
            <a:srgbClr val="FFFFFF"/>
          </a:solidFill>
          <a:ln w="12700">
            <a:solidFill>
              <a:srgbClr val="E9E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0" name="TextBox 9"/>
          <p:cNvSpPr txBox="1"/>
          <p:nvPr/>
        </p:nvSpPr>
        <p:spPr>
          <a:xfrm>
            <a:off x="3604261" y="1950721"/>
            <a:ext cx="2171699" cy="275717"/>
          </a:xfrm>
          <a:prstGeom prst="rect">
            <a:avLst/>
          </a:prstGeom>
          <a:noFill/>
        </p:spPr>
        <p:txBody>
          <a:bodyPr wrap="square" lIns="0" tIns="0" rIns="0" bIns="0" anchor="t">
            <a:spAutoFit/>
          </a:bodyPr>
          <a:lstStyle/>
          <a:p>
            <a:pPr algn="ctr">
              <a:lnSpc>
                <a:spcPct val="120000"/>
              </a:lnSpc>
            </a:pPr>
            <a:r>
              <a:rPr sz="1600" spc="-27">
                <a:solidFill>
                  <a:srgbClr val="2A1F17"/>
                </a:solidFill>
                <a:latin typeface="Pretendard ExtraBold"/>
                <a:ea typeface="Pretendard ExtraBold"/>
                <a:cs typeface="Pretendard ExtraBold"/>
              </a:rPr>
              <a:t>ONNX</a:t>
            </a:r>
          </a:p>
        </p:txBody>
      </p:sp>
      <p:sp>
        <p:nvSpPr>
          <p:cNvPr id="11" name="TextBox 10"/>
          <p:cNvSpPr txBox="1"/>
          <p:nvPr/>
        </p:nvSpPr>
        <p:spPr>
          <a:xfrm>
            <a:off x="3604261" y="2377440"/>
            <a:ext cx="2171699" cy="164084"/>
          </a:xfrm>
          <a:prstGeom prst="rect">
            <a:avLst/>
          </a:prstGeom>
          <a:noFill/>
        </p:spPr>
        <p:txBody>
          <a:bodyPr wrap="square" lIns="0" tIns="0" rIns="0" bIns="0" anchor="t">
            <a:spAutoFit/>
          </a:bodyPr>
          <a:lstStyle/>
          <a:p>
            <a:pPr algn="ctr">
              <a:lnSpc>
                <a:spcPct val="120000"/>
              </a:lnSpc>
            </a:pPr>
            <a:r>
              <a:rPr sz="967">
                <a:solidFill>
                  <a:srgbClr val="8C8078"/>
                </a:solidFill>
                <a:latin typeface="Pretendard Medium"/>
                <a:ea typeface="Pretendard Medium"/>
                <a:cs typeface="Pretendard Medium"/>
              </a:rPr>
              <a:t>opset 17 · 입력 640×640 고정</a:t>
            </a:r>
          </a:p>
        </p:txBody>
      </p:sp>
      <p:cxnSp>
        <p:nvCxnSpPr>
          <p:cNvPr id="12" name="Connector 11"/>
          <p:cNvCxnSpPr/>
          <p:nvPr/>
        </p:nvCxnSpPr>
        <p:spPr>
          <a:xfrm>
            <a:off x="6001512" y="2316480"/>
            <a:ext cx="188977" cy="0"/>
          </a:xfrm>
          <a:prstGeom prst="line">
            <a:avLst/>
          </a:prstGeom>
          <a:ln w="19050">
            <a:solidFill>
              <a:srgbClr val="8C80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233161" y="1706880"/>
            <a:ext cx="2537459" cy="1219200"/>
          </a:xfrm>
          <a:prstGeom prst="roundRect">
            <a:avLst>
              <a:gd name="adj" fmla="val 9000"/>
            </a:avLst>
          </a:prstGeom>
          <a:solidFill>
            <a:srgbClr val="FFFFFF"/>
          </a:solidFill>
          <a:ln w="12700">
            <a:solidFill>
              <a:srgbClr val="E9E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4" name="TextBox 13"/>
          <p:cNvSpPr txBox="1"/>
          <p:nvPr/>
        </p:nvSpPr>
        <p:spPr>
          <a:xfrm>
            <a:off x="6416041" y="1950720"/>
            <a:ext cx="2171699" cy="273729"/>
          </a:xfrm>
          <a:prstGeom prst="rect">
            <a:avLst/>
          </a:prstGeom>
          <a:noFill/>
        </p:spPr>
        <p:txBody>
          <a:bodyPr wrap="square" lIns="0" tIns="0" rIns="0" bIns="0" anchor="t">
            <a:spAutoFit/>
          </a:bodyPr>
          <a:lstStyle/>
          <a:p>
            <a:pPr algn="ctr">
              <a:lnSpc>
                <a:spcPct val="120000"/>
              </a:lnSpc>
            </a:pPr>
            <a:r>
              <a:rPr sz="1600" spc="-27">
                <a:solidFill>
                  <a:srgbClr val="2A1F17"/>
                </a:solidFill>
                <a:latin typeface="Pretendard ExtraBold"/>
                <a:ea typeface="Pretendard ExtraBold"/>
                <a:cs typeface="Pretendard ExtraBold"/>
              </a:rPr>
              <a:t>TensorRT 엔진</a:t>
            </a:r>
          </a:p>
        </p:txBody>
      </p:sp>
      <p:sp>
        <p:nvSpPr>
          <p:cNvPr id="15" name="TextBox 14"/>
          <p:cNvSpPr txBox="1"/>
          <p:nvPr/>
        </p:nvSpPr>
        <p:spPr>
          <a:xfrm>
            <a:off x="6416041" y="2377440"/>
            <a:ext cx="2171699" cy="164084"/>
          </a:xfrm>
          <a:prstGeom prst="rect">
            <a:avLst/>
          </a:prstGeom>
          <a:noFill/>
        </p:spPr>
        <p:txBody>
          <a:bodyPr wrap="square" lIns="0" tIns="0" rIns="0" bIns="0" anchor="t">
            <a:spAutoFit/>
          </a:bodyPr>
          <a:lstStyle/>
          <a:p>
            <a:pPr algn="ctr">
              <a:lnSpc>
                <a:spcPct val="120000"/>
              </a:lnSpc>
            </a:pPr>
            <a:r>
              <a:rPr sz="967">
                <a:solidFill>
                  <a:srgbClr val="8C8078"/>
                </a:solidFill>
                <a:latin typeface="Pretendard Medium"/>
                <a:ea typeface="Pretendard Medium"/>
                <a:cs typeface="Pretendard Medium"/>
              </a:rPr>
              <a:t>trtexec --fp16 · Jetson에서 빌드</a:t>
            </a:r>
          </a:p>
        </p:txBody>
      </p:sp>
      <p:cxnSp>
        <p:nvCxnSpPr>
          <p:cNvPr id="16" name="Connector 15"/>
          <p:cNvCxnSpPr/>
          <p:nvPr/>
        </p:nvCxnSpPr>
        <p:spPr>
          <a:xfrm>
            <a:off x="8813292" y="2316480"/>
            <a:ext cx="188976" cy="0"/>
          </a:xfrm>
          <a:prstGeom prst="line">
            <a:avLst/>
          </a:prstGeom>
          <a:ln w="19050">
            <a:solidFill>
              <a:srgbClr val="8C80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044940" y="1706880"/>
            <a:ext cx="2537459" cy="1219200"/>
          </a:xfrm>
          <a:prstGeom prst="roundRect">
            <a:avLst>
              <a:gd name="adj" fmla="val 9000"/>
            </a:avLst>
          </a:prstGeom>
          <a:solidFill>
            <a:srgbClr val="2A1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8" name="TextBox 17"/>
          <p:cNvSpPr txBox="1"/>
          <p:nvPr/>
        </p:nvSpPr>
        <p:spPr>
          <a:xfrm>
            <a:off x="9227821" y="1950720"/>
            <a:ext cx="2171699" cy="273729"/>
          </a:xfrm>
          <a:prstGeom prst="rect">
            <a:avLst/>
          </a:prstGeom>
          <a:noFill/>
        </p:spPr>
        <p:txBody>
          <a:bodyPr wrap="square" lIns="0" tIns="0" rIns="0" bIns="0" anchor="t">
            <a:spAutoFit/>
          </a:bodyPr>
          <a:lstStyle/>
          <a:p>
            <a:pPr algn="ctr">
              <a:lnSpc>
                <a:spcPct val="120000"/>
              </a:lnSpc>
            </a:pPr>
            <a:r>
              <a:rPr sz="1600" spc="-27">
                <a:solidFill>
                  <a:srgbClr val="FBF8F3"/>
                </a:solidFill>
                <a:latin typeface="Pretendard ExtraBold"/>
                <a:ea typeface="Pretendard ExtraBold"/>
                <a:cs typeface="Pretendard ExtraBold"/>
              </a:rPr>
              <a:t>추론 서버 :8092</a:t>
            </a:r>
          </a:p>
        </p:txBody>
      </p:sp>
      <p:sp>
        <p:nvSpPr>
          <p:cNvPr id="19" name="TextBox 18"/>
          <p:cNvSpPr txBox="1"/>
          <p:nvPr/>
        </p:nvSpPr>
        <p:spPr>
          <a:xfrm>
            <a:off x="9227821" y="2377440"/>
            <a:ext cx="2171699" cy="164084"/>
          </a:xfrm>
          <a:prstGeom prst="rect">
            <a:avLst/>
          </a:prstGeom>
          <a:noFill/>
        </p:spPr>
        <p:txBody>
          <a:bodyPr wrap="square" lIns="0" tIns="0" rIns="0" bIns="0" anchor="t">
            <a:spAutoFit/>
          </a:bodyPr>
          <a:lstStyle/>
          <a:p>
            <a:pPr algn="ctr">
              <a:lnSpc>
                <a:spcPct val="120000"/>
              </a:lnSpc>
            </a:pPr>
            <a:r>
              <a:rPr sz="967">
                <a:solidFill>
                  <a:srgbClr val="B9ACA0"/>
                </a:solidFill>
                <a:latin typeface="Pretendard Medium"/>
                <a:ea typeface="Pretendard Medium"/>
                <a:cs typeface="Pretendard Medium"/>
              </a:rPr>
              <a:t>엔진 2개 실행 + WBF 병합</a:t>
            </a:r>
          </a:p>
        </p:txBody>
      </p:sp>
      <p:sp>
        <p:nvSpPr>
          <p:cNvPr id="20" name="Rounded Rectangle 19"/>
          <p:cNvSpPr/>
          <p:nvPr/>
        </p:nvSpPr>
        <p:spPr>
          <a:xfrm>
            <a:off x="609600" y="3139440"/>
            <a:ext cx="5394960" cy="3017520"/>
          </a:xfrm>
          <a:prstGeom prst="roundRect">
            <a:avLst>
              <a:gd name="adj" fmla="val 3636"/>
            </a:avLst>
          </a:prstGeom>
          <a:solidFill>
            <a:srgbClr val="FFFFFF"/>
          </a:solidFill>
          <a:ln w="12700">
            <a:solidFill>
              <a:srgbClr val="E9E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1" name="TextBox 20"/>
          <p:cNvSpPr txBox="1"/>
          <p:nvPr/>
        </p:nvSpPr>
        <p:spPr>
          <a:xfrm>
            <a:off x="853441" y="3371088"/>
            <a:ext cx="4907279" cy="147028"/>
          </a:xfrm>
          <a:prstGeom prst="rect">
            <a:avLst/>
          </a:prstGeom>
          <a:noFill/>
        </p:spPr>
        <p:txBody>
          <a:bodyPr wrap="square" lIns="0" tIns="0" rIns="0" bIns="0" anchor="t">
            <a:spAutoFit/>
          </a:bodyPr>
          <a:lstStyle/>
          <a:p>
            <a:pPr>
              <a:lnSpc>
                <a:spcPct val="120000"/>
              </a:lnSpc>
            </a:pPr>
            <a:r>
              <a:rPr sz="867" spc="27">
                <a:solidFill>
                  <a:srgbClr val="C8641E"/>
                </a:solidFill>
                <a:latin typeface="Pretendard SemiBold"/>
                <a:ea typeface="Pretendard SemiBold"/>
                <a:cs typeface="Pretendard SemiBold"/>
              </a:rPr>
              <a:t>후처리 규칙 · ai/detector.py</a:t>
            </a:r>
          </a:p>
        </p:txBody>
      </p:sp>
      <p:sp>
        <p:nvSpPr>
          <p:cNvPr id="22" name="TextBox 21"/>
          <p:cNvSpPr txBox="1"/>
          <p:nvPr/>
        </p:nvSpPr>
        <p:spPr>
          <a:xfrm>
            <a:off x="853440" y="3633217"/>
            <a:ext cx="4876800" cy="1438599"/>
          </a:xfrm>
          <a:prstGeom prst="rect">
            <a:avLst/>
          </a:prstGeom>
          <a:noFill/>
        </p:spPr>
        <p:txBody>
          <a:bodyPr wrap="square" lIns="0" tIns="0" rIns="0" bIns="0" anchor="t">
            <a:spAutoFit/>
          </a:bodyPr>
          <a:lstStyle/>
          <a:p>
            <a:pPr marL="158504" indent="-158504">
              <a:lnSpc>
                <a:spcPct val="130000"/>
              </a:lnSpc>
              <a:spcAft>
                <a:spcPts val="733"/>
              </a:spcAft>
              <a:buClr>
                <a:srgbClr val="C8641E"/>
              </a:buClr>
              <a:buFont typeface="Arial"/>
              <a:buChar char="•"/>
            </a:pPr>
            <a:r>
              <a:rPr sz="1100" dirty="0" err="1">
                <a:solidFill>
                  <a:srgbClr val="5B4E44"/>
                </a:solidFill>
                <a:latin typeface="Pretendard"/>
                <a:ea typeface="Pretendard"/>
                <a:cs typeface="Pretendard"/>
              </a:rPr>
              <a:t>클래스</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무관</a:t>
            </a:r>
            <a:r>
              <a:rPr sz="1100" dirty="0">
                <a:solidFill>
                  <a:srgbClr val="5B4E44"/>
                </a:solidFill>
                <a:latin typeface="Pretendard"/>
                <a:ea typeface="Pretendard"/>
                <a:cs typeface="Pretendard"/>
              </a:rPr>
              <a:t> NMS (</a:t>
            </a:r>
            <a:r>
              <a:rPr sz="1100" dirty="0" err="1">
                <a:solidFill>
                  <a:srgbClr val="5B4E44"/>
                </a:solidFill>
                <a:latin typeface="Pretendard"/>
                <a:ea typeface="Pretendard"/>
                <a:cs typeface="Pretendard"/>
              </a:rPr>
              <a:t>IoU</a:t>
            </a:r>
            <a:r>
              <a:rPr sz="1100" dirty="0">
                <a:solidFill>
                  <a:srgbClr val="5B4E44"/>
                </a:solidFill>
                <a:latin typeface="Pretendard"/>
                <a:ea typeface="Pretendard"/>
                <a:cs typeface="Pretendard"/>
              </a:rPr>
              <a:t> 0.45) · 한 </a:t>
            </a:r>
            <a:r>
              <a:rPr sz="1100" dirty="0" err="1">
                <a:solidFill>
                  <a:srgbClr val="5B4E44"/>
                </a:solidFill>
                <a:latin typeface="Pretendard"/>
                <a:ea typeface="Pretendard"/>
                <a:cs typeface="Pretendard"/>
              </a:rPr>
              <a:t>위치에</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박스</a:t>
            </a:r>
            <a:r>
              <a:rPr sz="1100" dirty="0">
                <a:solidFill>
                  <a:srgbClr val="5B4E44"/>
                </a:solidFill>
                <a:latin typeface="Pretendard"/>
                <a:ea typeface="Pretendard"/>
                <a:cs typeface="Pretendard"/>
              </a:rPr>
              <a:t> 1개</a:t>
            </a:r>
          </a:p>
          <a:p>
            <a:pPr marL="158504" indent="-158504">
              <a:lnSpc>
                <a:spcPct val="130000"/>
              </a:lnSpc>
              <a:spcAft>
                <a:spcPts val="733"/>
              </a:spcAft>
              <a:buClr>
                <a:srgbClr val="C8641E"/>
              </a:buClr>
              <a:buFont typeface="Arial"/>
              <a:buChar char="•"/>
            </a:pPr>
            <a:r>
              <a:rPr sz="1100" dirty="0">
                <a:solidFill>
                  <a:srgbClr val="5B4E44"/>
                </a:solidFill>
                <a:latin typeface="Pretendard"/>
                <a:ea typeface="Pretendard"/>
                <a:cs typeface="Pretendard"/>
              </a:rPr>
              <a:t>큰 </a:t>
            </a:r>
            <a:r>
              <a:rPr sz="1100" dirty="0" err="1">
                <a:solidFill>
                  <a:srgbClr val="5B4E44"/>
                </a:solidFill>
                <a:latin typeface="Pretendard"/>
                <a:ea typeface="Pretendard"/>
                <a:cs typeface="Pretendard"/>
              </a:rPr>
              <a:t>박스</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안에</a:t>
            </a:r>
            <a:r>
              <a:rPr sz="1100" dirty="0">
                <a:solidFill>
                  <a:srgbClr val="5B4E44"/>
                </a:solidFill>
                <a:latin typeface="Pretendard"/>
                <a:ea typeface="Pretendard"/>
                <a:cs typeface="Pretendard"/>
              </a:rPr>
              <a:t> 85% </a:t>
            </a:r>
            <a:r>
              <a:rPr sz="1100" dirty="0" err="1">
                <a:solidFill>
                  <a:srgbClr val="5B4E44"/>
                </a:solidFill>
                <a:latin typeface="Pretendard"/>
                <a:ea typeface="Pretendard"/>
                <a:cs typeface="Pretendard"/>
              </a:rPr>
              <a:t>이상</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포함된</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작은</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박스</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제거</a:t>
            </a:r>
            <a:endParaRPr sz="1100" dirty="0">
              <a:solidFill>
                <a:srgbClr val="5B4E44"/>
              </a:solidFill>
              <a:latin typeface="Pretendard"/>
              <a:ea typeface="Pretendard"/>
              <a:cs typeface="Pretendard"/>
            </a:endParaRPr>
          </a:p>
          <a:p>
            <a:pPr marL="158504" indent="-158504">
              <a:lnSpc>
                <a:spcPct val="130000"/>
              </a:lnSpc>
              <a:spcAft>
                <a:spcPts val="733"/>
              </a:spcAft>
              <a:buClr>
                <a:srgbClr val="C8641E"/>
              </a:buClr>
              <a:buFont typeface="Arial"/>
              <a:buChar char="•"/>
            </a:pPr>
            <a:r>
              <a:rPr sz="1100" dirty="0" err="1">
                <a:solidFill>
                  <a:srgbClr val="5B4E44"/>
                </a:solidFill>
                <a:latin typeface="Pretendard"/>
                <a:ea typeface="Pretendard"/>
                <a:cs typeface="Pretendard"/>
              </a:rPr>
              <a:t>신뢰도</a:t>
            </a:r>
            <a:r>
              <a:rPr sz="1100" dirty="0">
                <a:solidFill>
                  <a:srgbClr val="5B4E44"/>
                </a:solidFill>
                <a:latin typeface="Pretendard"/>
                <a:ea typeface="Pretendard"/>
                <a:cs typeface="Pretendard"/>
              </a:rPr>
              <a:t> 0.45 </a:t>
            </a:r>
            <a:r>
              <a:rPr sz="1100" dirty="0" err="1">
                <a:solidFill>
                  <a:srgbClr val="5B4E44"/>
                </a:solidFill>
                <a:latin typeface="Pretendard"/>
                <a:ea typeface="Pretendard"/>
                <a:cs typeface="Pretendard"/>
              </a:rPr>
              <a:t>이상</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표시</a:t>
            </a:r>
            <a:r>
              <a:rPr sz="1100" dirty="0">
                <a:solidFill>
                  <a:srgbClr val="5B4E44"/>
                </a:solidFill>
                <a:latin typeface="Pretendard"/>
                <a:ea typeface="Pretendard"/>
                <a:cs typeface="Pretendard"/>
              </a:rPr>
              <a:t> · 0.55 </a:t>
            </a:r>
            <a:r>
              <a:rPr sz="1100" dirty="0" err="1">
                <a:solidFill>
                  <a:srgbClr val="5B4E44"/>
                </a:solidFill>
                <a:latin typeface="Pretendard"/>
                <a:ea typeface="Pretendard"/>
                <a:cs typeface="Pretendard"/>
              </a:rPr>
              <a:t>이상</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초록</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박스</a:t>
            </a:r>
            <a:endParaRPr sz="1100" dirty="0">
              <a:solidFill>
                <a:srgbClr val="5B4E44"/>
              </a:solidFill>
              <a:latin typeface="Pretendard"/>
              <a:ea typeface="Pretendard"/>
              <a:cs typeface="Pretendard"/>
            </a:endParaRPr>
          </a:p>
          <a:p>
            <a:pPr marL="158504" indent="-158504">
              <a:lnSpc>
                <a:spcPct val="130000"/>
              </a:lnSpc>
              <a:spcAft>
                <a:spcPts val="733"/>
              </a:spcAft>
              <a:buClr>
                <a:srgbClr val="C8641E"/>
              </a:buClr>
              <a:buFont typeface="Arial"/>
              <a:buChar char="•"/>
            </a:pPr>
            <a:r>
              <a:rPr sz="1100" dirty="0">
                <a:solidFill>
                  <a:srgbClr val="5B4E44"/>
                </a:solidFill>
                <a:latin typeface="Pretendard"/>
                <a:ea typeface="Pretendard"/>
                <a:cs typeface="Pretendard"/>
              </a:rPr>
              <a:t>「</a:t>
            </a:r>
            <a:r>
              <a:rPr sz="1100" dirty="0" err="1">
                <a:solidFill>
                  <a:srgbClr val="5B4E44"/>
                </a:solidFill>
                <a:latin typeface="Pretendard"/>
                <a:ea typeface="Pretendard"/>
                <a:cs typeface="Pretendard"/>
              </a:rPr>
              <a:t>상품</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인식</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실행」에서만</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좌우</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반전</a:t>
            </a:r>
            <a:r>
              <a:rPr sz="1100" dirty="0">
                <a:solidFill>
                  <a:srgbClr val="5B4E44"/>
                </a:solidFill>
                <a:latin typeface="Pretendard"/>
                <a:ea typeface="Pretendard"/>
                <a:cs typeface="Pretendard"/>
              </a:rPr>
              <a:t> TTA </a:t>
            </a:r>
            <a:r>
              <a:rPr sz="1100" dirty="0" err="1">
                <a:solidFill>
                  <a:srgbClr val="5B4E44"/>
                </a:solidFill>
                <a:latin typeface="Pretendard"/>
                <a:ea typeface="Pretendard"/>
                <a:cs typeface="Pretendard"/>
              </a:rPr>
              <a:t>적용</a:t>
            </a:r>
            <a:endParaRPr sz="1100" dirty="0">
              <a:solidFill>
                <a:srgbClr val="5B4E44"/>
              </a:solidFill>
              <a:latin typeface="Pretendard"/>
              <a:ea typeface="Pretendard"/>
              <a:cs typeface="Pretendard"/>
            </a:endParaRPr>
          </a:p>
          <a:p>
            <a:pPr marL="158504" indent="-158504">
              <a:lnSpc>
                <a:spcPct val="130000"/>
              </a:lnSpc>
              <a:spcAft>
                <a:spcPts val="733"/>
              </a:spcAft>
              <a:buClr>
                <a:srgbClr val="C8641E"/>
              </a:buClr>
              <a:buFont typeface="Arial"/>
              <a:buChar char="•"/>
            </a:pPr>
            <a:r>
              <a:rPr sz="1100" dirty="0" err="1">
                <a:solidFill>
                  <a:srgbClr val="5B4E44"/>
                </a:solidFill>
                <a:latin typeface="Pretendard"/>
                <a:ea typeface="Pretendard"/>
                <a:cs typeface="Pretendard"/>
              </a:rPr>
              <a:t>상품</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인식</a:t>
            </a:r>
            <a:r>
              <a:rPr sz="1100" dirty="0">
                <a:solidFill>
                  <a:srgbClr val="5B4E44"/>
                </a:solidFill>
                <a:latin typeface="Pretendard"/>
                <a:ea typeface="Pretendard"/>
                <a:cs typeface="Pretendard"/>
              </a:rPr>
              <a:t> 1회: </a:t>
            </a:r>
            <a:r>
              <a:rPr sz="1100" dirty="0" err="1">
                <a:solidFill>
                  <a:srgbClr val="5B4E44"/>
                </a:solidFill>
                <a:latin typeface="Pretendard"/>
                <a:ea typeface="Pretendard"/>
                <a:cs typeface="Pretendard"/>
              </a:rPr>
              <a:t>모델</a:t>
            </a:r>
            <a:r>
              <a:rPr sz="1100" dirty="0">
                <a:solidFill>
                  <a:srgbClr val="5B4E44"/>
                </a:solidFill>
                <a:latin typeface="Pretendard"/>
                <a:ea typeface="Pretendard"/>
                <a:cs typeface="Pretendard"/>
              </a:rPr>
              <a:t> 1개 약 40ms → </a:t>
            </a:r>
            <a:r>
              <a:rPr sz="1100" dirty="0" err="1">
                <a:solidFill>
                  <a:srgbClr val="5B4E44"/>
                </a:solidFill>
                <a:latin typeface="Pretendard"/>
                <a:ea typeface="Pretendard"/>
                <a:cs typeface="Pretendard"/>
              </a:rPr>
              <a:t>앙상블</a:t>
            </a:r>
            <a:r>
              <a:rPr sz="1100" dirty="0">
                <a:solidFill>
                  <a:srgbClr val="5B4E44"/>
                </a:solidFill>
                <a:latin typeface="Pretendard"/>
                <a:ea typeface="Pretendard"/>
                <a:cs typeface="Pretendard"/>
              </a:rPr>
              <a:t> 약 80ms</a:t>
            </a:r>
          </a:p>
        </p:txBody>
      </p:sp>
      <p:sp>
        <p:nvSpPr>
          <p:cNvPr id="23" name="Rounded Rectangle 22"/>
          <p:cNvSpPr/>
          <p:nvPr/>
        </p:nvSpPr>
        <p:spPr>
          <a:xfrm>
            <a:off x="6187440" y="3139440"/>
            <a:ext cx="5394960" cy="3017520"/>
          </a:xfrm>
          <a:prstGeom prst="roundRect">
            <a:avLst>
              <a:gd name="adj" fmla="val 3636"/>
            </a:avLst>
          </a:prstGeom>
          <a:solidFill>
            <a:srgbClr val="FFFFFF"/>
          </a:solidFill>
          <a:ln w="12700">
            <a:solidFill>
              <a:srgbClr val="E9E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4" name="TextBox 23"/>
          <p:cNvSpPr txBox="1"/>
          <p:nvPr/>
        </p:nvSpPr>
        <p:spPr>
          <a:xfrm>
            <a:off x="6431281" y="3371088"/>
            <a:ext cx="4907279" cy="147028"/>
          </a:xfrm>
          <a:prstGeom prst="rect">
            <a:avLst/>
          </a:prstGeom>
          <a:noFill/>
        </p:spPr>
        <p:txBody>
          <a:bodyPr wrap="square" lIns="0" tIns="0" rIns="0" bIns="0" anchor="t">
            <a:spAutoFit/>
          </a:bodyPr>
          <a:lstStyle/>
          <a:p>
            <a:pPr>
              <a:lnSpc>
                <a:spcPct val="120000"/>
              </a:lnSpc>
            </a:pPr>
            <a:r>
              <a:rPr sz="867" spc="27">
                <a:solidFill>
                  <a:srgbClr val="C8641E"/>
                </a:solidFill>
                <a:latin typeface="Pretendard SemiBold"/>
                <a:ea typeface="Pretendard SemiBold"/>
                <a:cs typeface="Pretendard SemiBold"/>
              </a:rPr>
              <a:t>배포 중 발생 문제 및 조치</a:t>
            </a:r>
          </a:p>
        </p:txBody>
      </p:sp>
      <p:sp>
        <p:nvSpPr>
          <p:cNvPr id="25" name="TextBox 24"/>
          <p:cNvSpPr txBox="1"/>
          <p:nvPr/>
        </p:nvSpPr>
        <p:spPr>
          <a:xfrm>
            <a:off x="6431280" y="3633217"/>
            <a:ext cx="4937760" cy="258532"/>
          </a:xfrm>
          <a:prstGeom prst="rect">
            <a:avLst/>
          </a:prstGeom>
          <a:noFill/>
        </p:spPr>
        <p:txBody>
          <a:bodyPr wrap="square" lIns="0" tIns="0" rIns="0" bIns="0" anchor="t">
            <a:spAutoFit/>
          </a:bodyPr>
          <a:lstStyle/>
          <a:p>
            <a:pPr>
              <a:lnSpc>
                <a:spcPct val="120000"/>
              </a:lnSpc>
            </a:pPr>
            <a:r>
              <a:rPr sz="1400" b="1">
                <a:solidFill>
                  <a:srgbClr val="2A1F17"/>
                </a:solidFill>
                <a:latin typeface="Pretendard"/>
                <a:ea typeface="Pretendard"/>
                <a:cs typeface="Pretendard"/>
              </a:rPr>
              <a:t>엔진 호환 문제</a:t>
            </a:r>
          </a:p>
        </p:txBody>
      </p:sp>
      <p:sp>
        <p:nvSpPr>
          <p:cNvPr id="26" name="TextBox 25"/>
          <p:cNvSpPr txBox="1"/>
          <p:nvPr/>
        </p:nvSpPr>
        <p:spPr>
          <a:xfrm>
            <a:off x="6431280" y="3907537"/>
            <a:ext cx="4937760" cy="199285"/>
          </a:xfrm>
          <a:prstGeom prst="rect">
            <a:avLst/>
          </a:prstGeom>
          <a:noFill/>
        </p:spPr>
        <p:txBody>
          <a:bodyPr wrap="square" lIns="0" tIns="0" rIns="0" bIns="0" anchor="t">
            <a:spAutoFit/>
          </a:bodyPr>
          <a:lstStyle/>
          <a:p>
            <a:pPr>
              <a:lnSpc>
                <a:spcPct val="130000"/>
              </a:lnSpc>
            </a:pPr>
            <a:r>
              <a:rPr sz="1100" dirty="0" err="1">
                <a:solidFill>
                  <a:srgbClr val="5B4E44"/>
                </a:solidFill>
                <a:latin typeface="Pretendard"/>
                <a:ea typeface="Pretendard"/>
                <a:cs typeface="Pretendard"/>
              </a:rPr>
              <a:t>엔진이</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JetPack·TensorRT</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버전에</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종속</a:t>
            </a:r>
            <a:r>
              <a:rPr sz="1100" dirty="0">
                <a:solidFill>
                  <a:srgbClr val="5B4E44"/>
                </a:solidFill>
                <a:latin typeface="Pretendard"/>
                <a:ea typeface="Pretendard"/>
                <a:cs typeface="Pretendard"/>
              </a:rPr>
              <a:t> → </a:t>
            </a:r>
            <a:r>
              <a:rPr sz="1100" dirty="0" err="1">
                <a:solidFill>
                  <a:srgbClr val="5B4E44"/>
                </a:solidFill>
                <a:latin typeface="Pretendard"/>
                <a:ea typeface="Pretendard"/>
                <a:cs typeface="Pretendard"/>
              </a:rPr>
              <a:t>다른</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Jetson에서</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실행</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불가</a:t>
            </a:r>
            <a:endParaRPr sz="1100" dirty="0">
              <a:solidFill>
                <a:srgbClr val="5B4E44"/>
              </a:solidFill>
              <a:latin typeface="Pretendard"/>
              <a:ea typeface="Pretendard"/>
              <a:cs typeface="Pretendard"/>
            </a:endParaRPr>
          </a:p>
        </p:txBody>
      </p:sp>
      <p:sp>
        <p:nvSpPr>
          <p:cNvPr id="27" name="TextBox 26"/>
          <p:cNvSpPr txBox="1"/>
          <p:nvPr/>
        </p:nvSpPr>
        <p:spPr>
          <a:xfrm>
            <a:off x="6431280" y="4334256"/>
            <a:ext cx="4937760" cy="164084"/>
          </a:xfrm>
          <a:prstGeom prst="rect">
            <a:avLst/>
          </a:prstGeom>
          <a:noFill/>
        </p:spPr>
        <p:txBody>
          <a:bodyPr wrap="square" lIns="0" tIns="0" rIns="0" bIns="0" anchor="t">
            <a:spAutoFit/>
          </a:bodyPr>
          <a:lstStyle/>
          <a:p>
            <a:pPr>
              <a:lnSpc>
                <a:spcPct val="120000"/>
              </a:lnSpc>
            </a:pPr>
            <a:r>
              <a:rPr sz="967">
                <a:solidFill>
                  <a:srgbClr val="C8641E"/>
                </a:solidFill>
                <a:latin typeface="Pretendard SemiBold"/>
                <a:ea typeface="Pretendard SemiBold"/>
                <a:cs typeface="Pretendard SemiBold"/>
              </a:rPr>
              <a:t>조치  </a:t>
            </a:r>
            <a:r>
              <a:rPr sz="967">
                <a:solidFill>
                  <a:srgbClr val="2A1F17"/>
                </a:solidFill>
                <a:latin typeface="Pretendard"/>
                <a:ea typeface="Pretendard"/>
                <a:cs typeface="Pretendard"/>
              </a:rPr>
              <a:t>ONNX 함께 배포 · build_engines.sh로 재빌드 (10~20분)</a:t>
            </a:r>
          </a:p>
        </p:txBody>
      </p:sp>
      <p:sp>
        <p:nvSpPr>
          <p:cNvPr id="28" name="TextBox 27"/>
          <p:cNvSpPr txBox="1"/>
          <p:nvPr/>
        </p:nvSpPr>
        <p:spPr>
          <a:xfrm>
            <a:off x="6431280" y="4821937"/>
            <a:ext cx="4937760" cy="258532"/>
          </a:xfrm>
          <a:prstGeom prst="rect">
            <a:avLst/>
          </a:prstGeom>
          <a:noFill/>
        </p:spPr>
        <p:txBody>
          <a:bodyPr wrap="square" lIns="0" tIns="0" rIns="0" bIns="0" anchor="t">
            <a:spAutoFit/>
          </a:bodyPr>
          <a:lstStyle/>
          <a:p>
            <a:pPr>
              <a:lnSpc>
                <a:spcPct val="120000"/>
              </a:lnSpc>
            </a:pPr>
            <a:r>
              <a:rPr sz="1400" b="1" dirty="0">
                <a:solidFill>
                  <a:srgbClr val="2A1F17"/>
                </a:solidFill>
                <a:latin typeface="Pretendard"/>
                <a:ea typeface="Pretendard"/>
                <a:cs typeface="Pretendard"/>
              </a:rPr>
              <a:t>앱 </a:t>
            </a:r>
            <a:r>
              <a:rPr sz="1400" b="1" dirty="0" err="1">
                <a:solidFill>
                  <a:srgbClr val="2A1F17"/>
                </a:solidFill>
                <a:latin typeface="Pretendard"/>
                <a:ea typeface="Pretendard"/>
                <a:cs typeface="Pretendard"/>
              </a:rPr>
              <a:t>화면</a:t>
            </a:r>
            <a:r>
              <a:rPr sz="1400" b="1" dirty="0">
                <a:solidFill>
                  <a:srgbClr val="2A1F17"/>
                </a:solidFill>
                <a:latin typeface="Pretendard"/>
                <a:ea typeface="Pretendard"/>
                <a:cs typeface="Pretendard"/>
              </a:rPr>
              <a:t> </a:t>
            </a:r>
            <a:r>
              <a:rPr sz="1400" b="1" dirty="0" err="1">
                <a:solidFill>
                  <a:srgbClr val="2A1F17"/>
                </a:solidFill>
                <a:latin typeface="Pretendard"/>
                <a:ea typeface="Pretendard"/>
                <a:cs typeface="Pretendard"/>
              </a:rPr>
              <a:t>오인식</a:t>
            </a:r>
            <a:endParaRPr sz="1400" b="1" dirty="0">
              <a:solidFill>
                <a:srgbClr val="2A1F17"/>
              </a:solidFill>
              <a:latin typeface="Pretendard"/>
              <a:ea typeface="Pretendard"/>
              <a:cs typeface="Pretendard"/>
            </a:endParaRPr>
          </a:p>
        </p:txBody>
      </p:sp>
      <p:sp>
        <p:nvSpPr>
          <p:cNvPr id="29" name="TextBox 28"/>
          <p:cNvSpPr txBox="1"/>
          <p:nvPr/>
        </p:nvSpPr>
        <p:spPr>
          <a:xfrm>
            <a:off x="6431280" y="5096256"/>
            <a:ext cx="4937760" cy="199285"/>
          </a:xfrm>
          <a:prstGeom prst="rect">
            <a:avLst/>
          </a:prstGeom>
          <a:noFill/>
        </p:spPr>
        <p:txBody>
          <a:bodyPr wrap="square" lIns="0" tIns="0" rIns="0" bIns="0" anchor="t">
            <a:spAutoFit/>
          </a:bodyPr>
          <a:lstStyle/>
          <a:p>
            <a:pPr>
              <a:lnSpc>
                <a:spcPct val="130000"/>
              </a:lnSpc>
            </a:pPr>
            <a:r>
              <a:rPr sz="1100">
                <a:solidFill>
                  <a:srgbClr val="5B4E44"/>
                </a:solidFill>
                <a:latin typeface="Pretendard"/>
                <a:ea typeface="Pretendard"/>
                <a:cs typeface="Pretendard"/>
              </a:rPr>
              <a:t>회원 앱 QR 화면의 주황 버튼을 로투스로 인식</a:t>
            </a:r>
          </a:p>
        </p:txBody>
      </p:sp>
      <p:sp>
        <p:nvSpPr>
          <p:cNvPr id="30" name="TextBox 29"/>
          <p:cNvSpPr txBox="1"/>
          <p:nvPr/>
        </p:nvSpPr>
        <p:spPr>
          <a:xfrm>
            <a:off x="6431280" y="5522976"/>
            <a:ext cx="4937760" cy="164084"/>
          </a:xfrm>
          <a:prstGeom prst="rect">
            <a:avLst/>
          </a:prstGeom>
          <a:noFill/>
        </p:spPr>
        <p:txBody>
          <a:bodyPr wrap="square" lIns="0" tIns="0" rIns="0" bIns="0" anchor="t">
            <a:spAutoFit/>
          </a:bodyPr>
          <a:lstStyle/>
          <a:p>
            <a:pPr>
              <a:lnSpc>
                <a:spcPct val="120000"/>
              </a:lnSpc>
            </a:pPr>
            <a:r>
              <a:rPr sz="967">
                <a:solidFill>
                  <a:srgbClr val="C8641E"/>
                </a:solidFill>
                <a:latin typeface="Pretendard SemiBold"/>
                <a:ea typeface="Pretendard SemiBold"/>
                <a:cs typeface="Pretendard SemiBold"/>
              </a:rPr>
              <a:t>조치  </a:t>
            </a:r>
            <a:r>
              <a:rPr sz="967">
                <a:solidFill>
                  <a:srgbClr val="2A1F17"/>
                </a:solidFill>
                <a:latin typeface="Pretendard"/>
                <a:ea typeface="Pretendard"/>
                <a:cs typeface="Pretendard"/>
              </a:rPr>
              <a:t>「회원 QR 스캔」 중 빵 인식 중지, QR 제거 2초 후 재개</a:t>
            </a:r>
          </a:p>
        </p:txBody>
      </p:sp>
      <p:sp>
        <p:nvSpPr>
          <p:cNvPr id="31" name="TextBox 30"/>
          <p:cNvSpPr txBox="1"/>
          <p:nvPr/>
        </p:nvSpPr>
        <p:spPr>
          <a:xfrm>
            <a:off x="609600" y="6473952"/>
            <a:ext cx="3657600" cy="130100"/>
          </a:xfrm>
          <a:prstGeom prst="rect">
            <a:avLst/>
          </a:prstGeom>
          <a:noFill/>
        </p:spPr>
        <p:txBody>
          <a:bodyPr wrap="square" lIns="0" tIns="0" rIns="0" bIns="0" anchor="t">
            <a:spAutoFit/>
          </a:bodyPr>
          <a:lstStyle/>
          <a:p>
            <a:pPr>
              <a:lnSpc>
                <a:spcPct val="120000"/>
              </a:lnSpc>
            </a:pPr>
            <a:r>
              <a:rPr sz="767">
                <a:solidFill>
                  <a:srgbClr val="8C8078"/>
                </a:solidFill>
                <a:latin typeface="Pretendard Medium"/>
                <a:ea typeface="Pretendard Medium"/>
                <a:cs typeface="Pretendard Medium"/>
              </a:rPr>
              <a:t>BreadVision · 6조</a:t>
            </a:r>
          </a:p>
        </p:txBody>
      </p:sp>
      <p:sp>
        <p:nvSpPr>
          <p:cNvPr id="32" name="TextBox 31"/>
          <p:cNvSpPr txBox="1"/>
          <p:nvPr/>
        </p:nvSpPr>
        <p:spPr>
          <a:xfrm>
            <a:off x="9144000" y="6473952"/>
            <a:ext cx="2438400" cy="141642"/>
          </a:xfrm>
          <a:prstGeom prst="rect">
            <a:avLst/>
          </a:prstGeom>
          <a:noFill/>
        </p:spPr>
        <p:txBody>
          <a:bodyPr wrap="square" lIns="0" tIns="0" rIns="0" bIns="0" anchor="t">
            <a:spAutoFit/>
          </a:bodyPr>
          <a:lstStyle/>
          <a:p>
            <a:pPr algn="r">
              <a:lnSpc>
                <a:spcPct val="120000"/>
              </a:lnSpc>
            </a:pPr>
            <a:r>
              <a:rPr sz="767" dirty="0">
                <a:solidFill>
                  <a:srgbClr val="8C8078"/>
                </a:solidFill>
                <a:latin typeface="Pretendard Medium"/>
                <a:ea typeface="Pretendard Medium"/>
                <a:cs typeface="Pretendard Medium"/>
              </a:rPr>
              <a:t>2</a:t>
            </a:r>
            <a:r>
              <a:rPr lang="en-US" sz="767" dirty="0">
                <a:solidFill>
                  <a:srgbClr val="8C8078"/>
                </a:solidFill>
                <a:latin typeface="Pretendard Medium"/>
                <a:ea typeface="Pretendard Medium"/>
                <a:cs typeface="Pretendard Medium"/>
              </a:rPr>
              <a:t>5 </a:t>
            </a:r>
            <a:r>
              <a:rPr sz="767" dirty="0">
                <a:solidFill>
                  <a:srgbClr val="8C8078"/>
                </a:solidFill>
                <a:latin typeface="Pretendard Medium"/>
                <a:ea typeface="Pretendard Medium"/>
                <a:cs typeface="Pretendard Medium"/>
              </a:rPr>
              <a:t>/ </a:t>
            </a:r>
            <a:r>
              <a:rPr lang="en-US" altLang="ko-KR" sz="767" dirty="0" smtClean="0">
                <a:solidFill>
                  <a:srgbClr val="8C8078"/>
                </a:solidFill>
                <a:latin typeface="Pretendard Medium"/>
                <a:ea typeface="Pretendard Medium"/>
                <a:cs typeface="Pretendard Medium"/>
              </a:rPr>
              <a:t>36</a:t>
            </a:r>
            <a:endParaRPr sz="767" dirty="0">
              <a:solidFill>
                <a:srgbClr val="8C8078"/>
              </a:solidFill>
              <a:latin typeface="Pretendard Medium"/>
              <a:ea typeface="Pretendard Medium"/>
              <a:cs typeface="Pretendard Medium"/>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438912"/>
            <a:ext cx="10972800" cy="147028"/>
          </a:xfrm>
          <a:prstGeom prst="rect">
            <a:avLst/>
          </a:prstGeom>
          <a:noFill/>
        </p:spPr>
        <p:txBody>
          <a:bodyPr wrap="square" lIns="0" tIns="0" rIns="0" bIns="0" anchor="t">
            <a:spAutoFit/>
          </a:bodyPr>
          <a:lstStyle/>
          <a:p>
            <a:pPr>
              <a:lnSpc>
                <a:spcPct val="120000"/>
              </a:lnSpc>
            </a:pPr>
            <a:r>
              <a:rPr sz="867" spc="33" dirty="0">
                <a:solidFill>
                  <a:srgbClr val="C8641E"/>
                </a:solidFill>
                <a:latin typeface="Pretendard SemiBold"/>
                <a:ea typeface="Pretendard SemiBold"/>
                <a:cs typeface="Pretendard SemiBold"/>
              </a:rPr>
              <a:t>03  </a:t>
            </a:r>
            <a:r>
              <a:rPr sz="867" spc="33" dirty="0" err="1">
                <a:solidFill>
                  <a:srgbClr val="C8641E"/>
                </a:solidFill>
                <a:latin typeface="Pretendard SemiBold"/>
                <a:ea typeface="Pretendard SemiBold"/>
                <a:cs typeface="Pretendard SemiBold"/>
              </a:rPr>
              <a:t>핵심</a:t>
            </a:r>
            <a:r>
              <a:rPr sz="867" spc="33" dirty="0">
                <a:solidFill>
                  <a:srgbClr val="C8641E"/>
                </a:solidFill>
                <a:latin typeface="Pretendard SemiBold"/>
                <a:ea typeface="Pretendard SemiBold"/>
                <a:cs typeface="Pretendard SemiBold"/>
              </a:rPr>
              <a:t> </a:t>
            </a:r>
            <a:r>
              <a:rPr sz="867" spc="33" dirty="0" err="1">
                <a:solidFill>
                  <a:srgbClr val="C8641E"/>
                </a:solidFill>
                <a:latin typeface="Pretendard SemiBold"/>
                <a:ea typeface="Pretendard SemiBold"/>
                <a:cs typeface="Pretendard SemiBold"/>
              </a:rPr>
              <a:t>기술</a:t>
            </a:r>
            <a:endParaRPr sz="867" spc="33" dirty="0">
              <a:solidFill>
                <a:srgbClr val="C8641E"/>
              </a:solidFill>
              <a:latin typeface="Pretendard SemiBold"/>
              <a:ea typeface="Pretendard SemiBold"/>
              <a:cs typeface="Pretendard SemiBold"/>
            </a:endParaRPr>
          </a:p>
        </p:txBody>
      </p:sp>
      <p:sp>
        <p:nvSpPr>
          <p:cNvPr id="3" name="TextBox 2"/>
          <p:cNvSpPr txBox="1"/>
          <p:nvPr/>
        </p:nvSpPr>
        <p:spPr>
          <a:xfrm>
            <a:off x="609600" y="621792"/>
            <a:ext cx="10972800" cy="389787"/>
          </a:xfrm>
          <a:prstGeom prst="rect">
            <a:avLst/>
          </a:prstGeom>
          <a:noFill/>
        </p:spPr>
        <p:txBody>
          <a:bodyPr wrap="square" lIns="0" tIns="0" rIns="0" bIns="0" anchor="t">
            <a:spAutoFit/>
          </a:bodyPr>
          <a:lstStyle/>
          <a:p>
            <a:r>
              <a:rPr sz="2533" b="1" spc="-40" dirty="0" err="1">
                <a:solidFill>
                  <a:srgbClr val="2A1F17"/>
                </a:solidFill>
                <a:latin typeface="Pretendard"/>
                <a:ea typeface="Pretendard"/>
                <a:cs typeface="Pretendard"/>
              </a:rPr>
              <a:t>카메라</a:t>
            </a:r>
            <a:r>
              <a:rPr sz="2533" b="1" spc="-40" dirty="0">
                <a:solidFill>
                  <a:srgbClr val="2A1F17"/>
                </a:solidFill>
                <a:latin typeface="Pretendard"/>
                <a:ea typeface="Pretendard"/>
                <a:cs typeface="Pretendard"/>
              </a:rPr>
              <a:t> </a:t>
            </a:r>
            <a:r>
              <a:rPr sz="2533" b="1" spc="-40" dirty="0" err="1">
                <a:solidFill>
                  <a:srgbClr val="2A1F17"/>
                </a:solidFill>
                <a:latin typeface="Pretendard"/>
                <a:ea typeface="Pretendard"/>
                <a:cs typeface="Pretendard"/>
              </a:rPr>
              <a:t>구동</a:t>
            </a:r>
            <a:r>
              <a:rPr sz="2533" b="1" spc="-40" dirty="0">
                <a:solidFill>
                  <a:srgbClr val="2A1F17"/>
                </a:solidFill>
                <a:latin typeface="Pretendard"/>
                <a:ea typeface="Pretendard"/>
                <a:cs typeface="Pretendard"/>
              </a:rPr>
              <a:t> </a:t>
            </a:r>
            <a:r>
              <a:rPr sz="2533" b="1" spc="-40" dirty="0" err="1">
                <a:solidFill>
                  <a:srgbClr val="2A1F17"/>
                </a:solidFill>
                <a:latin typeface="Pretendard"/>
                <a:ea typeface="Pretendard"/>
                <a:cs typeface="Pretendard"/>
              </a:rPr>
              <a:t>하드웨어</a:t>
            </a:r>
            <a:endParaRPr sz="2533" b="1" spc="-40" dirty="0">
              <a:solidFill>
                <a:srgbClr val="2A1F17"/>
              </a:solidFill>
              <a:latin typeface="Pretendard"/>
              <a:ea typeface="Pretendard"/>
              <a:cs typeface="Pretendard"/>
            </a:endParaRPr>
          </a:p>
        </p:txBody>
      </p:sp>
      <p:sp>
        <p:nvSpPr>
          <p:cNvPr id="4" name="TextBox 3"/>
          <p:cNvSpPr txBox="1"/>
          <p:nvPr/>
        </p:nvSpPr>
        <p:spPr>
          <a:xfrm>
            <a:off x="609600" y="1158240"/>
            <a:ext cx="10972800" cy="184666"/>
          </a:xfrm>
          <a:prstGeom prst="rect">
            <a:avLst/>
          </a:prstGeom>
          <a:noFill/>
        </p:spPr>
        <p:txBody>
          <a:bodyPr wrap="square" lIns="0" tIns="0" rIns="0" bIns="0" anchor="t">
            <a:spAutoFit/>
          </a:bodyPr>
          <a:lstStyle/>
          <a:p>
            <a:r>
              <a:rPr sz="1200">
                <a:solidFill>
                  <a:srgbClr val="8C8078"/>
                </a:solidFill>
                <a:latin typeface="Pretendard Medium"/>
                <a:ea typeface="Pretendard Medium"/>
                <a:cs typeface="Pretendard Medium"/>
              </a:rPr>
              <a:t>STM</a:t>
            </a:r>
            <a:r>
              <a:rPr lang="en-US" altLang="ko-KR" sz="1200" smtClean="0">
                <a:solidFill>
                  <a:srgbClr val="8C8078"/>
                </a:solidFill>
                <a:latin typeface="Pretendard Medium"/>
                <a:ea typeface="Pretendard Medium"/>
                <a:cs typeface="Pretendard Medium"/>
              </a:rPr>
              <a:t>32</a:t>
            </a:r>
            <a:r>
              <a:rPr sz="1200" smtClean="0">
                <a:solidFill>
                  <a:srgbClr val="8C8078"/>
                </a:solidFill>
                <a:latin typeface="Pretendard Medium"/>
                <a:ea typeface="Pretendard Medium"/>
                <a:cs typeface="Pretendard Medium"/>
              </a:rPr>
              <a:t> </a:t>
            </a:r>
            <a:r>
              <a:rPr sz="1200" dirty="0" err="1">
                <a:solidFill>
                  <a:srgbClr val="8C8078"/>
                </a:solidFill>
                <a:latin typeface="Pretendard Medium"/>
                <a:ea typeface="Pretendard Medium"/>
                <a:cs typeface="Pretendard Medium"/>
              </a:rPr>
              <a:t>Nucleo</a:t>
            </a:r>
            <a:r>
              <a:rPr sz="1200" dirty="0">
                <a:solidFill>
                  <a:srgbClr val="8C8078"/>
                </a:solidFill>
                <a:latin typeface="Pretendard Medium"/>
                <a:ea typeface="Pretendard Medium"/>
                <a:cs typeface="Pretendard Medium"/>
              </a:rPr>
              <a:t>(Cortex-M4) · ULN2003 </a:t>
            </a:r>
            <a:r>
              <a:rPr sz="1200" dirty="0" err="1">
                <a:solidFill>
                  <a:srgbClr val="8C8078"/>
                </a:solidFill>
                <a:latin typeface="Pretendard Medium"/>
                <a:ea typeface="Pretendard Medium"/>
                <a:cs typeface="Pretendard Medium"/>
              </a:rPr>
              <a:t>드라이버</a:t>
            </a:r>
            <a:r>
              <a:rPr sz="1200" dirty="0">
                <a:solidFill>
                  <a:srgbClr val="8C8078"/>
                </a:solidFill>
                <a:latin typeface="Pretendard Medium"/>
                <a:ea typeface="Pretendard Medium"/>
                <a:cs typeface="Pretendard Medium"/>
              </a:rPr>
              <a:t> · 28BYJ-48 </a:t>
            </a:r>
            <a:r>
              <a:rPr sz="1200" dirty="0" err="1">
                <a:solidFill>
                  <a:srgbClr val="8C8078"/>
                </a:solidFill>
                <a:latin typeface="Pretendard Medium"/>
                <a:ea typeface="Pretendard Medium"/>
                <a:cs typeface="Pretendard Medium"/>
              </a:rPr>
              <a:t>스텝</a:t>
            </a:r>
            <a:r>
              <a:rPr sz="1200" dirty="0">
                <a:solidFill>
                  <a:srgbClr val="8C8078"/>
                </a:solidFill>
                <a:latin typeface="Pretendard Medium"/>
                <a:ea typeface="Pretendard Medium"/>
                <a:cs typeface="Pretendard Medium"/>
              </a:rPr>
              <a:t> </a:t>
            </a:r>
            <a:r>
              <a:rPr sz="1200" dirty="0" err="1">
                <a:solidFill>
                  <a:srgbClr val="8C8078"/>
                </a:solidFill>
                <a:latin typeface="Pretendard Medium"/>
                <a:ea typeface="Pretendard Medium"/>
                <a:cs typeface="Pretendard Medium"/>
              </a:rPr>
              <a:t>모터</a:t>
            </a:r>
            <a:endParaRPr sz="1200" dirty="0">
              <a:solidFill>
                <a:srgbClr val="8C8078"/>
              </a:solidFill>
              <a:latin typeface="Pretendard Medium"/>
              <a:ea typeface="Pretendard Medium"/>
              <a:cs typeface="Pretendard Medium"/>
            </a:endParaRPr>
          </a:p>
        </p:txBody>
      </p:sp>
      <p:sp>
        <p:nvSpPr>
          <p:cNvPr id="5" name="Rounded Rectangle 4"/>
          <p:cNvSpPr/>
          <p:nvPr/>
        </p:nvSpPr>
        <p:spPr>
          <a:xfrm>
            <a:off x="609600" y="1706880"/>
            <a:ext cx="2011680" cy="1341120"/>
          </a:xfrm>
          <a:prstGeom prst="roundRect">
            <a:avLst>
              <a:gd name="adj" fmla="val 8181"/>
            </a:avLst>
          </a:prstGeom>
          <a:solidFill>
            <a:srgbClr val="FFFFFF"/>
          </a:solidFill>
          <a:ln w="12700">
            <a:solidFill>
              <a:srgbClr val="E9E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6" name="TextBox 5"/>
          <p:cNvSpPr txBox="1"/>
          <p:nvPr/>
        </p:nvSpPr>
        <p:spPr>
          <a:xfrm>
            <a:off x="762000" y="2011680"/>
            <a:ext cx="1706880" cy="258532"/>
          </a:xfrm>
          <a:prstGeom prst="rect">
            <a:avLst/>
          </a:prstGeom>
          <a:noFill/>
        </p:spPr>
        <p:txBody>
          <a:bodyPr wrap="square" lIns="0" tIns="0" rIns="0" bIns="0" anchor="t">
            <a:spAutoFit/>
          </a:bodyPr>
          <a:lstStyle/>
          <a:p>
            <a:pPr algn="ctr">
              <a:lnSpc>
                <a:spcPct val="120000"/>
              </a:lnSpc>
            </a:pPr>
            <a:r>
              <a:rPr sz="1400" b="1" dirty="0">
                <a:solidFill>
                  <a:srgbClr val="2A1F17"/>
                </a:solidFill>
                <a:latin typeface="Pretendard ExtraBold" panose="02000903000000020004" pitchFamily="50" charset="-127"/>
                <a:ea typeface="Pretendard ExtraBold" panose="02000903000000020004" pitchFamily="50" charset="-127"/>
                <a:cs typeface="Pretendard ExtraBold" panose="02000903000000020004" pitchFamily="50" charset="-127"/>
              </a:rPr>
              <a:t>PC · POS</a:t>
            </a:r>
          </a:p>
        </p:txBody>
      </p:sp>
      <p:sp>
        <p:nvSpPr>
          <p:cNvPr id="7" name="TextBox 6"/>
          <p:cNvSpPr txBox="1"/>
          <p:nvPr/>
        </p:nvSpPr>
        <p:spPr>
          <a:xfrm>
            <a:off x="762000" y="2377440"/>
            <a:ext cx="1706880" cy="163635"/>
          </a:xfrm>
          <a:prstGeom prst="rect">
            <a:avLst/>
          </a:prstGeom>
          <a:noFill/>
        </p:spPr>
        <p:txBody>
          <a:bodyPr wrap="square" lIns="0" tIns="0" rIns="0" bIns="0" anchor="t">
            <a:spAutoFit/>
          </a:bodyPr>
          <a:lstStyle/>
          <a:p>
            <a:pPr algn="ctr">
              <a:lnSpc>
                <a:spcPct val="125000"/>
              </a:lnSpc>
            </a:pPr>
            <a:r>
              <a:rPr sz="933">
                <a:solidFill>
                  <a:srgbClr val="8C8078"/>
                </a:solidFill>
                <a:latin typeface="Pretendard Medium"/>
                <a:ea typeface="Pretendard Medium"/>
                <a:cs typeface="Pretendard Medium"/>
              </a:rPr>
              <a:t>데이터 수집 탭</a:t>
            </a:r>
          </a:p>
        </p:txBody>
      </p:sp>
      <p:cxnSp>
        <p:nvCxnSpPr>
          <p:cNvPr id="8" name="Connector 7"/>
          <p:cNvCxnSpPr/>
          <p:nvPr/>
        </p:nvCxnSpPr>
        <p:spPr>
          <a:xfrm>
            <a:off x="2682240" y="2377440"/>
            <a:ext cx="853441" cy="0"/>
          </a:xfrm>
          <a:prstGeom prst="line">
            <a:avLst/>
          </a:prstGeom>
          <a:ln w="22225">
            <a:solidFill>
              <a:srgbClr val="C864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621280" y="2167518"/>
            <a:ext cx="975360" cy="141321"/>
          </a:xfrm>
          <a:prstGeom prst="rect">
            <a:avLst/>
          </a:prstGeom>
          <a:noFill/>
        </p:spPr>
        <p:txBody>
          <a:bodyPr wrap="square" lIns="0" tIns="0" rIns="0" bIns="0" anchor="t">
            <a:spAutoFit/>
          </a:bodyPr>
          <a:lstStyle/>
          <a:p>
            <a:pPr algn="ctr">
              <a:lnSpc>
                <a:spcPct val="120000"/>
              </a:lnSpc>
            </a:pPr>
            <a:r>
              <a:rPr sz="833">
                <a:solidFill>
                  <a:srgbClr val="C8641E"/>
                </a:solidFill>
                <a:latin typeface="Pretendard SemiBold"/>
                <a:ea typeface="Pretendard SemiBold"/>
                <a:cs typeface="Pretendard SemiBold"/>
              </a:rPr>
              <a:t>HTTP 각도 명령</a:t>
            </a:r>
          </a:p>
        </p:txBody>
      </p:sp>
      <p:sp>
        <p:nvSpPr>
          <p:cNvPr id="10" name="Rounded Rectangle 9"/>
          <p:cNvSpPr/>
          <p:nvPr/>
        </p:nvSpPr>
        <p:spPr>
          <a:xfrm>
            <a:off x="3596640" y="1706880"/>
            <a:ext cx="2011680" cy="1341120"/>
          </a:xfrm>
          <a:prstGeom prst="roundRect">
            <a:avLst>
              <a:gd name="adj" fmla="val 8181"/>
            </a:avLst>
          </a:prstGeom>
          <a:solidFill>
            <a:srgbClr val="FFFFFF"/>
          </a:solidFill>
          <a:ln w="12700">
            <a:solidFill>
              <a:srgbClr val="E9E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1" name="TextBox 10"/>
          <p:cNvSpPr txBox="1"/>
          <p:nvPr/>
        </p:nvSpPr>
        <p:spPr>
          <a:xfrm>
            <a:off x="3749040" y="2011680"/>
            <a:ext cx="1706880" cy="258532"/>
          </a:xfrm>
          <a:prstGeom prst="rect">
            <a:avLst/>
          </a:prstGeom>
          <a:noFill/>
        </p:spPr>
        <p:txBody>
          <a:bodyPr wrap="square" lIns="0" tIns="0" rIns="0" bIns="0" anchor="t">
            <a:spAutoFit/>
          </a:bodyPr>
          <a:lstStyle/>
          <a:p>
            <a:pPr algn="ctr">
              <a:lnSpc>
                <a:spcPct val="120000"/>
              </a:lnSpc>
            </a:pPr>
            <a:r>
              <a:rPr sz="1400" b="1">
                <a:solidFill>
                  <a:srgbClr val="2A1F17"/>
                </a:solidFill>
                <a:latin typeface="Pretendard ExtraBold" panose="02000903000000020004" pitchFamily="50" charset="-127"/>
                <a:ea typeface="Pretendard ExtraBold" panose="02000903000000020004" pitchFamily="50" charset="-127"/>
                <a:cs typeface="Pretendard ExtraBold" panose="02000903000000020004" pitchFamily="50" charset="-127"/>
              </a:rPr>
              <a:t>Jetson</a:t>
            </a:r>
          </a:p>
        </p:txBody>
      </p:sp>
      <p:sp>
        <p:nvSpPr>
          <p:cNvPr id="12" name="TextBox 11"/>
          <p:cNvSpPr txBox="1"/>
          <p:nvPr/>
        </p:nvSpPr>
        <p:spPr>
          <a:xfrm>
            <a:off x="3749040" y="2377440"/>
            <a:ext cx="1706880" cy="163635"/>
          </a:xfrm>
          <a:prstGeom prst="rect">
            <a:avLst/>
          </a:prstGeom>
          <a:noFill/>
        </p:spPr>
        <p:txBody>
          <a:bodyPr wrap="square" lIns="0" tIns="0" rIns="0" bIns="0" anchor="t">
            <a:spAutoFit/>
          </a:bodyPr>
          <a:lstStyle/>
          <a:p>
            <a:pPr algn="ctr">
              <a:lnSpc>
                <a:spcPct val="125000"/>
              </a:lnSpc>
            </a:pPr>
            <a:r>
              <a:rPr sz="933">
                <a:solidFill>
                  <a:srgbClr val="8C8078"/>
                </a:solidFill>
                <a:latin typeface="Pretendard Medium"/>
                <a:ea typeface="Pretendard Medium"/>
                <a:cs typeface="Pretendard Medium"/>
              </a:rPr>
              <a:t>추론 서버 /turn</a:t>
            </a:r>
          </a:p>
        </p:txBody>
      </p:sp>
      <p:cxnSp>
        <p:nvCxnSpPr>
          <p:cNvPr id="13" name="Connector 12"/>
          <p:cNvCxnSpPr/>
          <p:nvPr/>
        </p:nvCxnSpPr>
        <p:spPr>
          <a:xfrm>
            <a:off x="5669280" y="2377440"/>
            <a:ext cx="853441" cy="0"/>
          </a:xfrm>
          <a:prstGeom prst="line">
            <a:avLst/>
          </a:prstGeom>
          <a:ln w="22225">
            <a:solidFill>
              <a:srgbClr val="C864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608320" y="2167518"/>
            <a:ext cx="975360" cy="141321"/>
          </a:xfrm>
          <a:prstGeom prst="rect">
            <a:avLst/>
          </a:prstGeom>
          <a:noFill/>
        </p:spPr>
        <p:txBody>
          <a:bodyPr wrap="square" lIns="0" tIns="0" rIns="0" bIns="0" anchor="t">
            <a:spAutoFit/>
          </a:bodyPr>
          <a:lstStyle/>
          <a:p>
            <a:pPr algn="ctr">
              <a:lnSpc>
                <a:spcPct val="120000"/>
              </a:lnSpc>
            </a:pPr>
            <a:r>
              <a:rPr sz="833">
                <a:solidFill>
                  <a:srgbClr val="C8641E"/>
                </a:solidFill>
                <a:latin typeface="Pretendard SemiBold"/>
                <a:ea typeface="Pretendard SemiBold"/>
                <a:cs typeface="Pretendard SemiBold"/>
              </a:rPr>
              <a:t>USB 시리얼</a:t>
            </a:r>
          </a:p>
        </p:txBody>
      </p:sp>
      <p:sp>
        <p:nvSpPr>
          <p:cNvPr id="15" name="Rounded Rectangle 14"/>
          <p:cNvSpPr/>
          <p:nvPr/>
        </p:nvSpPr>
        <p:spPr>
          <a:xfrm>
            <a:off x="6583680" y="1706880"/>
            <a:ext cx="2011680" cy="1341120"/>
          </a:xfrm>
          <a:prstGeom prst="roundRect">
            <a:avLst>
              <a:gd name="adj" fmla="val 8181"/>
            </a:avLst>
          </a:prstGeom>
          <a:solidFill>
            <a:srgbClr val="F8E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6" name="TextBox 15"/>
          <p:cNvSpPr txBox="1"/>
          <p:nvPr/>
        </p:nvSpPr>
        <p:spPr>
          <a:xfrm>
            <a:off x="6736080" y="2011680"/>
            <a:ext cx="1706880" cy="258532"/>
          </a:xfrm>
          <a:prstGeom prst="rect">
            <a:avLst/>
          </a:prstGeom>
          <a:noFill/>
        </p:spPr>
        <p:txBody>
          <a:bodyPr wrap="square" lIns="0" tIns="0" rIns="0" bIns="0" anchor="t">
            <a:spAutoFit/>
          </a:bodyPr>
          <a:lstStyle/>
          <a:p>
            <a:pPr algn="ctr">
              <a:lnSpc>
                <a:spcPct val="120000"/>
              </a:lnSpc>
            </a:pPr>
            <a:r>
              <a:rPr sz="1400" b="1" dirty="0">
                <a:solidFill>
                  <a:srgbClr val="2A1F17"/>
                </a:solidFill>
                <a:latin typeface="Pretendard ExtraBold" panose="02000903000000020004" pitchFamily="50" charset="-127"/>
                <a:ea typeface="Pretendard ExtraBold" panose="02000903000000020004" pitchFamily="50" charset="-127"/>
                <a:cs typeface="Pretendard ExtraBold" panose="02000903000000020004" pitchFamily="50" charset="-127"/>
              </a:rPr>
              <a:t>STM</a:t>
            </a:r>
            <a:r>
              <a:rPr lang="en-US" altLang="ko-KR" sz="1400" b="1" dirty="0" smtClean="0">
                <a:solidFill>
                  <a:srgbClr val="2A1F17"/>
                </a:solidFill>
                <a:latin typeface="Pretendard ExtraBold" panose="02000903000000020004" pitchFamily="50" charset="-127"/>
                <a:ea typeface="Pretendard ExtraBold" panose="02000903000000020004" pitchFamily="50" charset="-127"/>
                <a:cs typeface="Pretendard ExtraBold" panose="02000903000000020004" pitchFamily="50" charset="-127"/>
              </a:rPr>
              <a:t>32</a:t>
            </a:r>
            <a:r>
              <a:rPr sz="1400" b="1" dirty="0" smtClean="0">
                <a:solidFill>
                  <a:srgbClr val="2A1F17"/>
                </a:solidFill>
                <a:latin typeface="Pretendard ExtraBold" panose="02000903000000020004" pitchFamily="50" charset="-127"/>
                <a:ea typeface="Pretendard ExtraBold" panose="02000903000000020004" pitchFamily="50" charset="-127"/>
                <a:cs typeface="Pretendard ExtraBold" panose="02000903000000020004" pitchFamily="50" charset="-127"/>
              </a:rPr>
              <a:t> </a:t>
            </a:r>
            <a:r>
              <a:rPr sz="1400" b="1" dirty="0" err="1">
                <a:solidFill>
                  <a:srgbClr val="2A1F17"/>
                </a:solidFill>
                <a:latin typeface="Pretendard ExtraBold" panose="02000903000000020004" pitchFamily="50" charset="-127"/>
                <a:ea typeface="Pretendard ExtraBold" panose="02000903000000020004" pitchFamily="50" charset="-127"/>
                <a:cs typeface="Pretendard ExtraBold" panose="02000903000000020004" pitchFamily="50" charset="-127"/>
              </a:rPr>
              <a:t>Nucleo</a:t>
            </a:r>
            <a:endParaRPr sz="1400" b="1" dirty="0">
              <a:solidFill>
                <a:srgbClr val="2A1F17"/>
              </a:solidFill>
              <a:latin typeface="Pretendard ExtraBold" panose="02000903000000020004" pitchFamily="50" charset="-127"/>
              <a:ea typeface="Pretendard ExtraBold" panose="02000903000000020004" pitchFamily="50" charset="-127"/>
              <a:cs typeface="Pretendard ExtraBold" panose="02000903000000020004" pitchFamily="50" charset="-127"/>
            </a:endParaRPr>
          </a:p>
        </p:txBody>
      </p:sp>
      <p:sp>
        <p:nvSpPr>
          <p:cNvPr id="17" name="TextBox 16"/>
          <p:cNvSpPr txBox="1"/>
          <p:nvPr/>
        </p:nvSpPr>
        <p:spPr>
          <a:xfrm>
            <a:off x="6736080" y="2377440"/>
            <a:ext cx="1706880" cy="163635"/>
          </a:xfrm>
          <a:prstGeom prst="rect">
            <a:avLst/>
          </a:prstGeom>
          <a:noFill/>
        </p:spPr>
        <p:txBody>
          <a:bodyPr wrap="square" lIns="0" tIns="0" rIns="0" bIns="0" anchor="t">
            <a:spAutoFit/>
          </a:bodyPr>
          <a:lstStyle/>
          <a:p>
            <a:pPr algn="ctr">
              <a:lnSpc>
                <a:spcPct val="125000"/>
              </a:lnSpc>
            </a:pPr>
            <a:r>
              <a:rPr sz="933" dirty="0">
                <a:solidFill>
                  <a:srgbClr val="8C8078"/>
                </a:solidFill>
                <a:latin typeface="Pretendard Medium"/>
                <a:ea typeface="Pretendard Medium"/>
                <a:cs typeface="Pretendard Medium"/>
              </a:rPr>
              <a:t>Cortex-M4 · GPIO </a:t>
            </a:r>
            <a:r>
              <a:rPr sz="933" dirty="0" err="1">
                <a:solidFill>
                  <a:srgbClr val="8C8078"/>
                </a:solidFill>
                <a:latin typeface="Pretendard Medium"/>
                <a:ea typeface="Pretendard Medium"/>
                <a:cs typeface="Pretendard Medium"/>
              </a:rPr>
              <a:t>순차</a:t>
            </a:r>
            <a:r>
              <a:rPr sz="933" dirty="0">
                <a:solidFill>
                  <a:srgbClr val="8C8078"/>
                </a:solidFill>
                <a:latin typeface="Pretendard Medium"/>
                <a:ea typeface="Pretendard Medium"/>
                <a:cs typeface="Pretendard Medium"/>
              </a:rPr>
              <a:t> </a:t>
            </a:r>
            <a:r>
              <a:rPr sz="933" dirty="0" err="1">
                <a:solidFill>
                  <a:srgbClr val="8C8078"/>
                </a:solidFill>
                <a:latin typeface="Pretendard Medium"/>
                <a:ea typeface="Pretendard Medium"/>
                <a:cs typeface="Pretendard Medium"/>
              </a:rPr>
              <a:t>출력</a:t>
            </a:r>
            <a:endParaRPr sz="933" dirty="0">
              <a:solidFill>
                <a:srgbClr val="8C8078"/>
              </a:solidFill>
              <a:latin typeface="Pretendard Medium"/>
              <a:ea typeface="Pretendard Medium"/>
              <a:cs typeface="Pretendard Medium"/>
            </a:endParaRPr>
          </a:p>
        </p:txBody>
      </p:sp>
      <p:cxnSp>
        <p:nvCxnSpPr>
          <p:cNvPr id="18" name="Connector 17"/>
          <p:cNvCxnSpPr/>
          <p:nvPr/>
        </p:nvCxnSpPr>
        <p:spPr>
          <a:xfrm>
            <a:off x="8656320" y="2377440"/>
            <a:ext cx="853440" cy="0"/>
          </a:xfrm>
          <a:prstGeom prst="line">
            <a:avLst/>
          </a:prstGeom>
          <a:ln w="22225">
            <a:solidFill>
              <a:srgbClr val="C864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595360" y="2167518"/>
            <a:ext cx="975360" cy="141321"/>
          </a:xfrm>
          <a:prstGeom prst="rect">
            <a:avLst/>
          </a:prstGeom>
          <a:noFill/>
        </p:spPr>
        <p:txBody>
          <a:bodyPr wrap="square" lIns="0" tIns="0" rIns="0" bIns="0" anchor="t">
            <a:spAutoFit/>
          </a:bodyPr>
          <a:lstStyle/>
          <a:p>
            <a:pPr algn="ctr">
              <a:lnSpc>
                <a:spcPct val="120000"/>
              </a:lnSpc>
            </a:pPr>
            <a:r>
              <a:rPr sz="833">
                <a:solidFill>
                  <a:srgbClr val="C8641E"/>
                </a:solidFill>
                <a:latin typeface="Pretendard SemiBold"/>
                <a:ea typeface="Pretendard SemiBold"/>
                <a:cs typeface="Pretendard SemiBold"/>
              </a:rPr>
              <a:t>IN1 ~ IN4</a:t>
            </a:r>
          </a:p>
        </p:txBody>
      </p:sp>
      <p:sp>
        <p:nvSpPr>
          <p:cNvPr id="20" name="Rounded Rectangle 19"/>
          <p:cNvSpPr/>
          <p:nvPr/>
        </p:nvSpPr>
        <p:spPr>
          <a:xfrm>
            <a:off x="9570720" y="1706880"/>
            <a:ext cx="2011680" cy="1341120"/>
          </a:xfrm>
          <a:prstGeom prst="roundRect">
            <a:avLst>
              <a:gd name="adj" fmla="val 8181"/>
            </a:avLst>
          </a:prstGeom>
          <a:solidFill>
            <a:srgbClr val="FFFFFF"/>
          </a:solidFill>
          <a:ln w="12700">
            <a:solidFill>
              <a:srgbClr val="E9E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1" name="TextBox 20"/>
          <p:cNvSpPr txBox="1"/>
          <p:nvPr/>
        </p:nvSpPr>
        <p:spPr>
          <a:xfrm>
            <a:off x="9723120" y="2011680"/>
            <a:ext cx="1706880" cy="203517"/>
          </a:xfrm>
          <a:prstGeom prst="rect">
            <a:avLst/>
          </a:prstGeom>
          <a:noFill/>
        </p:spPr>
        <p:txBody>
          <a:bodyPr wrap="square" lIns="0" tIns="0" rIns="0" bIns="0" anchor="t">
            <a:spAutoFit/>
          </a:bodyPr>
          <a:lstStyle/>
          <a:p>
            <a:pPr algn="ctr">
              <a:lnSpc>
                <a:spcPct val="120000"/>
              </a:lnSpc>
            </a:pPr>
            <a:r>
              <a:rPr sz="1200" b="1" dirty="0">
                <a:solidFill>
                  <a:srgbClr val="2A1F17"/>
                </a:solidFill>
                <a:latin typeface="Pretendard ExtraBold" panose="02000903000000020004" pitchFamily="50" charset="-127"/>
                <a:ea typeface="Pretendard ExtraBold" panose="02000903000000020004" pitchFamily="50" charset="-127"/>
                <a:cs typeface="Pretendard ExtraBold" panose="02000903000000020004" pitchFamily="50" charset="-127"/>
              </a:rPr>
              <a:t>ULN2003 + 28BYJ-48</a:t>
            </a:r>
          </a:p>
        </p:txBody>
      </p:sp>
      <p:sp>
        <p:nvSpPr>
          <p:cNvPr id="22" name="TextBox 21"/>
          <p:cNvSpPr txBox="1"/>
          <p:nvPr/>
        </p:nvSpPr>
        <p:spPr>
          <a:xfrm>
            <a:off x="9723120" y="2377440"/>
            <a:ext cx="1706880" cy="163635"/>
          </a:xfrm>
          <a:prstGeom prst="rect">
            <a:avLst/>
          </a:prstGeom>
          <a:noFill/>
        </p:spPr>
        <p:txBody>
          <a:bodyPr wrap="square" lIns="0" tIns="0" rIns="0" bIns="0" anchor="t">
            <a:spAutoFit/>
          </a:bodyPr>
          <a:lstStyle/>
          <a:p>
            <a:pPr algn="ctr">
              <a:lnSpc>
                <a:spcPct val="125000"/>
              </a:lnSpc>
            </a:pPr>
            <a:r>
              <a:rPr sz="933" dirty="0" err="1">
                <a:solidFill>
                  <a:srgbClr val="8C8078"/>
                </a:solidFill>
                <a:latin typeface="Pretendard Medium"/>
                <a:ea typeface="Pretendard Medium"/>
                <a:cs typeface="Pretendard Medium"/>
              </a:rPr>
              <a:t>스텝</a:t>
            </a:r>
            <a:r>
              <a:rPr sz="933" dirty="0">
                <a:solidFill>
                  <a:srgbClr val="8C8078"/>
                </a:solidFill>
                <a:latin typeface="Pretendard Medium"/>
                <a:ea typeface="Pretendard Medium"/>
                <a:cs typeface="Pretendard Medium"/>
              </a:rPr>
              <a:t> </a:t>
            </a:r>
            <a:r>
              <a:rPr sz="933" dirty="0" err="1">
                <a:solidFill>
                  <a:srgbClr val="8C8078"/>
                </a:solidFill>
                <a:latin typeface="Pretendard Medium"/>
                <a:ea typeface="Pretendard Medium"/>
                <a:cs typeface="Pretendard Medium"/>
              </a:rPr>
              <a:t>모터</a:t>
            </a:r>
            <a:r>
              <a:rPr sz="933" dirty="0">
                <a:solidFill>
                  <a:srgbClr val="8C8078"/>
                </a:solidFill>
                <a:latin typeface="Pretendard Medium"/>
                <a:ea typeface="Pretendard Medium"/>
                <a:cs typeface="Pretendard Medium"/>
              </a:rPr>
              <a:t> · </a:t>
            </a:r>
            <a:r>
              <a:rPr sz="933" dirty="0" err="1">
                <a:solidFill>
                  <a:srgbClr val="8C8078"/>
                </a:solidFill>
                <a:latin typeface="Pretendard Medium"/>
                <a:ea typeface="Pretendard Medium"/>
                <a:cs typeface="Pretendard Medium"/>
              </a:rPr>
              <a:t>카메라</a:t>
            </a:r>
            <a:r>
              <a:rPr sz="933" dirty="0">
                <a:solidFill>
                  <a:srgbClr val="8C8078"/>
                </a:solidFill>
                <a:latin typeface="Pretendard Medium"/>
                <a:ea typeface="Pretendard Medium"/>
                <a:cs typeface="Pretendard Medium"/>
              </a:rPr>
              <a:t> </a:t>
            </a:r>
            <a:r>
              <a:rPr sz="933" dirty="0" err="1">
                <a:solidFill>
                  <a:srgbClr val="8C8078"/>
                </a:solidFill>
                <a:latin typeface="Pretendard Medium"/>
                <a:ea typeface="Pretendard Medium"/>
                <a:cs typeface="Pretendard Medium"/>
              </a:rPr>
              <a:t>회전</a:t>
            </a:r>
            <a:endParaRPr sz="933" dirty="0">
              <a:solidFill>
                <a:srgbClr val="8C8078"/>
              </a:solidFill>
              <a:latin typeface="Pretendard Medium"/>
              <a:ea typeface="Pretendard Medium"/>
              <a:cs typeface="Pretendard Medium"/>
            </a:endParaRPr>
          </a:p>
        </p:txBody>
      </p:sp>
      <p:sp>
        <p:nvSpPr>
          <p:cNvPr id="23" name="Rounded Rectangle 22"/>
          <p:cNvSpPr/>
          <p:nvPr/>
        </p:nvSpPr>
        <p:spPr>
          <a:xfrm>
            <a:off x="609600" y="3322320"/>
            <a:ext cx="5394960" cy="2834640"/>
          </a:xfrm>
          <a:prstGeom prst="roundRect">
            <a:avLst>
              <a:gd name="adj" fmla="val 3870"/>
            </a:avLst>
          </a:prstGeom>
          <a:solidFill>
            <a:srgbClr val="FFFFFF"/>
          </a:solidFill>
          <a:ln w="12700">
            <a:solidFill>
              <a:srgbClr val="E9E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4" name="TextBox 23"/>
          <p:cNvSpPr txBox="1"/>
          <p:nvPr/>
        </p:nvSpPr>
        <p:spPr>
          <a:xfrm>
            <a:off x="853441" y="3553968"/>
            <a:ext cx="4907279" cy="147028"/>
          </a:xfrm>
          <a:prstGeom prst="rect">
            <a:avLst/>
          </a:prstGeom>
          <a:noFill/>
        </p:spPr>
        <p:txBody>
          <a:bodyPr wrap="square" lIns="0" tIns="0" rIns="0" bIns="0" anchor="t">
            <a:spAutoFit/>
          </a:bodyPr>
          <a:lstStyle/>
          <a:p>
            <a:pPr>
              <a:lnSpc>
                <a:spcPct val="120000"/>
              </a:lnSpc>
            </a:pPr>
            <a:r>
              <a:rPr sz="867" spc="27">
                <a:solidFill>
                  <a:srgbClr val="C8641E"/>
                </a:solidFill>
                <a:latin typeface="Pretendard SemiBold"/>
                <a:ea typeface="Pretendard SemiBold"/>
                <a:cs typeface="Pretendard SemiBold"/>
              </a:rPr>
              <a:t>동작 방식</a:t>
            </a:r>
          </a:p>
        </p:txBody>
      </p:sp>
      <p:sp>
        <p:nvSpPr>
          <p:cNvPr id="25" name="TextBox 24"/>
          <p:cNvSpPr txBox="1"/>
          <p:nvPr/>
        </p:nvSpPr>
        <p:spPr>
          <a:xfrm>
            <a:off x="853440" y="3816096"/>
            <a:ext cx="4876800" cy="1149545"/>
          </a:xfrm>
          <a:prstGeom prst="rect">
            <a:avLst/>
          </a:prstGeom>
          <a:noFill/>
        </p:spPr>
        <p:txBody>
          <a:bodyPr wrap="square" lIns="0" tIns="0" rIns="0" bIns="0" anchor="t">
            <a:spAutoFit/>
          </a:bodyPr>
          <a:lstStyle/>
          <a:p>
            <a:pPr marL="158504" indent="-158504">
              <a:lnSpc>
                <a:spcPct val="130000"/>
              </a:lnSpc>
              <a:spcAft>
                <a:spcPts val="733"/>
              </a:spcAft>
              <a:buClr>
                <a:srgbClr val="C8641E"/>
              </a:buClr>
              <a:buFont typeface="Arial"/>
              <a:buChar char="•"/>
            </a:pPr>
            <a:r>
              <a:rPr sz="1100" dirty="0" err="1">
                <a:solidFill>
                  <a:srgbClr val="5B4E44"/>
                </a:solidFill>
                <a:latin typeface="Pretendard"/>
                <a:ea typeface="Pretendard"/>
                <a:cs typeface="Pretendard"/>
              </a:rPr>
              <a:t>데이터</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수집</a:t>
            </a:r>
            <a:r>
              <a:rPr sz="1100" dirty="0">
                <a:solidFill>
                  <a:srgbClr val="5B4E44"/>
                </a:solidFill>
                <a:latin typeface="Pretendard"/>
                <a:ea typeface="Pretendard"/>
                <a:cs typeface="Pretendard"/>
              </a:rPr>
              <a:t> 중 </a:t>
            </a:r>
            <a:r>
              <a:rPr sz="1100" dirty="0" err="1">
                <a:solidFill>
                  <a:srgbClr val="5B4E44"/>
                </a:solidFill>
                <a:latin typeface="Pretendard"/>
                <a:ea typeface="Pretendard"/>
                <a:cs typeface="Pretendard"/>
              </a:rPr>
              <a:t>자동</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회전</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목표</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촬영</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수에</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맞춰</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조금씩</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이동</a:t>
            </a:r>
            <a:r>
              <a:rPr sz="1100" dirty="0">
                <a:solidFill>
                  <a:srgbClr val="5B4E44"/>
                </a:solidFill>
                <a:latin typeface="Pretendard"/>
                <a:ea typeface="Pretendard"/>
                <a:cs typeface="Pretendard"/>
              </a:rPr>
              <a:t> (200장 </a:t>
            </a:r>
            <a:r>
              <a:rPr sz="1100" dirty="0" err="1">
                <a:solidFill>
                  <a:srgbClr val="5B4E44"/>
                </a:solidFill>
                <a:latin typeface="Pretendard"/>
                <a:ea typeface="Pretendard"/>
                <a:cs typeface="Pretendard"/>
              </a:rPr>
              <a:t>기준</a:t>
            </a:r>
            <a:r>
              <a:rPr sz="1100" dirty="0">
                <a:solidFill>
                  <a:srgbClr val="5B4E44"/>
                </a:solidFill>
                <a:latin typeface="Pretendard"/>
                <a:ea typeface="Pretendard"/>
                <a:cs typeface="Pretendard"/>
              </a:rPr>
              <a:t> 1.8°)</a:t>
            </a:r>
          </a:p>
          <a:p>
            <a:pPr marL="158504" indent="-158504">
              <a:lnSpc>
                <a:spcPct val="130000"/>
              </a:lnSpc>
              <a:spcAft>
                <a:spcPts val="733"/>
              </a:spcAft>
              <a:buClr>
                <a:srgbClr val="C8641E"/>
              </a:buClr>
              <a:buFont typeface="Arial"/>
              <a:buChar char="•"/>
            </a:pPr>
            <a:r>
              <a:rPr sz="1100" dirty="0" err="1">
                <a:solidFill>
                  <a:srgbClr val="5B4E44"/>
                </a:solidFill>
                <a:latin typeface="Pretendard"/>
                <a:ea typeface="Pretendard"/>
                <a:cs typeface="Pretendard"/>
              </a:rPr>
              <a:t>카메라</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케이블</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꼬임</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방지를</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위해</a:t>
            </a:r>
            <a:r>
              <a:rPr sz="1100" dirty="0">
                <a:solidFill>
                  <a:srgbClr val="5B4E44"/>
                </a:solidFill>
                <a:latin typeface="Pretendard"/>
                <a:ea typeface="Pretendard"/>
                <a:cs typeface="Pretendard"/>
              </a:rPr>
              <a:t> 한 </a:t>
            </a:r>
            <a:r>
              <a:rPr sz="1100" dirty="0" err="1">
                <a:solidFill>
                  <a:srgbClr val="5B4E44"/>
                </a:solidFill>
                <a:latin typeface="Pretendard"/>
                <a:ea typeface="Pretendard"/>
                <a:cs typeface="Pretendard"/>
              </a:rPr>
              <a:t>방향이</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아닌</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왕복</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회전</a:t>
            </a:r>
            <a:endParaRPr sz="1100" dirty="0">
              <a:solidFill>
                <a:srgbClr val="5B4E44"/>
              </a:solidFill>
              <a:latin typeface="Pretendard"/>
              <a:ea typeface="Pretendard"/>
              <a:cs typeface="Pretendard"/>
            </a:endParaRPr>
          </a:p>
          <a:p>
            <a:pPr marL="158504" indent="-158504">
              <a:lnSpc>
                <a:spcPct val="130000"/>
              </a:lnSpc>
              <a:spcAft>
                <a:spcPts val="733"/>
              </a:spcAft>
              <a:buClr>
                <a:srgbClr val="C8641E"/>
              </a:buClr>
              <a:buFont typeface="Arial"/>
              <a:buChar char="•"/>
            </a:pPr>
            <a:r>
              <a:rPr lang="ko-KR" altLang="en-US" sz="1100" dirty="0">
                <a:solidFill>
                  <a:srgbClr val="5B4E44"/>
                </a:solidFill>
                <a:latin typeface="Pretendard"/>
                <a:ea typeface="Pretendard"/>
                <a:cs typeface="Pretendard"/>
              </a:rPr>
              <a:t>버튼 </a:t>
            </a:r>
            <a:r>
              <a:rPr lang="en-US" altLang="ko-KR" sz="1100" dirty="0">
                <a:solidFill>
                  <a:srgbClr val="5B4E44"/>
                </a:solidFill>
                <a:latin typeface="Pretendard"/>
                <a:ea typeface="Pretendard"/>
                <a:cs typeface="Pretendard"/>
              </a:rPr>
              <a:t>4</a:t>
            </a:r>
            <a:r>
              <a:rPr lang="ko-KR" altLang="en-US" sz="1100" dirty="0">
                <a:solidFill>
                  <a:srgbClr val="5B4E44"/>
                </a:solidFill>
                <a:latin typeface="Pretendard"/>
                <a:ea typeface="Pretendard"/>
                <a:cs typeface="Pretendard"/>
              </a:rPr>
              <a:t>개로 좌우 이동</a:t>
            </a:r>
            <a:r>
              <a:rPr lang="en-US" altLang="ko-KR" sz="1100" dirty="0">
                <a:solidFill>
                  <a:srgbClr val="5B4E44"/>
                </a:solidFill>
                <a:latin typeface="Pretendard"/>
                <a:ea typeface="Pretendard"/>
                <a:cs typeface="Pretendard"/>
              </a:rPr>
              <a:t>·</a:t>
            </a:r>
            <a:r>
              <a:rPr lang="ko-KR" altLang="en-US" sz="1100" dirty="0">
                <a:solidFill>
                  <a:srgbClr val="5B4E44"/>
                </a:solidFill>
                <a:latin typeface="Pretendard"/>
                <a:ea typeface="Pretendard"/>
                <a:cs typeface="Pretendard"/>
              </a:rPr>
              <a:t>회전 수동 </a:t>
            </a:r>
            <a:r>
              <a:rPr lang="ko-KR" altLang="en-US" sz="1100" dirty="0" smtClean="0">
                <a:solidFill>
                  <a:srgbClr val="5B4E44"/>
                </a:solidFill>
                <a:latin typeface="Pretendard"/>
                <a:ea typeface="Pretendard"/>
                <a:cs typeface="Pretendard"/>
              </a:rPr>
              <a:t>조작</a:t>
            </a:r>
            <a:endParaRPr lang="en-US" altLang="ko-KR" sz="1100" dirty="0" smtClean="0">
              <a:solidFill>
                <a:srgbClr val="5B4E44"/>
              </a:solidFill>
              <a:latin typeface="Pretendard"/>
              <a:ea typeface="Pretendard"/>
              <a:cs typeface="Pretendard"/>
            </a:endParaRPr>
          </a:p>
          <a:p>
            <a:pPr marL="158504" indent="-158504">
              <a:lnSpc>
                <a:spcPct val="130000"/>
              </a:lnSpc>
              <a:spcAft>
                <a:spcPts val="733"/>
              </a:spcAft>
              <a:buClr>
                <a:srgbClr val="C8641E"/>
              </a:buClr>
              <a:buFont typeface="Arial"/>
              <a:buChar char="•"/>
            </a:pPr>
            <a:r>
              <a:rPr sz="1100" dirty="0" err="1" smtClean="0">
                <a:solidFill>
                  <a:srgbClr val="5B4E44"/>
                </a:solidFill>
                <a:latin typeface="Pretendard"/>
                <a:ea typeface="Pretendard"/>
                <a:cs typeface="Pretendard"/>
              </a:rPr>
              <a:t>모터</a:t>
            </a:r>
            <a:r>
              <a:rPr sz="1100" dirty="0" smtClean="0">
                <a:solidFill>
                  <a:srgbClr val="5B4E44"/>
                </a:solidFill>
                <a:latin typeface="Pretendard"/>
                <a:ea typeface="Pretendard"/>
                <a:cs typeface="Pretendard"/>
              </a:rPr>
              <a:t> </a:t>
            </a:r>
            <a:r>
              <a:rPr sz="1100" dirty="0" err="1" smtClean="0">
                <a:solidFill>
                  <a:srgbClr val="5B4E44"/>
                </a:solidFill>
                <a:latin typeface="Pretendard"/>
                <a:ea typeface="Pretendard"/>
                <a:cs typeface="Pretendard"/>
              </a:rPr>
              <a:t>전원</a:t>
            </a:r>
            <a:r>
              <a:rPr sz="1100" dirty="0" smtClean="0">
                <a:solidFill>
                  <a:srgbClr val="5B4E44"/>
                </a:solidFill>
                <a:latin typeface="Pretendard"/>
                <a:ea typeface="Pretendard"/>
                <a:cs typeface="Pretendard"/>
              </a:rPr>
              <a:t> </a:t>
            </a:r>
            <a:r>
              <a:rPr sz="1100" dirty="0" err="1" smtClean="0">
                <a:solidFill>
                  <a:srgbClr val="5B4E44"/>
                </a:solidFill>
                <a:latin typeface="Pretendard"/>
                <a:ea typeface="Pretendard"/>
                <a:cs typeface="Pretendard"/>
              </a:rPr>
              <a:t>외부</a:t>
            </a:r>
            <a:r>
              <a:rPr sz="1100" dirty="0" smtClean="0">
                <a:solidFill>
                  <a:srgbClr val="5B4E44"/>
                </a:solidFill>
                <a:latin typeface="Pretendard"/>
                <a:ea typeface="Pretendard"/>
                <a:cs typeface="Pretendard"/>
              </a:rPr>
              <a:t> 5V · </a:t>
            </a:r>
            <a:r>
              <a:rPr sz="1100" dirty="0" err="1" smtClean="0">
                <a:solidFill>
                  <a:srgbClr val="5B4E44"/>
                </a:solidFill>
                <a:latin typeface="Pretendard"/>
                <a:ea typeface="Pretendard"/>
                <a:cs typeface="Pretendard"/>
              </a:rPr>
              <a:t>보드·드라이버·모터</a:t>
            </a:r>
            <a:r>
              <a:rPr sz="1100" dirty="0" smtClean="0">
                <a:solidFill>
                  <a:srgbClr val="5B4E44"/>
                </a:solidFill>
                <a:latin typeface="Pretendard"/>
                <a:ea typeface="Pretendard"/>
                <a:cs typeface="Pretendard"/>
              </a:rPr>
              <a:t> </a:t>
            </a:r>
            <a:r>
              <a:rPr sz="1100" dirty="0" err="1" smtClean="0">
                <a:solidFill>
                  <a:srgbClr val="5B4E44"/>
                </a:solidFill>
                <a:latin typeface="Pretendard"/>
                <a:ea typeface="Pretendard"/>
                <a:cs typeface="Pretendard"/>
              </a:rPr>
              <a:t>전원</a:t>
            </a:r>
            <a:r>
              <a:rPr sz="1100" dirty="0" smtClean="0">
                <a:solidFill>
                  <a:srgbClr val="5B4E44"/>
                </a:solidFill>
                <a:latin typeface="Pretendard"/>
                <a:ea typeface="Pretendard"/>
                <a:cs typeface="Pretendard"/>
              </a:rPr>
              <a:t> GND </a:t>
            </a:r>
            <a:r>
              <a:rPr sz="1100" dirty="0" err="1" smtClean="0">
                <a:solidFill>
                  <a:srgbClr val="5B4E44"/>
                </a:solidFill>
                <a:latin typeface="Pretendard"/>
                <a:ea typeface="Pretendard"/>
                <a:cs typeface="Pretendard"/>
              </a:rPr>
              <a:t>공통</a:t>
            </a:r>
            <a:r>
              <a:rPr sz="1100" dirty="0" smtClean="0">
                <a:solidFill>
                  <a:srgbClr val="5B4E44"/>
                </a:solidFill>
                <a:latin typeface="Pretendard"/>
                <a:ea typeface="Pretendard"/>
                <a:cs typeface="Pretendard"/>
              </a:rPr>
              <a:t> </a:t>
            </a:r>
            <a:r>
              <a:rPr sz="1100" dirty="0" err="1" smtClean="0">
                <a:solidFill>
                  <a:srgbClr val="5B4E44"/>
                </a:solidFill>
                <a:latin typeface="Pretendard"/>
                <a:ea typeface="Pretendard"/>
                <a:cs typeface="Pretendard"/>
              </a:rPr>
              <a:t>연결</a:t>
            </a:r>
            <a:endParaRPr sz="1100" dirty="0">
              <a:solidFill>
                <a:srgbClr val="5B4E44"/>
              </a:solidFill>
              <a:latin typeface="Pretendard"/>
              <a:ea typeface="Pretendard"/>
              <a:cs typeface="Pretendard"/>
            </a:endParaRPr>
          </a:p>
        </p:txBody>
      </p:sp>
      <p:sp>
        <p:nvSpPr>
          <p:cNvPr id="26" name="Rounded Rectangle 25"/>
          <p:cNvSpPr/>
          <p:nvPr/>
        </p:nvSpPr>
        <p:spPr>
          <a:xfrm>
            <a:off x="6187440" y="3322320"/>
            <a:ext cx="5394960" cy="2834640"/>
          </a:xfrm>
          <a:prstGeom prst="roundRect">
            <a:avLst>
              <a:gd name="adj" fmla="val 3870"/>
            </a:avLst>
          </a:prstGeom>
          <a:solidFill>
            <a:srgbClr val="F4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pic>
        <p:nvPicPr>
          <p:cNvPr id="27" name="Picture 26" descr="s29_Group42_0.jpeg"/>
          <p:cNvPicPr>
            <a:picLocks noChangeAspect="1"/>
          </p:cNvPicPr>
          <p:nvPr/>
        </p:nvPicPr>
        <p:blipFill>
          <a:blip r:embed="rId3"/>
          <a:stretch>
            <a:fillRect/>
          </a:stretch>
        </p:blipFill>
        <p:spPr>
          <a:xfrm>
            <a:off x="6370320" y="3513667"/>
            <a:ext cx="2438400" cy="2147147"/>
          </a:xfrm>
          <a:prstGeom prst="roundRect">
            <a:avLst>
              <a:gd name="adj" fmla="val 3406"/>
            </a:avLst>
          </a:prstGeom>
        </p:spPr>
      </p:pic>
      <p:pic>
        <p:nvPicPr>
          <p:cNvPr id="28" name="Picture 27" descr="s29_Group44_0.jpeg"/>
          <p:cNvPicPr>
            <a:picLocks noChangeAspect="1"/>
          </p:cNvPicPr>
          <p:nvPr/>
        </p:nvPicPr>
        <p:blipFill>
          <a:blip r:embed="rId4"/>
          <a:stretch>
            <a:fillRect/>
          </a:stretch>
        </p:blipFill>
        <p:spPr>
          <a:xfrm>
            <a:off x="9036345" y="3505200"/>
            <a:ext cx="2287949" cy="2164080"/>
          </a:xfrm>
          <a:prstGeom prst="roundRect">
            <a:avLst>
              <a:gd name="adj" fmla="val 3380"/>
            </a:avLst>
          </a:prstGeom>
        </p:spPr>
      </p:pic>
      <p:sp>
        <p:nvSpPr>
          <p:cNvPr id="29" name="TextBox 28"/>
          <p:cNvSpPr txBox="1"/>
          <p:nvPr/>
        </p:nvSpPr>
        <p:spPr>
          <a:xfrm>
            <a:off x="6370320" y="5791200"/>
            <a:ext cx="2438400" cy="152606"/>
          </a:xfrm>
          <a:prstGeom prst="rect">
            <a:avLst/>
          </a:prstGeom>
          <a:noFill/>
        </p:spPr>
        <p:txBody>
          <a:bodyPr wrap="square" lIns="0" tIns="0" rIns="0" bIns="0" anchor="t">
            <a:spAutoFit/>
          </a:bodyPr>
          <a:lstStyle/>
          <a:p>
            <a:pPr algn="ctr">
              <a:lnSpc>
                <a:spcPct val="120000"/>
              </a:lnSpc>
            </a:pPr>
            <a:r>
              <a:rPr sz="900" dirty="0">
                <a:solidFill>
                  <a:srgbClr val="8C8078"/>
                </a:solidFill>
                <a:latin typeface="Pretendard Medium"/>
                <a:ea typeface="Pretendard Medium"/>
                <a:cs typeface="Pretendard Medium"/>
              </a:rPr>
              <a:t>STM</a:t>
            </a:r>
            <a:r>
              <a:rPr lang="en-US" altLang="ko-KR" sz="900" dirty="0">
                <a:solidFill>
                  <a:srgbClr val="8C8078"/>
                </a:solidFill>
                <a:latin typeface="Pretendard Medium"/>
                <a:ea typeface="Pretendard Medium"/>
                <a:cs typeface="Pretendard Medium"/>
              </a:rPr>
              <a:t>32</a:t>
            </a:r>
            <a:r>
              <a:rPr sz="900" dirty="0">
                <a:solidFill>
                  <a:srgbClr val="8C8078"/>
                </a:solidFill>
                <a:latin typeface="Pretendard Medium"/>
                <a:ea typeface="Pretendard Medium"/>
                <a:cs typeface="Pretendard Medium"/>
              </a:rPr>
              <a:t> </a:t>
            </a:r>
            <a:r>
              <a:rPr sz="900" dirty="0" err="1">
                <a:solidFill>
                  <a:srgbClr val="8C8078"/>
                </a:solidFill>
                <a:latin typeface="Pretendard Medium"/>
                <a:ea typeface="Pretendard Medium"/>
                <a:cs typeface="Pretendard Medium"/>
              </a:rPr>
              <a:t>Nucleo</a:t>
            </a:r>
            <a:r>
              <a:rPr sz="900" dirty="0">
                <a:solidFill>
                  <a:srgbClr val="8C8078"/>
                </a:solidFill>
                <a:latin typeface="Pretendard Medium"/>
                <a:ea typeface="Pretendard Medium"/>
                <a:cs typeface="Pretendard Medium"/>
              </a:rPr>
              <a:t> </a:t>
            </a:r>
            <a:r>
              <a:rPr sz="900" dirty="0" err="1">
                <a:solidFill>
                  <a:srgbClr val="8C8078"/>
                </a:solidFill>
                <a:latin typeface="Pretendard Medium"/>
                <a:ea typeface="Pretendard Medium"/>
                <a:cs typeface="Pretendard Medium"/>
              </a:rPr>
              <a:t>보드</a:t>
            </a:r>
            <a:endParaRPr sz="900" dirty="0">
              <a:solidFill>
                <a:srgbClr val="8C8078"/>
              </a:solidFill>
              <a:latin typeface="Pretendard Medium"/>
              <a:ea typeface="Pretendard Medium"/>
              <a:cs typeface="Pretendard Medium"/>
            </a:endParaRPr>
          </a:p>
        </p:txBody>
      </p:sp>
      <p:sp>
        <p:nvSpPr>
          <p:cNvPr id="30" name="TextBox 29"/>
          <p:cNvSpPr txBox="1"/>
          <p:nvPr/>
        </p:nvSpPr>
        <p:spPr>
          <a:xfrm>
            <a:off x="8961120" y="5791200"/>
            <a:ext cx="2438400" cy="152606"/>
          </a:xfrm>
          <a:prstGeom prst="rect">
            <a:avLst/>
          </a:prstGeom>
          <a:noFill/>
        </p:spPr>
        <p:txBody>
          <a:bodyPr wrap="square" lIns="0" tIns="0" rIns="0" bIns="0" anchor="t">
            <a:spAutoFit/>
          </a:bodyPr>
          <a:lstStyle/>
          <a:p>
            <a:pPr algn="ctr">
              <a:lnSpc>
                <a:spcPct val="120000"/>
              </a:lnSpc>
            </a:pPr>
            <a:r>
              <a:rPr sz="900">
                <a:solidFill>
                  <a:srgbClr val="8C8078"/>
                </a:solidFill>
                <a:latin typeface="Pretendard Medium"/>
                <a:ea typeface="Pretendard Medium"/>
                <a:cs typeface="Pretendard Medium"/>
              </a:rPr>
              <a:t>28BYJ-48 스텝 모터</a:t>
            </a:r>
          </a:p>
        </p:txBody>
      </p:sp>
      <p:sp>
        <p:nvSpPr>
          <p:cNvPr id="31" name="TextBox 30"/>
          <p:cNvSpPr txBox="1"/>
          <p:nvPr/>
        </p:nvSpPr>
        <p:spPr>
          <a:xfrm>
            <a:off x="609600" y="6473952"/>
            <a:ext cx="3657600" cy="130100"/>
          </a:xfrm>
          <a:prstGeom prst="rect">
            <a:avLst/>
          </a:prstGeom>
          <a:noFill/>
        </p:spPr>
        <p:txBody>
          <a:bodyPr wrap="square" lIns="0" tIns="0" rIns="0" bIns="0" anchor="t">
            <a:spAutoFit/>
          </a:bodyPr>
          <a:lstStyle/>
          <a:p>
            <a:pPr>
              <a:lnSpc>
                <a:spcPct val="120000"/>
              </a:lnSpc>
            </a:pPr>
            <a:r>
              <a:rPr sz="767">
                <a:solidFill>
                  <a:srgbClr val="8C8078"/>
                </a:solidFill>
                <a:latin typeface="Pretendard Medium"/>
                <a:ea typeface="Pretendard Medium"/>
                <a:cs typeface="Pretendard Medium"/>
              </a:rPr>
              <a:t>BreadVision · 6조</a:t>
            </a:r>
          </a:p>
        </p:txBody>
      </p:sp>
      <p:sp>
        <p:nvSpPr>
          <p:cNvPr id="32" name="TextBox 31"/>
          <p:cNvSpPr txBox="1"/>
          <p:nvPr/>
        </p:nvSpPr>
        <p:spPr>
          <a:xfrm>
            <a:off x="9144000" y="6473952"/>
            <a:ext cx="2438400" cy="141642"/>
          </a:xfrm>
          <a:prstGeom prst="rect">
            <a:avLst/>
          </a:prstGeom>
          <a:noFill/>
        </p:spPr>
        <p:txBody>
          <a:bodyPr wrap="square" lIns="0" tIns="0" rIns="0" bIns="0" anchor="t">
            <a:spAutoFit/>
          </a:bodyPr>
          <a:lstStyle/>
          <a:p>
            <a:pPr algn="r">
              <a:lnSpc>
                <a:spcPct val="120000"/>
              </a:lnSpc>
            </a:pPr>
            <a:r>
              <a:rPr sz="767" dirty="0">
                <a:solidFill>
                  <a:srgbClr val="8C8078"/>
                </a:solidFill>
                <a:latin typeface="Pretendard Medium"/>
                <a:ea typeface="Pretendard Medium"/>
                <a:cs typeface="Pretendard Medium"/>
              </a:rPr>
              <a:t>2</a:t>
            </a:r>
            <a:r>
              <a:rPr lang="en-US" sz="767" dirty="0">
                <a:solidFill>
                  <a:srgbClr val="8C8078"/>
                </a:solidFill>
                <a:latin typeface="Pretendard Medium"/>
                <a:ea typeface="Pretendard Medium"/>
                <a:cs typeface="Pretendard Medium"/>
              </a:rPr>
              <a:t>6</a:t>
            </a:r>
            <a:r>
              <a:rPr sz="767" dirty="0">
                <a:solidFill>
                  <a:srgbClr val="8C8078"/>
                </a:solidFill>
                <a:latin typeface="Pretendard Medium"/>
                <a:ea typeface="Pretendard Medium"/>
                <a:cs typeface="Pretendard Medium"/>
              </a:rPr>
              <a:t> / </a:t>
            </a:r>
            <a:r>
              <a:rPr lang="en-US" altLang="ko-KR" sz="767" dirty="0" smtClean="0">
                <a:solidFill>
                  <a:srgbClr val="8C8078"/>
                </a:solidFill>
                <a:latin typeface="Pretendard Medium"/>
                <a:ea typeface="Pretendard Medium"/>
                <a:cs typeface="Pretendard Medium"/>
              </a:rPr>
              <a:t>36</a:t>
            </a:r>
            <a:endParaRPr sz="767" dirty="0">
              <a:solidFill>
                <a:srgbClr val="8C8078"/>
              </a:solidFill>
              <a:latin typeface="Pretendard Medium"/>
              <a:ea typeface="Pretendard Medium"/>
              <a:cs typeface="Pretendard Medium"/>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a:extLst>
              <a:ext uri="{FF2B5EF4-FFF2-40B4-BE49-F238E27FC236}">
                <a16:creationId xmlns:a16="http://schemas.microsoft.com/office/drawing/2014/main" id="{3EA6B2D6-E732-4FE8-8212-238A19D5EE63}"/>
              </a:ext>
            </a:extLst>
          </p:cNvPr>
          <p:cNvSpPr>
            <a:spLocks noGrp="1"/>
          </p:cNvSpPr>
          <p:nvPr/>
        </p:nvSpPr>
        <p:spPr>
          <a:xfrm>
            <a:off x="762000" y="762000"/>
            <a:ext cx="10668000" cy="1066800"/>
          </a:xfrm>
          <a:prstGeom prst="rect">
            <a:avLst/>
          </a:prstGeom>
          <a:noFill/>
          <a:ln w="0">
            <a:noFill/>
            <a:prstDash val="solid"/>
          </a:ln>
        </p:spPr>
        <p:txBody>
          <a:bodyPr wrap="none" lIns="0" tIns="0" rIns="0" bIns="0" anchor="t">
            <a:noAutofit/>
          </a:bodyPr>
          <a:lstStyle/>
          <a:p>
            <a:pPr algn="l">
              <a:buNone/>
              <a:defRPr sz="3150" b="1">
                <a:solidFill>
                  <a:srgbClr val="1D1D1F"/>
                </a:solidFill>
                <a:latin typeface="Noto Sans KR"/>
                <a:ea typeface="Noto Sans KR"/>
                <a:cs typeface="Noto Sans KR"/>
              </a:defRPr>
            </a:pPr>
            <a:endParaRPr sz="3150" b="1" dirty="0">
              <a:solidFill>
                <a:srgbClr val="1D1D1F"/>
              </a:solidFill>
              <a:latin typeface="Noto Sans KR"/>
              <a:ea typeface="Noto Sans KR"/>
              <a:cs typeface="Noto Sans KR"/>
            </a:endParaRPr>
          </a:p>
        </p:txBody>
      </p:sp>
      <p:sp>
        <p:nvSpPr>
          <p:cNvPr id="3" name="slide-subtitle">
            <a:extLst>
              <a:ext uri="{FF2B5EF4-FFF2-40B4-BE49-F238E27FC236}">
                <a16:creationId xmlns:a16="http://schemas.microsoft.com/office/drawing/2014/main" id="{71552238-F29E-4922-8311-1DFFC32953E7}"/>
              </a:ext>
            </a:extLst>
          </p:cNvPr>
          <p:cNvSpPr>
            <a:spLocks noGrp="1"/>
          </p:cNvSpPr>
          <p:nvPr/>
        </p:nvSpPr>
        <p:spPr>
          <a:xfrm>
            <a:off x="762000" y="1462046"/>
            <a:ext cx="10668000" cy="333375"/>
          </a:xfrm>
          <a:prstGeom prst="rect">
            <a:avLst/>
          </a:prstGeom>
          <a:noFill/>
          <a:ln w="0">
            <a:noFill/>
            <a:prstDash val="solid"/>
          </a:ln>
        </p:spPr>
        <p:txBody>
          <a:bodyPr wrap="none" lIns="0" tIns="0" rIns="0" bIns="0" anchor="t">
            <a:noAutofit/>
          </a:bodyPr>
          <a:lstStyle/>
          <a:p>
            <a:pPr algn="l">
              <a:buNone/>
              <a:defRPr sz="1575" b="0">
                <a:solidFill>
                  <a:srgbClr val="6E6E73"/>
                </a:solidFill>
                <a:latin typeface="Noto Sans KR"/>
                <a:ea typeface="Noto Sans KR"/>
                <a:cs typeface="Noto Sans KR"/>
              </a:defRPr>
            </a:pPr>
            <a:endParaRPr sz="1575" b="0" dirty="0">
              <a:solidFill>
                <a:srgbClr val="6E6E73"/>
              </a:solidFill>
              <a:latin typeface="Noto Sans KR"/>
              <a:ea typeface="Noto Sans KR"/>
              <a:cs typeface="Noto Sans KR"/>
            </a:endParaRPr>
          </a:p>
        </p:txBody>
      </p:sp>
      <p:sp>
        <p:nvSpPr>
          <p:cNvPr id="7" name="line-564">
            <a:extLst>
              <a:ext uri="{FF2B5EF4-FFF2-40B4-BE49-F238E27FC236}">
                <a16:creationId xmlns:a16="http://schemas.microsoft.com/office/drawing/2014/main" id="{2A37CEF3-B1B5-433E-A1B6-ACE3FDB58CC1}"/>
              </a:ext>
            </a:extLst>
          </p:cNvPr>
          <p:cNvSpPr>
            <a:spLocks noGrp="1"/>
          </p:cNvSpPr>
          <p:nvPr/>
        </p:nvSpPr>
        <p:spPr>
          <a:xfrm>
            <a:off x="3863641" y="3024188"/>
            <a:ext cx="4105275" cy="9525"/>
          </a:xfrm>
          <a:custGeom>
            <a:avLst/>
            <a:gdLst/>
            <a:ahLst/>
            <a:cxnLst/>
            <a:rect l="0" t="0" r="0" b="0"/>
            <a:pathLst>
              <a:path w="4105275" h="9525">
                <a:moveTo>
                  <a:pt x="0" y="0"/>
                </a:moveTo>
                <a:lnTo>
                  <a:pt x="4105275" y="0"/>
                </a:lnTo>
              </a:path>
            </a:pathLst>
          </a:custGeom>
          <a:noFill/>
          <a:ln w="28575">
            <a:solidFill>
              <a:srgbClr val="0066CC"/>
            </a:solidFill>
            <a:prstDash val="solid"/>
          </a:ln>
        </p:spPr>
        <p:txBody>
          <a:bodyPr/>
          <a:lstStyle/>
          <a:p>
            <a:endParaRPr lang="ko-KR" altLang="en-US"/>
          </a:p>
        </p:txBody>
      </p:sp>
      <p:sp>
        <p:nvSpPr>
          <p:cNvPr id="8" name="line-565">
            <a:extLst>
              <a:ext uri="{FF2B5EF4-FFF2-40B4-BE49-F238E27FC236}">
                <a16:creationId xmlns:a16="http://schemas.microsoft.com/office/drawing/2014/main" id="{7BCD50D4-F97C-4079-84E7-43B0A9347324}"/>
              </a:ext>
            </a:extLst>
          </p:cNvPr>
          <p:cNvSpPr>
            <a:spLocks noGrp="1"/>
          </p:cNvSpPr>
          <p:nvPr/>
        </p:nvSpPr>
        <p:spPr>
          <a:xfrm>
            <a:off x="7893685" y="2983089"/>
            <a:ext cx="75231" cy="82198"/>
          </a:xfrm>
          <a:custGeom>
            <a:avLst/>
            <a:gdLst/>
            <a:ahLst/>
            <a:cxnLst/>
            <a:rect l="0" t="0" r="0" b="0"/>
            <a:pathLst>
              <a:path w="75231" h="82198">
                <a:moveTo>
                  <a:pt x="0" y="82198"/>
                </a:moveTo>
                <a:lnTo>
                  <a:pt x="75231" y="41099"/>
                </a:lnTo>
                <a:lnTo>
                  <a:pt x="0" y="0"/>
                </a:lnTo>
              </a:path>
            </a:pathLst>
          </a:custGeom>
          <a:noFill/>
          <a:ln w="28575">
            <a:solidFill>
              <a:srgbClr val="0066CC"/>
            </a:solidFill>
            <a:prstDash val="solid"/>
          </a:ln>
        </p:spPr>
        <p:txBody>
          <a:bodyPr/>
          <a:lstStyle/>
          <a:p>
            <a:endParaRPr lang="ko-KR" altLang="en-US"/>
          </a:p>
        </p:txBody>
      </p:sp>
      <p:sp>
        <p:nvSpPr>
          <p:cNvPr id="9" name="text-566">
            <a:extLst>
              <a:ext uri="{FF2B5EF4-FFF2-40B4-BE49-F238E27FC236}">
                <a16:creationId xmlns:a16="http://schemas.microsoft.com/office/drawing/2014/main" id="{B873DFC1-C22B-4D58-A274-DF8AF31074B2}"/>
              </a:ext>
            </a:extLst>
          </p:cNvPr>
          <p:cNvSpPr>
            <a:spLocks noGrp="1"/>
          </p:cNvSpPr>
          <p:nvPr/>
        </p:nvSpPr>
        <p:spPr>
          <a:xfrm>
            <a:off x="3692191" y="2547938"/>
            <a:ext cx="2266950" cy="333375"/>
          </a:xfrm>
          <a:prstGeom prst="rect">
            <a:avLst/>
          </a:prstGeom>
          <a:noFill/>
          <a:ln w="0">
            <a:noFill/>
            <a:prstDash val="solid"/>
          </a:ln>
        </p:spPr>
        <p:txBody>
          <a:bodyPr wrap="none" lIns="0" tIns="0" rIns="0" bIns="0" anchor="t">
            <a:noAutofit/>
          </a:bodyPr>
          <a:lstStyle/>
          <a:p>
            <a:pPr algn="l">
              <a:buNone/>
              <a:defRPr sz="1650" b="1">
                <a:solidFill>
                  <a:srgbClr val="0066CC"/>
                </a:solidFill>
                <a:latin typeface="Noto Sans KR"/>
                <a:ea typeface="Noto Sans KR"/>
                <a:cs typeface="Noto Sans KR"/>
              </a:defRPr>
            </a:pPr>
            <a:r>
              <a:rPr sz="1650" b="1">
                <a:solidFill>
                  <a:srgbClr val="0066CC"/>
                </a:solidFill>
                <a:latin typeface="Noto Sans KR"/>
                <a:ea typeface="Noto Sans KR"/>
                <a:cs typeface="Noto Sans KR"/>
              </a:rPr>
              <a:t>카메라 좌우 이동</a:t>
            </a:r>
          </a:p>
        </p:txBody>
      </p:sp>
      <p:sp>
        <p:nvSpPr>
          <p:cNvPr id="10" name="line-567">
            <a:extLst>
              <a:ext uri="{FF2B5EF4-FFF2-40B4-BE49-F238E27FC236}">
                <a16:creationId xmlns:a16="http://schemas.microsoft.com/office/drawing/2014/main" id="{DC3575A7-85CE-4ED7-9107-4549895A0BAB}"/>
              </a:ext>
            </a:extLst>
          </p:cNvPr>
          <p:cNvSpPr>
            <a:spLocks noGrp="1"/>
          </p:cNvSpPr>
          <p:nvPr/>
        </p:nvSpPr>
        <p:spPr>
          <a:xfrm>
            <a:off x="3168316" y="4681538"/>
            <a:ext cx="6381750" cy="9525"/>
          </a:xfrm>
          <a:custGeom>
            <a:avLst/>
            <a:gdLst/>
            <a:ahLst/>
            <a:cxnLst/>
            <a:rect l="0" t="0" r="0" b="0"/>
            <a:pathLst>
              <a:path w="6381750" h="9525">
                <a:moveTo>
                  <a:pt x="0" y="0"/>
                </a:moveTo>
                <a:lnTo>
                  <a:pt x="6381750" y="0"/>
                </a:lnTo>
              </a:path>
            </a:pathLst>
          </a:custGeom>
          <a:noFill/>
          <a:ln w="104775">
            <a:solidFill>
              <a:srgbClr val="6E6E73"/>
            </a:solidFill>
            <a:prstDash val="solid"/>
          </a:ln>
        </p:spPr>
        <p:txBody>
          <a:bodyPr/>
          <a:lstStyle/>
          <a:p>
            <a:endParaRPr lang="ko-KR" altLang="en-US"/>
          </a:p>
        </p:txBody>
      </p:sp>
      <p:sp>
        <p:nvSpPr>
          <p:cNvPr id="11" name="shape-568">
            <a:extLst>
              <a:ext uri="{FF2B5EF4-FFF2-40B4-BE49-F238E27FC236}">
                <a16:creationId xmlns:a16="http://schemas.microsoft.com/office/drawing/2014/main" id="{8E67417F-7F22-4EF4-959A-2AAB71988253}"/>
              </a:ext>
            </a:extLst>
          </p:cNvPr>
          <p:cNvSpPr>
            <a:spLocks noGrp="1"/>
          </p:cNvSpPr>
          <p:nvPr/>
        </p:nvSpPr>
        <p:spPr>
          <a:xfrm>
            <a:off x="3168316" y="3833813"/>
            <a:ext cx="6381750" cy="171450"/>
          </a:xfrm>
          <a:prstGeom prst="rect">
            <a:avLst/>
          </a:prstGeom>
          <a:solidFill>
            <a:srgbClr val="D2D2D7"/>
          </a:solidFill>
          <a:ln w="0">
            <a:noFill/>
            <a:prstDash val="solid"/>
          </a:ln>
        </p:spPr>
        <p:txBody>
          <a:bodyPr/>
          <a:lstStyle/>
          <a:p>
            <a:endParaRPr lang="ko-KR" altLang="en-US"/>
          </a:p>
        </p:txBody>
      </p:sp>
      <p:sp>
        <p:nvSpPr>
          <p:cNvPr id="12" name="shape-569">
            <a:extLst>
              <a:ext uri="{FF2B5EF4-FFF2-40B4-BE49-F238E27FC236}">
                <a16:creationId xmlns:a16="http://schemas.microsoft.com/office/drawing/2014/main" id="{D0E7FB50-3E0F-4FD1-9FBC-EF5A9C9E3278}"/>
              </a:ext>
            </a:extLst>
          </p:cNvPr>
          <p:cNvSpPr>
            <a:spLocks noGrp="1"/>
          </p:cNvSpPr>
          <p:nvPr/>
        </p:nvSpPr>
        <p:spPr>
          <a:xfrm>
            <a:off x="3187366" y="3729038"/>
            <a:ext cx="123825" cy="104775"/>
          </a:xfrm>
          <a:prstGeom prst="rect">
            <a:avLst/>
          </a:prstGeom>
          <a:solidFill>
            <a:srgbClr val="D2D2D7"/>
          </a:solidFill>
          <a:ln w="0">
            <a:noFill/>
            <a:prstDash val="solid"/>
          </a:ln>
        </p:spPr>
        <p:txBody>
          <a:bodyPr/>
          <a:lstStyle/>
          <a:p>
            <a:endParaRPr lang="ko-KR" altLang="en-US"/>
          </a:p>
        </p:txBody>
      </p:sp>
      <p:sp>
        <p:nvSpPr>
          <p:cNvPr id="13" name="shape-570">
            <a:extLst>
              <a:ext uri="{FF2B5EF4-FFF2-40B4-BE49-F238E27FC236}">
                <a16:creationId xmlns:a16="http://schemas.microsoft.com/office/drawing/2014/main" id="{352F8CCF-F7C6-4BD8-AB12-C5FDD22B4738}"/>
              </a:ext>
            </a:extLst>
          </p:cNvPr>
          <p:cNvSpPr>
            <a:spLocks noGrp="1"/>
          </p:cNvSpPr>
          <p:nvPr/>
        </p:nvSpPr>
        <p:spPr>
          <a:xfrm>
            <a:off x="3425491" y="3729038"/>
            <a:ext cx="123825" cy="104775"/>
          </a:xfrm>
          <a:prstGeom prst="rect">
            <a:avLst/>
          </a:prstGeom>
          <a:solidFill>
            <a:srgbClr val="D2D2D7"/>
          </a:solidFill>
          <a:ln w="0">
            <a:noFill/>
            <a:prstDash val="solid"/>
          </a:ln>
        </p:spPr>
        <p:txBody>
          <a:bodyPr/>
          <a:lstStyle/>
          <a:p>
            <a:endParaRPr lang="ko-KR" altLang="en-US"/>
          </a:p>
        </p:txBody>
      </p:sp>
      <p:sp>
        <p:nvSpPr>
          <p:cNvPr id="14" name="shape-571">
            <a:extLst>
              <a:ext uri="{FF2B5EF4-FFF2-40B4-BE49-F238E27FC236}">
                <a16:creationId xmlns:a16="http://schemas.microsoft.com/office/drawing/2014/main" id="{38A0A0EC-2E71-4478-B7D2-E624DB2D2374}"/>
              </a:ext>
            </a:extLst>
          </p:cNvPr>
          <p:cNvSpPr>
            <a:spLocks noGrp="1"/>
          </p:cNvSpPr>
          <p:nvPr/>
        </p:nvSpPr>
        <p:spPr>
          <a:xfrm>
            <a:off x="3663616" y="3729038"/>
            <a:ext cx="123825" cy="104775"/>
          </a:xfrm>
          <a:prstGeom prst="rect">
            <a:avLst/>
          </a:prstGeom>
          <a:solidFill>
            <a:srgbClr val="D2D2D7"/>
          </a:solidFill>
          <a:ln w="0">
            <a:noFill/>
            <a:prstDash val="solid"/>
          </a:ln>
        </p:spPr>
        <p:txBody>
          <a:bodyPr/>
          <a:lstStyle/>
          <a:p>
            <a:endParaRPr lang="ko-KR" altLang="en-US"/>
          </a:p>
        </p:txBody>
      </p:sp>
      <p:sp>
        <p:nvSpPr>
          <p:cNvPr id="15" name="shape-572">
            <a:extLst>
              <a:ext uri="{FF2B5EF4-FFF2-40B4-BE49-F238E27FC236}">
                <a16:creationId xmlns:a16="http://schemas.microsoft.com/office/drawing/2014/main" id="{2DC88B6A-8689-46FC-987B-FB1A0E69D5D2}"/>
              </a:ext>
            </a:extLst>
          </p:cNvPr>
          <p:cNvSpPr>
            <a:spLocks noGrp="1"/>
          </p:cNvSpPr>
          <p:nvPr/>
        </p:nvSpPr>
        <p:spPr>
          <a:xfrm>
            <a:off x="3901741" y="3729038"/>
            <a:ext cx="123825" cy="104775"/>
          </a:xfrm>
          <a:prstGeom prst="rect">
            <a:avLst/>
          </a:prstGeom>
          <a:solidFill>
            <a:srgbClr val="D2D2D7"/>
          </a:solidFill>
          <a:ln w="0">
            <a:noFill/>
            <a:prstDash val="solid"/>
          </a:ln>
        </p:spPr>
        <p:txBody>
          <a:bodyPr/>
          <a:lstStyle/>
          <a:p>
            <a:endParaRPr lang="ko-KR" altLang="en-US"/>
          </a:p>
        </p:txBody>
      </p:sp>
      <p:sp>
        <p:nvSpPr>
          <p:cNvPr id="16" name="shape-573">
            <a:extLst>
              <a:ext uri="{FF2B5EF4-FFF2-40B4-BE49-F238E27FC236}">
                <a16:creationId xmlns:a16="http://schemas.microsoft.com/office/drawing/2014/main" id="{829AFDA0-225C-4E65-9E85-C55FC708A808}"/>
              </a:ext>
            </a:extLst>
          </p:cNvPr>
          <p:cNvSpPr>
            <a:spLocks noGrp="1"/>
          </p:cNvSpPr>
          <p:nvPr/>
        </p:nvSpPr>
        <p:spPr>
          <a:xfrm>
            <a:off x="4139866" y="3729038"/>
            <a:ext cx="123825" cy="104775"/>
          </a:xfrm>
          <a:prstGeom prst="rect">
            <a:avLst/>
          </a:prstGeom>
          <a:solidFill>
            <a:srgbClr val="D2D2D7"/>
          </a:solidFill>
          <a:ln w="0">
            <a:noFill/>
            <a:prstDash val="solid"/>
          </a:ln>
        </p:spPr>
        <p:txBody>
          <a:bodyPr/>
          <a:lstStyle/>
          <a:p>
            <a:endParaRPr lang="ko-KR" altLang="en-US"/>
          </a:p>
        </p:txBody>
      </p:sp>
      <p:sp>
        <p:nvSpPr>
          <p:cNvPr id="17" name="shape-574">
            <a:extLst>
              <a:ext uri="{FF2B5EF4-FFF2-40B4-BE49-F238E27FC236}">
                <a16:creationId xmlns:a16="http://schemas.microsoft.com/office/drawing/2014/main" id="{8AAF10C0-FD9B-4C00-890A-500960C541D2}"/>
              </a:ext>
            </a:extLst>
          </p:cNvPr>
          <p:cNvSpPr>
            <a:spLocks noGrp="1"/>
          </p:cNvSpPr>
          <p:nvPr/>
        </p:nvSpPr>
        <p:spPr>
          <a:xfrm>
            <a:off x="4377991" y="3729038"/>
            <a:ext cx="123825" cy="104775"/>
          </a:xfrm>
          <a:prstGeom prst="rect">
            <a:avLst/>
          </a:prstGeom>
          <a:solidFill>
            <a:srgbClr val="D2D2D7"/>
          </a:solidFill>
          <a:ln w="0">
            <a:noFill/>
            <a:prstDash val="solid"/>
          </a:ln>
        </p:spPr>
        <p:txBody>
          <a:bodyPr/>
          <a:lstStyle/>
          <a:p>
            <a:endParaRPr lang="ko-KR" altLang="en-US"/>
          </a:p>
        </p:txBody>
      </p:sp>
      <p:sp>
        <p:nvSpPr>
          <p:cNvPr id="18" name="shape-575">
            <a:extLst>
              <a:ext uri="{FF2B5EF4-FFF2-40B4-BE49-F238E27FC236}">
                <a16:creationId xmlns:a16="http://schemas.microsoft.com/office/drawing/2014/main" id="{41C52EF9-BA44-4B37-BC57-F36C5A2A8D97}"/>
              </a:ext>
            </a:extLst>
          </p:cNvPr>
          <p:cNvSpPr>
            <a:spLocks noGrp="1"/>
          </p:cNvSpPr>
          <p:nvPr/>
        </p:nvSpPr>
        <p:spPr>
          <a:xfrm>
            <a:off x="4616116" y="3729038"/>
            <a:ext cx="123825" cy="104775"/>
          </a:xfrm>
          <a:prstGeom prst="rect">
            <a:avLst/>
          </a:prstGeom>
          <a:solidFill>
            <a:srgbClr val="D2D2D7"/>
          </a:solidFill>
          <a:ln w="0">
            <a:noFill/>
            <a:prstDash val="solid"/>
          </a:ln>
        </p:spPr>
        <p:txBody>
          <a:bodyPr/>
          <a:lstStyle/>
          <a:p>
            <a:endParaRPr lang="ko-KR" altLang="en-US"/>
          </a:p>
        </p:txBody>
      </p:sp>
      <p:sp>
        <p:nvSpPr>
          <p:cNvPr id="19" name="shape-576">
            <a:extLst>
              <a:ext uri="{FF2B5EF4-FFF2-40B4-BE49-F238E27FC236}">
                <a16:creationId xmlns:a16="http://schemas.microsoft.com/office/drawing/2014/main" id="{45178BF2-5567-4CA2-B588-8359392D7018}"/>
              </a:ext>
            </a:extLst>
          </p:cNvPr>
          <p:cNvSpPr>
            <a:spLocks noGrp="1"/>
          </p:cNvSpPr>
          <p:nvPr/>
        </p:nvSpPr>
        <p:spPr>
          <a:xfrm>
            <a:off x="4854241" y="3729038"/>
            <a:ext cx="123825" cy="104775"/>
          </a:xfrm>
          <a:prstGeom prst="rect">
            <a:avLst/>
          </a:prstGeom>
          <a:solidFill>
            <a:srgbClr val="D2D2D7"/>
          </a:solidFill>
          <a:ln w="0">
            <a:noFill/>
            <a:prstDash val="solid"/>
          </a:ln>
        </p:spPr>
        <p:txBody>
          <a:bodyPr/>
          <a:lstStyle/>
          <a:p>
            <a:endParaRPr lang="ko-KR" altLang="en-US"/>
          </a:p>
        </p:txBody>
      </p:sp>
      <p:sp>
        <p:nvSpPr>
          <p:cNvPr id="20" name="shape-577">
            <a:extLst>
              <a:ext uri="{FF2B5EF4-FFF2-40B4-BE49-F238E27FC236}">
                <a16:creationId xmlns:a16="http://schemas.microsoft.com/office/drawing/2014/main" id="{0149AFCE-4DF4-436C-8D3A-7CF5E067F960}"/>
              </a:ext>
            </a:extLst>
          </p:cNvPr>
          <p:cNvSpPr>
            <a:spLocks noGrp="1"/>
          </p:cNvSpPr>
          <p:nvPr/>
        </p:nvSpPr>
        <p:spPr>
          <a:xfrm>
            <a:off x="5092366" y="3729038"/>
            <a:ext cx="123825" cy="104775"/>
          </a:xfrm>
          <a:prstGeom prst="rect">
            <a:avLst/>
          </a:prstGeom>
          <a:solidFill>
            <a:srgbClr val="D2D2D7"/>
          </a:solidFill>
          <a:ln w="0">
            <a:noFill/>
            <a:prstDash val="solid"/>
          </a:ln>
        </p:spPr>
        <p:txBody>
          <a:bodyPr/>
          <a:lstStyle/>
          <a:p>
            <a:endParaRPr lang="ko-KR" altLang="en-US"/>
          </a:p>
        </p:txBody>
      </p:sp>
      <p:sp>
        <p:nvSpPr>
          <p:cNvPr id="21" name="shape-578">
            <a:extLst>
              <a:ext uri="{FF2B5EF4-FFF2-40B4-BE49-F238E27FC236}">
                <a16:creationId xmlns:a16="http://schemas.microsoft.com/office/drawing/2014/main" id="{908B052E-2424-4062-847C-7F19AC806430}"/>
              </a:ext>
            </a:extLst>
          </p:cNvPr>
          <p:cNvSpPr>
            <a:spLocks noGrp="1"/>
          </p:cNvSpPr>
          <p:nvPr/>
        </p:nvSpPr>
        <p:spPr>
          <a:xfrm>
            <a:off x="5330491" y="3729038"/>
            <a:ext cx="123825" cy="104775"/>
          </a:xfrm>
          <a:prstGeom prst="rect">
            <a:avLst/>
          </a:prstGeom>
          <a:solidFill>
            <a:srgbClr val="D2D2D7"/>
          </a:solidFill>
          <a:ln w="0">
            <a:noFill/>
            <a:prstDash val="solid"/>
          </a:ln>
        </p:spPr>
        <p:txBody>
          <a:bodyPr/>
          <a:lstStyle/>
          <a:p>
            <a:endParaRPr lang="ko-KR" altLang="en-US"/>
          </a:p>
        </p:txBody>
      </p:sp>
      <p:sp>
        <p:nvSpPr>
          <p:cNvPr id="22" name="shape-579">
            <a:extLst>
              <a:ext uri="{FF2B5EF4-FFF2-40B4-BE49-F238E27FC236}">
                <a16:creationId xmlns:a16="http://schemas.microsoft.com/office/drawing/2014/main" id="{045081E2-25B4-496D-976A-F1C6627122D9}"/>
              </a:ext>
            </a:extLst>
          </p:cNvPr>
          <p:cNvSpPr>
            <a:spLocks noGrp="1"/>
          </p:cNvSpPr>
          <p:nvPr/>
        </p:nvSpPr>
        <p:spPr>
          <a:xfrm>
            <a:off x="5568616" y="3729038"/>
            <a:ext cx="123825" cy="104775"/>
          </a:xfrm>
          <a:prstGeom prst="rect">
            <a:avLst/>
          </a:prstGeom>
          <a:solidFill>
            <a:srgbClr val="D2D2D7"/>
          </a:solidFill>
          <a:ln w="0">
            <a:noFill/>
            <a:prstDash val="solid"/>
          </a:ln>
        </p:spPr>
        <p:txBody>
          <a:bodyPr/>
          <a:lstStyle/>
          <a:p>
            <a:endParaRPr lang="ko-KR" altLang="en-US"/>
          </a:p>
        </p:txBody>
      </p:sp>
      <p:sp>
        <p:nvSpPr>
          <p:cNvPr id="23" name="shape-580">
            <a:extLst>
              <a:ext uri="{FF2B5EF4-FFF2-40B4-BE49-F238E27FC236}">
                <a16:creationId xmlns:a16="http://schemas.microsoft.com/office/drawing/2014/main" id="{06686985-8C38-4805-BB82-EC8CA0F14872}"/>
              </a:ext>
            </a:extLst>
          </p:cNvPr>
          <p:cNvSpPr>
            <a:spLocks noGrp="1"/>
          </p:cNvSpPr>
          <p:nvPr/>
        </p:nvSpPr>
        <p:spPr>
          <a:xfrm>
            <a:off x="5806741" y="3729038"/>
            <a:ext cx="123825" cy="104775"/>
          </a:xfrm>
          <a:prstGeom prst="rect">
            <a:avLst/>
          </a:prstGeom>
          <a:solidFill>
            <a:srgbClr val="D2D2D7"/>
          </a:solidFill>
          <a:ln w="0">
            <a:noFill/>
            <a:prstDash val="solid"/>
          </a:ln>
        </p:spPr>
        <p:txBody>
          <a:bodyPr/>
          <a:lstStyle/>
          <a:p>
            <a:endParaRPr lang="ko-KR" altLang="en-US"/>
          </a:p>
        </p:txBody>
      </p:sp>
      <p:sp>
        <p:nvSpPr>
          <p:cNvPr id="24" name="shape-581">
            <a:extLst>
              <a:ext uri="{FF2B5EF4-FFF2-40B4-BE49-F238E27FC236}">
                <a16:creationId xmlns:a16="http://schemas.microsoft.com/office/drawing/2014/main" id="{17BA1BCE-8FFE-4529-98F3-9DD940B22700}"/>
              </a:ext>
            </a:extLst>
          </p:cNvPr>
          <p:cNvSpPr>
            <a:spLocks noGrp="1"/>
          </p:cNvSpPr>
          <p:nvPr/>
        </p:nvSpPr>
        <p:spPr>
          <a:xfrm>
            <a:off x="6044866" y="3729038"/>
            <a:ext cx="123825" cy="104775"/>
          </a:xfrm>
          <a:prstGeom prst="rect">
            <a:avLst/>
          </a:prstGeom>
          <a:solidFill>
            <a:srgbClr val="D2D2D7"/>
          </a:solidFill>
          <a:ln w="0">
            <a:noFill/>
            <a:prstDash val="solid"/>
          </a:ln>
        </p:spPr>
        <p:txBody>
          <a:bodyPr/>
          <a:lstStyle/>
          <a:p>
            <a:endParaRPr lang="ko-KR" altLang="en-US"/>
          </a:p>
        </p:txBody>
      </p:sp>
      <p:sp>
        <p:nvSpPr>
          <p:cNvPr id="25" name="shape-582">
            <a:extLst>
              <a:ext uri="{FF2B5EF4-FFF2-40B4-BE49-F238E27FC236}">
                <a16:creationId xmlns:a16="http://schemas.microsoft.com/office/drawing/2014/main" id="{B26AF962-877A-4E1F-AC63-14D140767E20}"/>
              </a:ext>
            </a:extLst>
          </p:cNvPr>
          <p:cNvSpPr>
            <a:spLocks noGrp="1"/>
          </p:cNvSpPr>
          <p:nvPr/>
        </p:nvSpPr>
        <p:spPr>
          <a:xfrm>
            <a:off x="6282991" y="3729038"/>
            <a:ext cx="123825" cy="104775"/>
          </a:xfrm>
          <a:prstGeom prst="rect">
            <a:avLst/>
          </a:prstGeom>
          <a:solidFill>
            <a:srgbClr val="D2D2D7"/>
          </a:solidFill>
          <a:ln w="0">
            <a:noFill/>
            <a:prstDash val="solid"/>
          </a:ln>
        </p:spPr>
        <p:txBody>
          <a:bodyPr/>
          <a:lstStyle/>
          <a:p>
            <a:endParaRPr lang="ko-KR" altLang="en-US"/>
          </a:p>
        </p:txBody>
      </p:sp>
      <p:sp>
        <p:nvSpPr>
          <p:cNvPr id="26" name="shape-583">
            <a:extLst>
              <a:ext uri="{FF2B5EF4-FFF2-40B4-BE49-F238E27FC236}">
                <a16:creationId xmlns:a16="http://schemas.microsoft.com/office/drawing/2014/main" id="{A409D3FA-BD35-496D-A387-EC44D078979C}"/>
              </a:ext>
            </a:extLst>
          </p:cNvPr>
          <p:cNvSpPr>
            <a:spLocks noGrp="1"/>
          </p:cNvSpPr>
          <p:nvPr/>
        </p:nvSpPr>
        <p:spPr>
          <a:xfrm>
            <a:off x="6521116" y="3729038"/>
            <a:ext cx="123825" cy="104775"/>
          </a:xfrm>
          <a:prstGeom prst="rect">
            <a:avLst/>
          </a:prstGeom>
          <a:solidFill>
            <a:srgbClr val="D2D2D7"/>
          </a:solidFill>
          <a:ln w="0">
            <a:noFill/>
            <a:prstDash val="solid"/>
          </a:ln>
        </p:spPr>
        <p:txBody>
          <a:bodyPr/>
          <a:lstStyle/>
          <a:p>
            <a:endParaRPr lang="ko-KR" altLang="en-US"/>
          </a:p>
        </p:txBody>
      </p:sp>
      <p:sp>
        <p:nvSpPr>
          <p:cNvPr id="27" name="shape-584">
            <a:extLst>
              <a:ext uri="{FF2B5EF4-FFF2-40B4-BE49-F238E27FC236}">
                <a16:creationId xmlns:a16="http://schemas.microsoft.com/office/drawing/2014/main" id="{6B68D9F4-E62F-4AB7-89F8-50D98875D58D}"/>
              </a:ext>
            </a:extLst>
          </p:cNvPr>
          <p:cNvSpPr>
            <a:spLocks noGrp="1"/>
          </p:cNvSpPr>
          <p:nvPr/>
        </p:nvSpPr>
        <p:spPr>
          <a:xfrm>
            <a:off x="6759241" y="3729038"/>
            <a:ext cx="123825" cy="104775"/>
          </a:xfrm>
          <a:prstGeom prst="rect">
            <a:avLst/>
          </a:prstGeom>
          <a:solidFill>
            <a:srgbClr val="D2D2D7"/>
          </a:solidFill>
          <a:ln w="0">
            <a:noFill/>
            <a:prstDash val="solid"/>
          </a:ln>
        </p:spPr>
        <p:txBody>
          <a:bodyPr/>
          <a:lstStyle/>
          <a:p>
            <a:endParaRPr lang="ko-KR" altLang="en-US"/>
          </a:p>
        </p:txBody>
      </p:sp>
      <p:sp>
        <p:nvSpPr>
          <p:cNvPr id="28" name="shape-585">
            <a:extLst>
              <a:ext uri="{FF2B5EF4-FFF2-40B4-BE49-F238E27FC236}">
                <a16:creationId xmlns:a16="http://schemas.microsoft.com/office/drawing/2014/main" id="{E74F693A-4E6B-4165-A275-E2D27CF46D46}"/>
              </a:ext>
            </a:extLst>
          </p:cNvPr>
          <p:cNvSpPr>
            <a:spLocks noGrp="1"/>
          </p:cNvSpPr>
          <p:nvPr/>
        </p:nvSpPr>
        <p:spPr>
          <a:xfrm>
            <a:off x="6997366" y="3729038"/>
            <a:ext cx="123825" cy="104775"/>
          </a:xfrm>
          <a:prstGeom prst="rect">
            <a:avLst/>
          </a:prstGeom>
          <a:solidFill>
            <a:srgbClr val="D2D2D7"/>
          </a:solidFill>
          <a:ln w="0">
            <a:noFill/>
            <a:prstDash val="solid"/>
          </a:ln>
        </p:spPr>
        <p:txBody>
          <a:bodyPr/>
          <a:lstStyle/>
          <a:p>
            <a:endParaRPr lang="ko-KR" altLang="en-US"/>
          </a:p>
        </p:txBody>
      </p:sp>
      <p:sp>
        <p:nvSpPr>
          <p:cNvPr id="29" name="shape-586">
            <a:extLst>
              <a:ext uri="{FF2B5EF4-FFF2-40B4-BE49-F238E27FC236}">
                <a16:creationId xmlns:a16="http://schemas.microsoft.com/office/drawing/2014/main" id="{F8836909-9B17-4577-A269-5AFFC06F4038}"/>
              </a:ext>
            </a:extLst>
          </p:cNvPr>
          <p:cNvSpPr>
            <a:spLocks noGrp="1"/>
          </p:cNvSpPr>
          <p:nvPr/>
        </p:nvSpPr>
        <p:spPr>
          <a:xfrm>
            <a:off x="7235491" y="3729038"/>
            <a:ext cx="123825" cy="104775"/>
          </a:xfrm>
          <a:prstGeom prst="rect">
            <a:avLst/>
          </a:prstGeom>
          <a:solidFill>
            <a:srgbClr val="D2D2D7"/>
          </a:solidFill>
          <a:ln w="0">
            <a:noFill/>
            <a:prstDash val="solid"/>
          </a:ln>
        </p:spPr>
        <p:txBody>
          <a:bodyPr/>
          <a:lstStyle/>
          <a:p>
            <a:endParaRPr lang="ko-KR" altLang="en-US"/>
          </a:p>
        </p:txBody>
      </p:sp>
      <p:sp>
        <p:nvSpPr>
          <p:cNvPr id="30" name="shape-587">
            <a:extLst>
              <a:ext uri="{FF2B5EF4-FFF2-40B4-BE49-F238E27FC236}">
                <a16:creationId xmlns:a16="http://schemas.microsoft.com/office/drawing/2014/main" id="{FF4D0428-77A6-4DC7-B4F5-6BF8CA4BCFFB}"/>
              </a:ext>
            </a:extLst>
          </p:cNvPr>
          <p:cNvSpPr>
            <a:spLocks noGrp="1"/>
          </p:cNvSpPr>
          <p:nvPr/>
        </p:nvSpPr>
        <p:spPr>
          <a:xfrm>
            <a:off x="7473616" y="3729038"/>
            <a:ext cx="123825" cy="104775"/>
          </a:xfrm>
          <a:prstGeom prst="rect">
            <a:avLst/>
          </a:prstGeom>
          <a:solidFill>
            <a:srgbClr val="D2D2D7"/>
          </a:solidFill>
          <a:ln w="0">
            <a:noFill/>
            <a:prstDash val="solid"/>
          </a:ln>
        </p:spPr>
        <p:txBody>
          <a:bodyPr/>
          <a:lstStyle/>
          <a:p>
            <a:endParaRPr lang="ko-KR" altLang="en-US"/>
          </a:p>
        </p:txBody>
      </p:sp>
      <p:sp>
        <p:nvSpPr>
          <p:cNvPr id="31" name="shape-588">
            <a:extLst>
              <a:ext uri="{FF2B5EF4-FFF2-40B4-BE49-F238E27FC236}">
                <a16:creationId xmlns:a16="http://schemas.microsoft.com/office/drawing/2014/main" id="{6A866BD3-A8F5-485C-999D-1298E4C439E1}"/>
              </a:ext>
            </a:extLst>
          </p:cNvPr>
          <p:cNvSpPr>
            <a:spLocks noGrp="1"/>
          </p:cNvSpPr>
          <p:nvPr/>
        </p:nvSpPr>
        <p:spPr>
          <a:xfrm>
            <a:off x="7711741" y="3729038"/>
            <a:ext cx="123825" cy="104775"/>
          </a:xfrm>
          <a:prstGeom prst="rect">
            <a:avLst/>
          </a:prstGeom>
          <a:solidFill>
            <a:srgbClr val="D2D2D7"/>
          </a:solidFill>
          <a:ln w="0">
            <a:noFill/>
            <a:prstDash val="solid"/>
          </a:ln>
        </p:spPr>
        <p:txBody>
          <a:bodyPr/>
          <a:lstStyle/>
          <a:p>
            <a:endParaRPr lang="ko-KR" altLang="en-US"/>
          </a:p>
        </p:txBody>
      </p:sp>
      <p:sp>
        <p:nvSpPr>
          <p:cNvPr id="32" name="shape-589">
            <a:extLst>
              <a:ext uri="{FF2B5EF4-FFF2-40B4-BE49-F238E27FC236}">
                <a16:creationId xmlns:a16="http://schemas.microsoft.com/office/drawing/2014/main" id="{DD44E10E-113F-4DE7-A2F0-FE70372B103F}"/>
              </a:ext>
            </a:extLst>
          </p:cNvPr>
          <p:cNvSpPr>
            <a:spLocks noGrp="1"/>
          </p:cNvSpPr>
          <p:nvPr/>
        </p:nvSpPr>
        <p:spPr>
          <a:xfrm>
            <a:off x="7949866" y="3729038"/>
            <a:ext cx="123825" cy="104775"/>
          </a:xfrm>
          <a:prstGeom prst="rect">
            <a:avLst/>
          </a:prstGeom>
          <a:solidFill>
            <a:srgbClr val="D2D2D7"/>
          </a:solidFill>
          <a:ln w="0">
            <a:noFill/>
            <a:prstDash val="solid"/>
          </a:ln>
        </p:spPr>
        <p:txBody>
          <a:bodyPr/>
          <a:lstStyle/>
          <a:p>
            <a:endParaRPr lang="ko-KR" altLang="en-US"/>
          </a:p>
        </p:txBody>
      </p:sp>
      <p:sp>
        <p:nvSpPr>
          <p:cNvPr id="33" name="shape-590">
            <a:extLst>
              <a:ext uri="{FF2B5EF4-FFF2-40B4-BE49-F238E27FC236}">
                <a16:creationId xmlns:a16="http://schemas.microsoft.com/office/drawing/2014/main" id="{D9011410-9B67-43B6-A35A-0B1041093531}"/>
              </a:ext>
            </a:extLst>
          </p:cNvPr>
          <p:cNvSpPr>
            <a:spLocks noGrp="1"/>
          </p:cNvSpPr>
          <p:nvPr/>
        </p:nvSpPr>
        <p:spPr>
          <a:xfrm>
            <a:off x="8187991" y="3729038"/>
            <a:ext cx="123825" cy="104775"/>
          </a:xfrm>
          <a:prstGeom prst="rect">
            <a:avLst/>
          </a:prstGeom>
          <a:solidFill>
            <a:srgbClr val="D2D2D7"/>
          </a:solidFill>
          <a:ln w="0">
            <a:noFill/>
            <a:prstDash val="solid"/>
          </a:ln>
        </p:spPr>
        <p:txBody>
          <a:bodyPr/>
          <a:lstStyle/>
          <a:p>
            <a:endParaRPr lang="ko-KR" altLang="en-US"/>
          </a:p>
        </p:txBody>
      </p:sp>
      <p:sp>
        <p:nvSpPr>
          <p:cNvPr id="34" name="shape-591">
            <a:extLst>
              <a:ext uri="{FF2B5EF4-FFF2-40B4-BE49-F238E27FC236}">
                <a16:creationId xmlns:a16="http://schemas.microsoft.com/office/drawing/2014/main" id="{F36A2542-3D21-42EA-9EB9-D1BEF3DBC8F9}"/>
              </a:ext>
            </a:extLst>
          </p:cNvPr>
          <p:cNvSpPr>
            <a:spLocks noGrp="1"/>
          </p:cNvSpPr>
          <p:nvPr/>
        </p:nvSpPr>
        <p:spPr>
          <a:xfrm>
            <a:off x="8426116" y="3729038"/>
            <a:ext cx="123825" cy="104775"/>
          </a:xfrm>
          <a:prstGeom prst="rect">
            <a:avLst/>
          </a:prstGeom>
          <a:solidFill>
            <a:srgbClr val="D2D2D7"/>
          </a:solidFill>
          <a:ln w="0">
            <a:noFill/>
            <a:prstDash val="solid"/>
          </a:ln>
        </p:spPr>
        <p:txBody>
          <a:bodyPr/>
          <a:lstStyle/>
          <a:p>
            <a:endParaRPr lang="ko-KR" altLang="en-US"/>
          </a:p>
        </p:txBody>
      </p:sp>
      <p:sp>
        <p:nvSpPr>
          <p:cNvPr id="35" name="shape-592">
            <a:extLst>
              <a:ext uri="{FF2B5EF4-FFF2-40B4-BE49-F238E27FC236}">
                <a16:creationId xmlns:a16="http://schemas.microsoft.com/office/drawing/2014/main" id="{B0B62D96-2633-4238-9559-7BE8DD001A05}"/>
              </a:ext>
            </a:extLst>
          </p:cNvPr>
          <p:cNvSpPr>
            <a:spLocks noGrp="1"/>
          </p:cNvSpPr>
          <p:nvPr/>
        </p:nvSpPr>
        <p:spPr>
          <a:xfrm>
            <a:off x="8664241" y="3729038"/>
            <a:ext cx="123825" cy="104775"/>
          </a:xfrm>
          <a:prstGeom prst="rect">
            <a:avLst/>
          </a:prstGeom>
          <a:solidFill>
            <a:srgbClr val="D2D2D7"/>
          </a:solidFill>
          <a:ln w="0">
            <a:noFill/>
            <a:prstDash val="solid"/>
          </a:ln>
        </p:spPr>
        <p:txBody>
          <a:bodyPr/>
          <a:lstStyle/>
          <a:p>
            <a:endParaRPr lang="ko-KR" altLang="en-US"/>
          </a:p>
        </p:txBody>
      </p:sp>
      <p:sp>
        <p:nvSpPr>
          <p:cNvPr id="36" name="shape-593">
            <a:extLst>
              <a:ext uri="{FF2B5EF4-FFF2-40B4-BE49-F238E27FC236}">
                <a16:creationId xmlns:a16="http://schemas.microsoft.com/office/drawing/2014/main" id="{4CE76B2E-93F2-41C8-AC73-D7C07FD40261}"/>
              </a:ext>
            </a:extLst>
          </p:cNvPr>
          <p:cNvSpPr>
            <a:spLocks noGrp="1"/>
          </p:cNvSpPr>
          <p:nvPr/>
        </p:nvSpPr>
        <p:spPr>
          <a:xfrm>
            <a:off x="8902366" y="3729038"/>
            <a:ext cx="123825" cy="104775"/>
          </a:xfrm>
          <a:prstGeom prst="rect">
            <a:avLst/>
          </a:prstGeom>
          <a:solidFill>
            <a:srgbClr val="D2D2D7"/>
          </a:solidFill>
          <a:ln w="0">
            <a:noFill/>
            <a:prstDash val="solid"/>
          </a:ln>
        </p:spPr>
        <p:txBody>
          <a:bodyPr/>
          <a:lstStyle/>
          <a:p>
            <a:endParaRPr lang="ko-KR" altLang="en-US"/>
          </a:p>
        </p:txBody>
      </p:sp>
      <p:sp>
        <p:nvSpPr>
          <p:cNvPr id="37" name="shape-594">
            <a:extLst>
              <a:ext uri="{FF2B5EF4-FFF2-40B4-BE49-F238E27FC236}">
                <a16:creationId xmlns:a16="http://schemas.microsoft.com/office/drawing/2014/main" id="{932AF941-BFCA-4E33-B8C2-2A138A8F1513}"/>
              </a:ext>
            </a:extLst>
          </p:cNvPr>
          <p:cNvSpPr>
            <a:spLocks noGrp="1"/>
          </p:cNvSpPr>
          <p:nvPr/>
        </p:nvSpPr>
        <p:spPr>
          <a:xfrm>
            <a:off x="9140491" y="3729038"/>
            <a:ext cx="123825" cy="104775"/>
          </a:xfrm>
          <a:prstGeom prst="rect">
            <a:avLst/>
          </a:prstGeom>
          <a:solidFill>
            <a:srgbClr val="D2D2D7"/>
          </a:solidFill>
          <a:ln w="0">
            <a:noFill/>
            <a:prstDash val="solid"/>
          </a:ln>
        </p:spPr>
        <p:txBody>
          <a:bodyPr/>
          <a:lstStyle/>
          <a:p>
            <a:endParaRPr lang="ko-KR" altLang="en-US"/>
          </a:p>
        </p:txBody>
      </p:sp>
      <p:sp>
        <p:nvSpPr>
          <p:cNvPr id="38" name="shape-595">
            <a:extLst>
              <a:ext uri="{FF2B5EF4-FFF2-40B4-BE49-F238E27FC236}">
                <a16:creationId xmlns:a16="http://schemas.microsoft.com/office/drawing/2014/main" id="{291D32FC-D8B9-4EC4-B80A-32745946CAA8}"/>
              </a:ext>
            </a:extLst>
          </p:cNvPr>
          <p:cNvSpPr>
            <a:spLocks noGrp="1"/>
          </p:cNvSpPr>
          <p:nvPr/>
        </p:nvSpPr>
        <p:spPr>
          <a:xfrm>
            <a:off x="9378616" y="3729038"/>
            <a:ext cx="123825" cy="104775"/>
          </a:xfrm>
          <a:prstGeom prst="rect">
            <a:avLst/>
          </a:prstGeom>
          <a:solidFill>
            <a:srgbClr val="D2D2D7"/>
          </a:solidFill>
          <a:ln w="0">
            <a:noFill/>
            <a:prstDash val="solid"/>
          </a:ln>
        </p:spPr>
        <p:txBody>
          <a:bodyPr/>
          <a:lstStyle/>
          <a:p>
            <a:endParaRPr lang="ko-KR" altLang="en-US"/>
          </a:p>
        </p:txBody>
      </p:sp>
      <p:sp>
        <p:nvSpPr>
          <p:cNvPr id="39" name="shape-596">
            <a:extLst>
              <a:ext uri="{FF2B5EF4-FFF2-40B4-BE49-F238E27FC236}">
                <a16:creationId xmlns:a16="http://schemas.microsoft.com/office/drawing/2014/main" id="{634A1D2E-6EB4-4488-B1EA-71C51F23E904}"/>
              </a:ext>
            </a:extLst>
          </p:cNvPr>
          <p:cNvSpPr>
            <a:spLocks noGrp="1"/>
          </p:cNvSpPr>
          <p:nvPr/>
        </p:nvSpPr>
        <p:spPr>
          <a:xfrm>
            <a:off x="5282866" y="3243263"/>
            <a:ext cx="2638425" cy="476250"/>
          </a:xfrm>
          <a:prstGeom prst="rect">
            <a:avLst/>
          </a:prstGeom>
          <a:solidFill>
            <a:srgbClr val="FFFFFF"/>
          </a:solidFill>
          <a:ln w="19050">
            <a:solidFill>
              <a:srgbClr val="1D1D1F"/>
            </a:solidFill>
            <a:prstDash val="solid"/>
          </a:ln>
        </p:spPr>
        <p:txBody>
          <a:bodyPr/>
          <a:lstStyle/>
          <a:p>
            <a:endParaRPr lang="ko-KR" altLang="en-US"/>
          </a:p>
        </p:txBody>
      </p:sp>
      <p:sp>
        <p:nvSpPr>
          <p:cNvPr id="40" name="shape-597">
            <a:extLst>
              <a:ext uri="{FF2B5EF4-FFF2-40B4-BE49-F238E27FC236}">
                <a16:creationId xmlns:a16="http://schemas.microsoft.com/office/drawing/2014/main" id="{B43520D1-88E1-4705-9C1E-2056DC0EF8D7}"/>
              </a:ext>
            </a:extLst>
          </p:cNvPr>
          <p:cNvSpPr>
            <a:spLocks noGrp="1"/>
          </p:cNvSpPr>
          <p:nvPr/>
        </p:nvSpPr>
        <p:spPr>
          <a:xfrm>
            <a:off x="6168691" y="2395538"/>
            <a:ext cx="876300" cy="561975"/>
          </a:xfrm>
          <a:prstGeom prst="rect">
            <a:avLst/>
          </a:prstGeom>
          <a:solidFill>
            <a:srgbClr val="1D1D1F"/>
          </a:solidFill>
          <a:ln w="0">
            <a:noFill/>
            <a:prstDash val="solid"/>
          </a:ln>
        </p:spPr>
        <p:txBody>
          <a:bodyPr/>
          <a:lstStyle/>
          <a:p>
            <a:endParaRPr lang="ko-KR" altLang="en-US"/>
          </a:p>
        </p:txBody>
      </p:sp>
      <p:sp>
        <p:nvSpPr>
          <p:cNvPr id="41" name="shape-598">
            <a:extLst>
              <a:ext uri="{FF2B5EF4-FFF2-40B4-BE49-F238E27FC236}">
                <a16:creationId xmlns:a16="http://schemas.microsoft.com/office/drawing/2014/main" id="{97408D95-1E50-4B6F-9A03-8BE7FA46B503}"/>
              </a:ext>
            </a:extLst>
          </p:cNvPr>
          <p:cNvSpPr>
            <a:spLocks noGrp="1"/>
          </p:cNvSpPr>
          <p:nvPr/>
        </p:nvSpPr>
        <p:spPr>
          <a:xfrm>
            <a:off x="6473491" y="2519363"/>
            <a:ext cx="266700" cy="266700"/>
          </a:xfrm>
          <a:prstGeom prst="ellipse">
            <a:avLst/>
          </a:prstGeom>
          <a:solidFill>
            <a:srgbClr val="FFFFFF"/>
          </a:solidFill>
          <a:ln w="0">
            <a:noFill/>
            <a:prstDash val="solid"/>
          </a:ln>
        </p:spPr>
        <p:txBody>
          <a:bodyPr/>
          <a:lstStyle/>
          <a:p>
            <a:endParaRPr lang="ko-KR" altLang="en-US"/>
          </a:p>
        </p:txBody>
      </p:sp>
      <p:sp>
        <p:nvSpPr>
          <p:cNvPr id="42" name="shape-599">
            <a:extLst>
              <a:ext uri="{FF2B5EF4-FFF2-40B4-BE49-F238E27FC236}">
                <a16:creationId xmlns:a16="http://schemas.microsoft.com/office/drawing/2014/main" id="{30D3486A-88AA-4C6C-992C-14189EA1DA41}"/>
              </a:ext>
            </a:extLst>
          </p:cNvPr>
          <p:cNvSpPr>
            <a:spLocks noGrp="1"/>
          </p:cNvSpPr>
          <p:nvPr/>
        </p:nvSpPr>
        <p:spPr>
          <a:xfrm>
            <a:off x="6502066" y="2957513"/>
            <a:ext cx="161925" cy="285750"/>
          </a:xfrm>
          <a:prstGeom prst="rect">
            <a:avLst/>
          </a:prstGeom>
          <a:solidFill>
            <a:srgbClr val="6E6E73"/>
          </a:solidFill>
          <a:ln w="0">
            <a:noFill/>
            <a:prstDash val="solid"/>
          </a:ln>
        </p:spPr>
        <p:txBody>
          <a:bodyPr/>
          <a:lstStyle/>
          <a:p>
            <a:endParaRPr lang="ko-KR" altLang="en-US"/>
          </a:p>
        </p:txBody>
      </p:sp>
      <p:sp>
        <p:nvSpPr>
          <p:cNvPr id="43" name="pinion-gear">
            <a:extLst>
              <a:ext uri="{FF2B5EF4-FFF2-40B4-BE49-F238E27FC236}">
                <a16:creationId xmlns:a16="http://schemas.microsoft.com/office/drawing/2014/main" id="{F5082900-724B-4877-BF29-440BC7A7174F}"/>
              </a:ext>
            </a:extLst>
          </p:cNvPr>
          <p:cNvSpPr>
            <a:spLocks noGrp="1"/>
          </p:cNvSpPr>
          <p:nvPr/>
        </p:nvSpPr>
        <p:spPr>
          <a:xfrm>
            <a:off x="5578141" y="3195638"/>
            <a:ext cx="609600" cy="609600"/>
          </a:xfrm>
          <a:custGeom>
            <a:avLst/>
            <a:gdLst/>
            <a:ahLst/>
            <a:cxnLst/>
            <a:rect l="0" t="0" r="0" b="0"/>
            <a:pathLst>
              <a:path w="609600" h="609600">
                <a:moveTo>
                  <a:pt x="304800" y="67056"/>
                </a:moveTo>
                <a:lnTo>
                  <a:pt x="344584" y="2608"/>
                </a:lnTo>
                <a:lnTo>
                  <a:pt x="383688" y="10386"/>
                </a:lnTo>
                <a:lnTo>
                  <a:pt x="395781" y="85153"/>
                </a:lnTo>
                <a:lnTo>
                  <a:pt x="423672" y="98908"/>
                </a:lnTo>
                <a:lnTo>
                  <a:pt x="490350" y="62986"/>
                </a:lnTo>
                <a:lnTo>
                  <a:pt x="520326" y="89274"/>
                </a:lnTo>
                <a:lnTo>
                  <a:pt x="493415" y="160071"/>
                </a:lnTo>
                <a:lnTo>
                  <a:pt x="510692" y="185928"/>
                </a:lnTo>
                <a:lnTo>
                  <a:pt x="586398" y="188158"/>
                </a:lnTo>
                <a:lnTo>
                  <a:pt x="599214" y="225912"/>
                </a:lnTo>
                <a:lnTo>
                  <a:pt x="540510" y="273768"/>
                </a:lnTo>
                <a:lnTo>
                  <a:pt x="542544" y="304800"/>
                </a:lnTo>
                <a:lnTo>
                  <a:pt x="606992" y="344584"/>
                </a:lnTo>
                <a:lnTo>
                  <a:pt x="599214" y="383688"/>
                </a:lnTo>
                <a:lnTo>
                  <a:pt x="524447" y="395781"/>
                </a:lnTo>
                <a:lnTo>
                  <a:pt x="510692" y="423672"/>
                </a:lnTo>
                <a:lnTo>
                  <a:pt x="546614" y="490350"/>
                </a:lnTo>
                <a:lnTo>
                  <a:pt x="520326" y="520326"/>
                </a:lnTo>
                <a:lnTo>
                  <a:pt x="449529" y="493415"/>
                </a:lnTo>
                <a:lnTo>
                  <a:pt x="423672" y="510692"/>
                </a:lnTo>
                <a:lnTo>
                  <a:pt x="421442" y="586398"/>
                </a:lnTo>
                <a:lnTo>
                  <a:pt x="383688" y="599214"/>
                </a:lnTo>
                <a:lnTo>
                  <a:pt x="335832" y="540510"/>
                </a:lnTo>
                <a:lnTo>
                  <a:pt x="304800" y="542544"/>
                </a:lnTo>
                <a:lnTo>
                  <a:pt x="265016" y="606992"/>
                </a:lnTo>
                <a:lnTo>
                  <a:pt x="225912" y="599214"/>
                </a:lnTo>
                <a:lnTo>
                  <a:pt x="213819" y="524447"/>
                </a:lnTo>
                <a:lnTo>
                  <a:pt x="185928" y="510692"/>
                </a:lnTo>
                <a:lnTo>
                  <a:pt x="119250" y="546614"/>
                </a:lnTo>
                <a:lnTo>
                  <a:pt x="89274" y="520326"/>
                </a:lnTo>
                <a:lnTo>
                  <a:pt x="116185" y="449529"/>
                </a:lnTo>
                <a:lnTo>
                  <a:pt x="98908" y="423672"/>
                </a:lnTo>
                <a:lnTo>
                  <a:pt x="23202" y="421442"/>
                </a:lnTo>
                <a:lnTo>
                  <a:pt x="10386" y="383688"/>
                </a:lnTo>
                <a:lnTo>
                  <a:pt x="69090" y="335832"/>
                </a:lnTo>
                <a:lnTo>
                  <a:pt x="67056" y="304800"/>
                </a:lnTo>
                <a:lnTo>
                  <a:pt x="2608" y="265016"/>
                </a:lnTo>
                <a:lnTo>
                  <a:pt x="10386" y="225912"/>
                </a:lnTo>
                <a:lnTo>
                  <a:pt x="85153" y="213819"/>
                </a:lnTo>
                <a:lnTo>
                  <a:pt x="98908" y="185928"/>
                </a:lnTo>
                <a:lnTo>
                  <a:pt x="62986" y="119250"/>
                </a:lnTo>
                <a:lnTo>
                  <a:pt x="89274" y="89274"/>
                </a:lnTo>
                <a:lnTo>
                  <a:pt x="160071" y="116185"/>
                </a:lnTo>
                <a:lnTo>
                  <a:pt x="185928" y="98908"/>
                </a:lnTo>
                <a:lnTo>
                  <a:pt x="188158" y="23202"/>
                </a:lnTo>
                <a:lnTo>
                  <a:pt x="225912" y="10386"/>
                </a:lnTo>
                <a:lnTo>
                  <a:pt x="273768" y="69090"/>
                </a:lnTo>
                <a:close/>
              </a:path>
            </a:pathLst>
          </a:custGeom>
          <a:solidFill>
            <a:srgbClr val="E7F1FC"/>
          </a:solidFill>
          <a:ln w="19050">
            <a:solidFill>
              <a:srgbClr val="0066CC"/>
            </a:solidFill>
            <a:prstDash val="solid"/>
          </a:ln>
        </p:spPr>
        <p:txBody>
          <a:bodyPr/>
          <a:lstStyle/>
          <a:p>
            <a:endParaRPr lang="ko-KR" altLang="en-US"/>
          </a:p>
        </p:txBody>
      </p:sp>
      <p:sp>
        <p:nvSpPr>
          <p:cNvPr id="44" name="shape-600">
            <a:extLst>
              <a:ext uri="{FF2B5EF4-FFF2-40B4-BE49-F238E27FC236}">
                <a16:creationId xmlns:a16="http://schemas.microsoft.com/office/drawing/2014/main" id="{C9FD9ADA-3F24-4BE0-9ED0-0CCECE59548B}"/>
              </a:ext>
            </a:extLst>
          </p:cNvPr>
          <p:cNvSpPr>
            <a:spLocks noGrp="1"/>
          </p:cNvSpPr>
          <p:nvPr/>
        </p:nvSpPr>
        <p:spPr>
          <a:xfrm>
            <a:off x="5816266" y="3433763"/>
            <a:ext cx="133350" cy="133350"/>
          </a:xfrm>
          <a:prstGeom prst="ellipse">
            <a:avLst/>
          </a:prstGeom>
          <a:solidFill>
            <a:srgbClr val="0066CC"/>
          </a:solidFill>
          <a:ln w="0">
            <a:noFill/>
            <a:prstDash val="solid"/>
          </a:ln>
        </p:spPr>
        <p:txBody>
          <a:bodyPr/>
          <a:lstStyle/>
          <a:p>
            <a:endParaRPr lang="ko-KR" altLang="en-US"/>
          </a:p>
        </p:txBody>
      </p:sp>
      <p:sp>
        <p:nvSpPr>
          <p:cNvPr id="45" name="shape-601">
            <a:extLst>
              <a:ext uri="{FF2B5EF4-FFF2-40B4-BE49-F238E27FC236}">
                <a16:creationId xmlns:a16="http://schemas.microsoft.com/office/drawing/2014/main" id="{8080E111-B90E-4783-B8E1-B0ADC2BF7CD3}"/>
              </a:ext>
            </a:extLst>
          </p:cNvPr>
          <p:cNvSpPr>
            <a:spLocks noGrp="1"/>
          </p:cNvSpPr>
          <p:nvPr/>
        </p:nvSpPr>
        <p:spPr>
          <a:xfrm>
            <a:off x="5406691" y="4548188"/>
            <a:ext cx="400050" cy="400050"/>
          </a:xfrm>
          <a:prstGeom prst="ellipse">
            <a:avLst/>
          </a:prstGeom>
          <a:solidFill>
            <a:srgbClr val="FFFFFF"/>
          </a:solidFill>
          <a:ln w="19050">
            <a:solidFill>
              <a:srgbClr val="6E6E73"/>
            </a:solidFill>
            <a:prstDash val="solid"/>
          </a:ln>
        </p:spPr>
        <p:txBody>
          <a:bodyPr/>
          <a:lstStyle/>
          <a:p>
            <a:endParaRPr lang="ko-KR" altLang="en-US"/>
          </a:p>
        </p:txBody>
      </p:sp>
      <p:sp>
        <p:nvSpPr>
          <p:cNvPr id="46" name="shape-602">
            <a:extLst>
              <a:ext uri="{FF2B5EF4-FFF2-40B4-BE49-F238E27FC236}">
                <a16:creationId xmlns:a16="http://schemas.microsoft.com/office/drawing/2014/main" id="{CCDA325E-9315-404B-92E4-A62DD4275990}"/>
              </a:ext>
            </a:extLst>
          </p:cNvPr>
          <p:cNvSpPr>
            <a:spLocks noGrp="1"/>
          </p:cNvSpPr>
          <p:nvPr/>
        </p:nvSpPr>
        <p:spPr>
          <a:xfrm>
            <a:off x="7416466" y="4548188"/>
            <a:ext cx="400050" cy="400050"/>
          </a:xfrm>
          <a:prstGeom prst="ellipse">
            <a:avLst/>
          </a:prstGeom>
          <a:solidFill>
            <a:srgbClr val="FFFFFF"/>
          </a:solidFill>
          <a:ln w="19050">
            <a:solidFill>
              <a:srgbClr val="6E6E73"/>
            </a:solidFill>
            <a:prstDash val="solid"/>
          </a:ln>
        </p:spPr>
        <p:txBody>
          <a:bodyPr/>
          <a:lstStyle/>
          <a:p>
            <a:endParaRPr lang="ko-KR" altLang="en-US"/>
          </a:p>
        </p:txBody>
      </p:sp>
      <p:sp>
        <p:nvSpPr>
          <p:cNvPr id="47" name="line-603">
            <a:extLst>
              <a:ext uri="{FF2B5EF4-FFF2-40B4-BE49-F238E27FC236}">
                <a16:creationId xmlns:a16="http://schemas.microsoft.com/office/drawing/2014/main" id="{EC512DEE-5D18-425E-814D-E176BE9EC4F6}"/>
              </a:ext>
            </a:extLst>
          </p:cNvPr>
          <p:cNvSpPr>
            <a:spLocks noGrp="1"/>
          </p:cNvSpPr>
          <p:nvPr/>
        </p:nvSpPr>
        <p:spPr>
          <a:xfrm>
            <a:off x="8416591" y="3919538"/>
            <a:ext cx="971550" cy="9525"/>
          </a:xfrm>
          <a:custGeom>
            <a:avLst/>
            <a:gdLst/>
            <a:ahLst/>
            <a:cxnLst/>
            <a:rect l="0" t="0" r="0" b="0"/>
            <a:pathLst>
              <a:path w="971550" h="9525">
                <a:moveTo>
                  <a:pt x="0" y="0"/>
                </a:moveTo>
                <a:lnTo>
                  <a:pt x="971550" y="0"/>
                </a:lnTo>
              </a:path>
            </a:pathLst>
          </a:custGeom>
          <a:noFill/>
          <a:ln w="19050">
            <a:solidFill>
              <a:srgbClr val="6E6E73"/>
            </a:solidFill>
            <a:prstDash val="solid"/>
          </a:ln>
        </p:spPr>
        <p:txBody>
          <a:bodyPr/>
          <a:lstStyle/>
          <a:p>
            <a:endParaRPr lang="ko-KR" altLang="en-US"/>
          </a:p>
        </p:txBody>
      </p:sp>
      <p:sp>
        <p:nvSpPr>
          <p:cNvPr id="48" name="text-604">
            <a:extLst>
              <a:ext uri="{FF2B5EF4-FFF2-40B4-BE49-F238E27FC236}">
                <a16:creationId xmlns:a16="http://schemas.microsoft.com/office/drawing/2014/main" id="{BB1806C3-7732-40A5-9F55-F4E8BD06EBCD}"/>
              </a:ext>
            </a:extLst>
          </p:cNvPr>
          <p:cNvSpPr>
            <a:spLocks noGrp="1"/>
          </p:cNvSpPr>
          <p:nvPr/>
        </p:nvSpPr>
        <p:spPr>
          <a:xfrm>
            <a:off x="9026191" y="3509963"/>
            <a:ext cx="533400" cy="333375"/>
          </a:xfrm>
          <a:prstGeom prst="rect">
            <a:avLst/>
          </a:prstGeom>
          <a:noFill/>
          <a:ln w="0">
            <a:noFill/>
            <a:prstDash val="solid"/>
          </a:ln>
        </p:spPr>
        <p:txBody>
          <a:bodyPr wrap="none" lIns="0" tIns="0" rIns="0" bIns="0" anchor="t">
            <a:noAutofit/>
          </a:bodyPr>
          <a:lstStyle/>
          <a:p>
            <a:pPr algn="l">
              <a:buNone/>
              <a:defRPr sz="1575" b="1">
                <a:solidFill>
                  <a:srgbClr val="1D1D1F"/>
                </a:solidFill>
                <a:latin typeface="Noto Sans KR"/>
                <a:ea typeface="Noto Sans KR"/>
                <a:cs typeface="Noto Sans KR"/>
              </a:defRPr>
            </a:pPr>
            <a:r>
              <a:rPr sz="1575" b="1">
                <a:solidFill>
                  <a:srgbClr val="1D1D1F"/>
                </a:solidFill>
                <a:latin typeface="Noto Sans KR"/>
                <a:ea typeface="Noto Sans KR"/>
                <a:cs typeface="Noto Sans KR"/>
              </a:rPr>
              <a:t>랙</a:t>
            </a:r>
          </a:p>
        </p:txBody>
      </p:sp>
      <p:sp>
        <p:nvSpPr>
          <p:cNvPr id="49" name="line-605">
            <a:extLst>
              <a:ext uri="{FF2B5EF4-FFF2-40B4-BE49-F238E27FC236}">
                <a16:creationId xmlns:a16="http://schemas.microsoft.com/office/drawing/2014/main" id="{E6F33D98-6591-47C6-946F-77670C14B895}"/>
              </a:ext>
            </a:extLst>
          </p:cNvPr>
          <p:cNvSpPr>
            <a:spLocks noGrp="1"/>
          </p:cNvSpPr>
          <p:nvPr/>
        </p:nvSpPr>
        <p:spPr>
          <a:xfrm>
            <a:off x="6235366" y="3309938"/>
            <a:ext cx="1790700" cy="200025"/>
          </a:xfrm>
          <a:custGeom>
            <a:avLst/>
            <a:gdLst/>
            <a:ahLst/>
            <a:cxnLst/>
            <a:rect l="0" t="0" r="0" b="0"/>
            <a:pathLst>
              <a:path w="1790700" h="200025">
                <a:moveTo>
                  <a:pt x="0" y="200025"/>
                </a:moveTo>
                <a:lnTo>
                  <a:pt x="1790700" y="0"/>
                </a:lnTo>
              </a:path>
            </a:pathLst>
          </a:custGeom>
          <a:noFill/>
          <a:ln w="19050">
            <a:solidFill>
              <a:srgbClr val="0066CC"/>
            </a:solidFill>
            <a:prstDash val="solid"/>
          </a:ln>
        </p:spPr>
        <p:txBody>
          <a:bodyPr/>
          <a:lstStyle/>
          <a:p>
            <a:endParaRPr lang="ko-KR" altLang="en-US"/>
          </a:p>
        </p:txBody>
      </p:sp>
      <p:sp>
        <p:nvSpPr>
          <p:cNvPr id="50" name="text-606">
            <a:extLst>
              <a:ext uri="{FF2B5EF4-FFF2-40B4-BE49-F238E27FC236}">
                <a16:creationId xmlns:a16="http://schemas.microsoft.com/office/drawing/2014/main" id="{CC3248AC-1DDF-48D6-A7DC-CFCB833A8823}"/>
              </a:ext>
            </a:extLst>
          </p:cNvPr>
          <p:cNvSpPr>
            <a:spLocks noGrp="1"/>
          </p:cNvSpPr>
          <p:nvPr/>
        </p:nvSpPr>
        <p:spPr>
          <a:xfrm>
            <a:off x="8149891" y="3119438"/>
            <a:ext cx="1876425" cy="352425"/>
          </a:xfrm>
          <a:prstGeom prst="rect">
            <a:avLst/>
          </a:prstGeom>
          <a:noFill/>
          <a:ln w="0">
            <a:noFill/>
            <a:prstDash val="solid"/>
          </a:ln>
        </p:spPr>
        <p:txBody>
          <a:bodyPr wrap="none" lIns="0" tIns="0" rIns="0" bIns="0" anchor="t">
            <a:noAutofit/>
          </a:bodyPr>
          <a:lstStyle/>
          <a:p>
            <a:pPr algn="l">
              <a:buNone/>
              <a:defRPr sz="1575" b="1">
                <a:solidFill>
                  <a:srgbClr val="1D1D1F"/>
                </a:solidFill>
                <a:latin typeface="Noto Sans KR"/>
                <a:ea typeface="Noto Sans KR"/>
                <a:cs typeface="Noto Sans KR"/>
              </a:defRPr>
            </a:pPr>
            <a:r>
              <a:rPr sz="1575" b="1">
                <a:solidFill>
                  <a:srgbClr val="1D1D1F"/>
                </a:solidFill>
                <a:latin typeface="Noto Sans KR"/>
                <a:ea typeface="Noto Sans KR"/>
                <a:cs typeface="Noto Sans KR"/>
              </a:rPr>
              <a:t>피니언 + 모터</a:t>
            </a:r>
          </a:p>
        </p:txBody>
      </p:sp>
      <p:sp>
        <p:nvSpPr>
          <p:cNvPr id="51" name="text-607">
            <a:extLst>
              <a:ext uri="{FF2B5EF4-FFF2-40B4-BE49-F238E27FC236}">
                <a16:creationId xmlns:a16="http://schemas.microsoft.com/office/drawing/2014/main" id="{977EC796-66A5-4968-A790-609A5C12E19D}"/>
              </a:ext>
            </a:extLst>
          </p:cNvPr>
          <p:cNvSpPr>
            <a:spLocks noGrp="1"/>
          </p:cNvSpPr>
          <p:nvPr/>
        </p:nvSpPr>
        <p:spPr>
          <a:xfrm>
            <a:off x="2487278" y="4581525"/>
            <a:ext cx="1524000" cy="333375"/>
          </a:xfrm>
          <a:prstGeom prst="rect">
            <a:avLst/>
          </a:prstGeom>
          <a:noFill/>
          <a:ln w="0">
            <a:noFill/>
            <a:prstDash val="solid"/>
          </a:ln>
        </p:spPr>
        <p:txBody>
          <a:bodyPr wrap="none" lIns="0" tIns="0" rIns="0" bIns="0" anchor="t">
            <a:noAutofit/>
          </a:bodyPr>
          <a:lstStyle/>
          <a:p>
            <a:pPr algn="l">
              <a:buNone/>
              <a:defRPr sz="1650" b="1">
                <a:solidFill>
                  <a:srgbClr val="1D1D1F"/>
                </a:solidFill>
                <a:latin typeface="Noto Sans KR"/>
                <a:ea typeface="Noto Sans KR"/>
                <a:cs typeface="Noto Sans KR"/>
              </a:defRPr>
            </a:pPr>
            <a:r>
              <a:rPr sz="1650" b="1">
                <a:solidFill>
                  <a:srgbClr val="1D1D1F"/>
                </a:solidFill>
                <a:latin typeface="Noto Sans KR"/>
                <a:ea typeface="Noto Sans KR"/>
                <a:cs typeface="Noto Sans KR"/>
              </a:rPr>
              <a:t>레일</a:t>
            </a:r>
          </a:p>
        </p:txBody>
      </p:sp>
      <p:sp>
        <p:nvSpPr>
          <p:cNvPr id="56" name="text-612">
            <a:extLst>
              <a:ext uri="{FF2B5EF4-FFF2-40B4-BE49-F238E27FC236}">
                <a16:creationId xmlns:a16="http://schemas.microsoft.com/office/drawing/2014/main" id="{25361207-57D7-4A00-8409-BA9DDCA6039B}"/>
              </a:ext>
            </a:extLst>
          </p:cNvPr>
          <p:cNvSpPr>
            <a:spLocks noGrp="1"/>
          </p:cNvSpPr>
          <p:nvPr/>
        </p:nvSpPr>
        <p:spPr>
          <a:xfrm>
            <a:off x="762000" y="5905500"/>
            <a:ext cx="10668000" cy="266700"/>
          </a:xfrm>
          <a:prstGeom prst="rect">
            <a:avLst/>
          </a:prstGeom>
          <a:noFill/>
          <a:ln w="0">
            <a:noFill/>
            <a:prstDash val="solid"/>
          </a:ln>
        </p:spPr>
        <p:txBody>
          <a:bodyPr wrap="none" lIns="0" tIns="0" rIns="0" bIns="0" anchor="t">
            <a:noAutofit/>
          </a:bodyPr>
          <a:lstStyle/>
          <a:p>
            <a:pPr>
              <a:defRPr sz="1275" b="0">
                <a:solidFill>
                  <a:srgbClr val="6E6E73"/>
                </a:solidFill>
                <a:latin typeface="Noto Sans KR"/>
                <a:ea typeface="Noto Sans KR"/>
                <a:cs typeface="Noto Sans KR"/>
              </a:defRPr>
            </a:pPr>
            <a:r>
              <a:rPr sz="1275" b="0" dirty="0" err="1">
                <a:solidFill>
                  <a:srgbClr val="6E6E73"/>
                </a:solidFill>
                <a:latin typeface="Noto Sans KR"/>
                <a:ea typeface="Noto Sans KR"/>
                <a:cs typeface="Noto Sans KR"/>
              </a:rPr>
              <a:t>개념도</a:t>
            </a:r>
            <a:r>
              <a:rPr sz="1275" b="0" dirty="0">
                <a:solidFill>
                  <a:srgbClr val="6E6E73"/>
                </a:solidFill>
                <a:latin typeface="Noto Sans KR"/>
                <a:ea typeface="Noto Sans KR"/>
                <a:cs typeface="Noto Sans KR"/>
              </a:rPr>
              <a:t> · </a:t>
            </a:r>
            <a:r>
              <a:rPr sz="1275" b="0" dirty="0" err="1">
                <a:solidFill>
                  <a:srgbClr val="6E6E73"/>
                </a:solidFill>
                <a:latin typeface="Noto Sans KR"/>
                <a:ea typeface="Noto Sans KR"/>
                <a:cs typeface="Noto Sans KR"/>
              </a:rPr>
              <a:t>피니언</a:t>
            </a:r>
            <a:r>
              <a:rPr sz="1275" b="0" dirty="0">
                <a:solidFill>
                  <a:srgbClr val="6E6E73"/>
                </a:solidFill>
                <a:latin typeface="Noto Sans KR"/>
                <a:ea typeface="Noto Sans KR"/>
                <a:cs typeface="Noto Sans KR"/>
              </a:rPr>
              <a:t> </a:t>
            </a:r>
            <a:r>
              <a:rPr lang="ko-KR" altLang="en-US" sz="1275" dirty="0" err="1"/>
              <a:t>백래시</a:t>
            </a:r>
            <a:r>
              <a:rPr sz="1275" b="0" dirty="0" smtClean="0">
                <a:solidFill>
                  <a:srgbClr val="6E6E73"/>
                </a:solidFill>
                <a:latin typeface="Noto Sans KR"/>
                <a:ea typeface="Noto Sans KR"/>
                <a:cs typeface="Noto Sans KR"/>
              </a:rPr>
              <a:t>는 </a:t>
            </a:r>
            <a:r>
              <a:rPr sz="1275" b="0" dirty="0" err="1">
                <a:solidFill>
                  <a:srgbClr val="6E6E73"/>
                </a:solidFill>
                <a:latin typeface="Noto Sans KR"/>
                <a:ea typeface="Noto Sans KR"/>
                <a:cs typeface="Noto Sans KR"/>
              </a:rPr>
              <a:t>조립</a:t>
            </a:r>
            <a:r>
              <a:rPr sz="1275" b="0" dirty="0">
                <a:solidFill>
                  <a:srgbClr val="6E6E73"/>
                </a:solidFill>
                <a:latin typeface="Noto Sans KR"/>
                <a:ea typeface="Noto Sans KR"/>
                <a:cs typeface="Noto Sans KR"/>
              </a:rPr>
              <a:t> 시 </a:t>
            </a:r>
            <a:r>
              <a:rPr sz="1275" b="0" dirty="0" err="1">
                <a:solidFill>
                  <a:srgbClr val="6E6E73"/>
                </a:solidFill>
                <a:latin typeface="Noto Sans KR"/>
                <a:ea typeface="Noto Sans KR"/>
                <a:cs typeface="Noto Sans KR"/>
              </a:rPr>
              <a:t>맞물림을</a:t>
            </a:r>
            <a:r>
              <a:rPr sz="1275" b="0" dirty="0">
                <a:solidFill>
                  <a:srgbClr val="6E6E73"/>
                </a:solidFill>
                <a:latin typeface="Noto Sans KR"/>
                <a:ea typeface="Noto Sans KR"/>
                <a:cs typeface="Noto Sans KR"/>
              </a:rPr>
              <a:t> </a:t>
            </a:r>
            <a:r>
              <a:rPr sz="1275" b="0" dirty="0" err="1">
                <a:solidFill>
                  <a:srgbClr val="6E6E73"/>
                </a:solidFill>
                <a:latin typeface="Noto Sans KR"/>
                <a:ea typeface="Noto Sans KR"/>
                <a:cs typeface="Noto Sans KR"/>
              </a:rPr>
              <a:t>확인하며</a:t>
            </a:r>
            <a:r>
              <a:rPr sz="1275" b="0" dirty="0">
                <a:solidFill>
                  <a:srgbClr val="6E6E73"/>
                </a:solidFill>
                <a:latin typeface="Noto Sans KR"/>
                <a:ea typeface="Noto Sans KR"/>
                <a:cs typeface="Noto Sans KR"/>
              </a:rPr>
              <a:t> </a:t>
            </a:r>
            <a:r>
              <a:rPr sz="1275" b="0" dirty="0" err="1">
                <a:solidFill>
                  <a:srgbClr val="6E6E73"/>
                </a:solidFill>
                <a:latin typeface="Noto Sans KR"/>
                <a:ea typeface="Noto Sans KR"/>
                <a:cs typeface="Noto Sans KR"/>
              </a:rPr>
              <a:t>조정</a:t>
            </a:r>
            <a:endParaRPr sz="1275" b="0" dirty="0">
              <a:solidFill>
                <a:srgbClr val="6E6E73"/>
              </a:solidFill>
              <a:latin typeface="Noto Sans KR"/>
              <a:ea typeface="Noto Sans KR"/>
              <a:cs typeface="Noto Sans KR"/>
            </a:endParaRPr>
          </a:p>
        </p:txBody>
      </p:sp>
      <p:sp>
        <p:nvSpPr>
          <p:cNvPr id="58" name="AutoShape 2" descr="image.png"/>
          <p:cNvSpPr>
            <a:spLocks noChangeAspect="1" noChangeArrowheads="1"/>
          </p:cNvSpPr>
          <p:nvPr/>
        </p:nvSpPr>
        <p:spPr bwMode="auto">
          <a:xfrm>
            <a:off x="0" y="-304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p>
        </p:txBody>
      </p:sp>
      <p:sp>
        <p:nvSpPr>
          <p:cNvPr id="53" name="TextBox 52">
            <a:extLst>
              <a:ext uri="{FF2B5EF4-FFF2-40B4-BE49-F238E27FC236}">
                <a16:creationId xmlns:a16="http://schemas.microsoft.com/office/drawing/2014/main" id="{C7995D1A-DCD8-B66D-146B-0634DE6B1ADF}"/>
              </a:ext>
            </a:extLst>
          </p:cNvPr>
          <p:cNvSpPr txBox="1"/>
          <p:nvPr/>
        </p:nvSpPr>
        <p:spPr>
          <a:xfrm>
            <a:off x="609600" y="6473952"/>
            <a:ext cx="3657600" cy="130100"/>
          </a:xfrm>
          <a:prstGeom prst="rect">
            <a:avLst/>
          </a:prstGeom>
          <a:noFill/>
        </p:spPr>
        <p:txBody>
          <a:bodyPr wrap="square" lIns="0" tIns="0" rIns="0" bIns="0" anchor="t">
            <a:spAutoFit/>
          </a:bodyPr>
          <a:lstStyle/>
          <a:p>
            <a:pPr>
              <a:lnSpc>
                <a:spcPct val="120000"/>
              </a:lnSpc>
            </a:pPr>
            <a:r>
              <a:rPr sz="767">
                <a:solidFill>
                  <a:srgbClr val="8C8078"/>
                </a:solidFill>
                <a:latin typeface="Pretendard Medium"/>
                <a:ea typeface="Pretendard Medium"/>
                <a:cs typeface="Pretendard Medium"/>
              </a:rPr>
              <a:t>BreadVision · 6조</a:t>
            </a:r>
          </a:p>
        </p:txBody>
      </p:sp>
      <p:sp>
        <p:nvSpPr>
          <p:cNvPr id="55" name="TextBox 54">
            <a:extLst>
              <a:ext uri="{FF2B5EF4-FFF2-40B4-BE49-F238E27FC236}">
                <a16:creationId xmlns:a16="http://schemas.microsoft.com/office/drawing/2014/main" id="{9E721BD7-610B-4A32-66C3-A17D6BEA946B}"/>
              </a:ext>
            </a:extLst>
          </p:cNvPr>
          <p:cNvSpPr txBox="1"/>
          <p:nvPr/>
        </p:nvSpPr>
        <p:spPr>
          <a:xfrm>
            <a:off x="9144000" y="6473952"/>
            <a:ext cx="2438400" cy="141642"/>
          </a:xfrm>
          <a:prstGeom prst="rect">
            <a:avLst/>
          </a:prstGeom>
          <a:noFill/>
        </p:spPr>
        <p:txBody>
          <a:bodyPr wrap="square" lIns="0" tIns="0" rIns="0" bIns="0" anchor="t">
            <a:spAutoFit/>
          </a:bodyPr>
          <a:lstStyle/>
          <a:p>
            <a:pPr algn="r">
              <a:lnSpc>
                <a:spcPct val="120000"/>
              </a:lnSpc>
            </a:pPr>
            <a:r>
              <a:rPr sz="767" dirty="0">
                <a:solidFill>
                  <a:srgbClr val="8C8078"/>
                </a:solidFill>
                <a:latin typeface="Pretendard Medium"/>
                <a:ea typeface="Pretendard Medium"/>
                <a:cs typeface="Pretendard Medium"/>
              </a:rPr>
              <a:t>2</a:t>
            </a:r>
            <a:r>
              <a:rPr lang="en-US" sz="767" dirty="0">
                <a:solidFill>
                  <a:srgbClr val="8C8078"/>
                </a:solidFill>
                <a:latin typeface="Pretendard Medium"/>
                <a:ea typeface="Pretendard Medium"/>
                <a:cs typeface="Pretendard Medium"/>
              </a:rPr>
              <a:t>7 </a:t>
            </a:r>
            <a:r>
              <a:rPr sz="767" dirty="0">
                <a:solidFill>
                  <a:srgbClr val="8C8078"/>
                </a:solidFill>
                <a:latin typeface="Pretendard Medium"/>
                <a:ea typeface="Pretendard Medium"/>
                <a:cs typeface="Pretendard Medium"/>
              </a:rPr>
              <a:t>/ </a:t>
            </a:r>
            <a:r>
              <a:rPr lang="en-US" altLang="ko-KR" sz="767" dirty="0" smtClean="0">
                <a:solidFill>
                  <a:srgbClr val="8C8078"/>
                </a:solidFill>
                <a:latin typeface="Pretendard Medium"/>
                <a:ea typeface="Pretendard Medium"/>
                <a:cs typeface="Pretendard Medium"/>
              </a:rPr>
              <a:t>36</a:t>
            </a:r>
            <a:endParaRPr sz="767" dirty="0">
              <a:solidFill>
                <a:srgbClr val="8C8078"/>
              </a:solidFill>
              <a:latin typeface="Pretendard Medium"/>
              <a:ea typeface="Pretendard Medium"/>
              <a:cs typeface="Pretendard Medium"/>
            </a:endParaRPr>
          </a:p>
        </p:txBody>
      </p:sp>
      <p:sp>
        <p:nvSpPr>
          <p:cNvPr id="63" name="TextBox 62">
            <a:extLst>
              <a:ext uri="{FF2B5EF4-FFF2-40B4-BE49-F238E27FC236}">
                <a16:creationId xmlns:a16="http://schemas.microsoft.com/office/drawing/2014/main" id="{485242A0-4735-E16E-5A15-0F285014CBB5}"/>
              </a:ext>
            </a:extLst>
          </p:cNvPr>
          <p:cNvSpPr txBox="1"/>
          <p:nvPr/>
        </p:nvSpPr>
        <p:spPr>
          <a:xfrm>
            <a:off x="609600" y="438912"/>
            <a:ext cx="10972800" cy="147028"/>
          </a:xfrm>
          <a:prstGeom prst="rect">
            <a:avLst/>
          </a:prstGeom>
          <a:noFill/>
        </p:spPr>
        <p:txBody>
          <a:bodyPr wrap="square" lIns="0" tIns="0" rIns="0" bIns="0" anchor="t">
            <a:spAutoFit/>
          </a:bodyPr>
          <a:lstStyle/>
          <a:p>
            <a:pPr>
              <a:lnSpc>
                <a:spcPct val="120000"/>
              </a:lnSpc>
            </a:pPr>
            <a:r>
              <a:rPr sz="867" spc="33" dirty="0">
                <a:solidFill>
                  <a:srgbClr val="C8641E"/>
                </a:solidFill>
                <a:latin typeface="Pretendard SemiBold"/>
                <a:ea typeface="Pretendard SemiBold"/>
                <a:cs typeface="Pretendard SemiBold"/>
              </a:rPr>
              <a:t>03  </a:t>
            </a:r>
            <a:r>
              <a:rPr sz="867" spc="33" dirty="0" err="1">
                <a:solidFill>
                  <a:srgbClr val="C8641E"/>
                </a:solidFill>
                <a:latin typeface="Pretendard SemiBold"/>
                <a:ea typeface="Pretendard SemiBold"/>
                <a:cs typeface="Pretendard SemiBold"/>
              </a:rPr>
              <a:t>핵심</a:t>
            </a:r>
            <a:r>
              <a:rPr sz="867" spc="33" dirty="0">
                <a:solidFill>
                  <a:srgbClr val="C8641E"/>
                </a:solidFill>
                <a:latin typeface="Pretendard SemiBold"/>
                <a:ea typeface="Pretendard SemiBold"/>
                <a:cs typeface="Pretendard SemiBold"/>
              </a:rPr>
              <a:t> </a:t>
            </a:r>
            <a:r>
              <a:rPr sz="867" spc="33" dirty="0" err="1">
                <a:solidFill>
                  <a:srgbClr val="C8641E"/>
                </a:solidFill>
                <a:latin typeface="Pretendard SemiBold"/>
                <a:ea typeface="Pretendard SemiBold"/>
                <a:cs typeface="Pretendard SemiBold"/>
              </a:rPr>
              <a:t>기술</a:t>
            </a:r>
            <a:endParaRPr sz="867" spc="33" dirty="0">
              <a:solidFill>
                <a:srgbClr val="C8641E"/>
              </a:solidFill>
              <a:latin typeface="Pretendard SemiBold"/>
              <a:ea typeface="Pretendard SemiBold"/>
              <a:cs typeface="Pretendard SemiBold"/>
            </a:endParaRPr>
          </a:p>
        </p:txBody>
      </p:sp>
      <p:sp>
        <p:nvSpPr>
          <p:cNvPr id="65" name="TextBox 64">
            <a:extLst>
              <a:ext uri="{FF2B5EF4-FFF2-40B4-BE49-F238E27FC236}">
                <a16:creationId xmlns:a16="http://schemas.microsoft.com/office/drawing/2014/main" id="{04B4D3FE-2952-529A-F0D0-85D9095B4AD4}"/>
              </a:ext>
            </a:extLst>
          </p:cNvPr>
          <p:cNvSpPr txBox="1"/>
          <p:nvPr/>
        </p:nvSpPr>
        <p:spPr>
          <a:xfrm>
            <a:off x="609600" y="621792"/>
            <a:ext cx="10972800" cy="389787"/>
          </a:xfrm>
          <a:prstGeom prst="rect">
            <a:avLst/>
          </a:prstGeom>
          <a:noFill/>
        </p:spPr>
        <p:txBody>
          <a:bodyPr wrap="square" lIns="0" tIns="0" rIns="0" bIns="0" anchor="t">
            <a:spAutoFit/>
          </a:bodyPr>
          <a:lstStyle/>
          <a:p>
            <a:r>
              <a:rPr lang="ko-KR" altLang="en-US" sz="2533" b="1" spc="-40" dirty="0">
                <a:solidFill>
                  <a:srgbClr val="2A1F17"/>
                </a:solidFill>
                <a:latin typeface="Pretendard"/>
                <a:ea typeface="Pretendard"/>
                <a:cs typeface="Pretendard"/>
              </a:rPr>
              <a:t>톱니바퀴 형식으로 카메라 이동</a:t>
            </a:r>
          </a:p>
        </p:txBody>
      </p:sp>
      <p:sp>
        <p:nvSpPr>
          <p:cNvPr id="67" name="TextBox 66">
            <a:extLst>
              <a:ext uri="{FF2B5EF4-FFF2-40B4-BE49-F238E27FC236}">
                <a16:creationId xmlns:a16="http://schemas.microsoft.com/office/drawing/2014/main" id="{C21D39C4-563B-B95F-DBD4-ED23E0E328E5}"/>
              </a:ext>
            </a:extLst>
          </p:cNvPr>
          <p:cNvSpPr txBox="1"/>
          <p:nvPr/>
        </p:nvSpPr>
        <p:spPr>
          <a:xfrm>
            <a:off x="609600" y="1158240"/>
            <a:ext cx="10972800" cy="184666"/>
          </a:xfrm>
          <a:prstGeom prst="rect">
            <a:avLst/>
          </a:prstGeom>
          <a:noFill/>
        </p:spPr>
        <p:txBody>
          <a:bodyPr wrap="square" lIns="0" tIns="0" rIns="0" bIns="0" anchor="t">
            <a:spAutoFit/>
          </a:bodyPr>
          <a:lstStyle/>
          <a:p>
            <a:r>
              <a:rPr lang="ko-KR" altLang="en-US" sz="1200" dirty="0" smtClean="0">
                <a:solidFill>
                  <a:srgbClr val="8C8078"/>
                </a:solidFill>
                <a:latin typeface="Pretendard Medium"/>
                <a:ea typeface="Pretendard Medium"/>
                <a:cs typeface="Pretendard Medium"/>
              </a:rPr>
              <a:t>카메라의 </a:t>
            </a:r>
            <a:r>
              <a:rPr lang="ko-KR" altLang="en-US" sz="1200" dirty="0">
                <a:solidFill>
                  <a:srgbClr val="8C8078"/>
                </a:solidFill>
                <a:latin typeface="Pretendard Medium"/>
                <a:ea typeface="Pretendard Medium"/>
                <a:cs typeface="Pretendard Medium"/>
              </a:rPr>
              <a:t>좌우 </a:t>
            </a:r>
            <a:r>
              <a:rPr lang="ko-KR" altLang="en-US" sz="1200" dirty="0" smtClean="0">
                <a:solidFill>
                  <a:srgbClr val="8C8078"/>
                </a:solidFill>
                <a:latin typeface="Pretendard Medium"/>
                <a:ea typeface="Pretendard Medium"/>
                <a:cs typeface="Pretendard Medium"/>
              </a:rPr>
              <a:t>이동과 회전으로 다양한 각도의 이미지 데이터 확보</a:t>
            </a:r>
            <a:endParaRPr lang="en-US" altLang="ko-KR" sz="1200" dirty="0">
              <a:solidFill>
                <a:srgbClr val="8C8078"/>
              </a:solidFill>
              <a:latin typeface="Pretendard Medium"/>
              <a:ea typeface="Pretendard Medium"/>
              <a:cs typeface="Pretendard Medium"/>
            </a:endParaRPr>
          </a:p>
        </p:txBody>
      </p:sp>
    </p:spTree>
    <p:extLst>
      <p:ext uri="{BB962C8B-B14F-4D97-AF65-F5344CB8AC3E}">
        <p14:creationId xmlns:p14="http://schemas.microsoft.com/office/powerpoint/2010/main" val="23681890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438912"/>
            <a:ext cx="10972800" cy="147028"/>
          </a:xfrm>
          <a:prstGeom prst="rect">
            <a:avLst/>
          </a:prstGeom>
          <a:noFill/>
        </p:spPr>
        <p:txBody>
          <a:bodyPr wrap="square" lIns="0" tIns="0" rIns="0" bIns="0" anchor="t">
            <a:spAutoFit/>
          </a:bodyPr>
          <a:lstStyle/>
          <a:p>
            <a:pPr>
              <a:lnSpc>
                <a:spcPct val="120000"/>
              </a:lnSpc>
            </a:pPr>
            <a:r>
              <a:rPr sz="867" spc="33" dirty="0">
                <a:solidFill>
                  <a:srgbClr val="C8641E"/>
                </a:solidFill>
                <a:latin typeface="Pretendard SemiBold"/>
                <a:ea typeface="Pretendard SemiBold"/>
                <a:cs typeface="Pretendard SemiBold"/>
              </a:rPr>
              <a:t>03  </a:t>
            </a:r>
            <a:r>
              <a:rPr sz="867" spc="33" dirty="0" err="1">
                <a:solidFill>
                  <a:srgbClr val="C8641E"/>
                </a:solidFill>
                <a:latin typeface="Pretendard SemiBold"/>
                <a:ea typeface="Pretendard SemiBold"/>
                <a:cs typeface="Pretendard SemiBold"/>
              </a:rPr>
              <a:t>핵심</a:t>
            </a:r>
            <a:r>
              <a:rPr sz="867" spc="33" dirty="0">
                <a:solidFill>
                  <a:srgbClr val="C8641E"/>
                </a:solidFill>
                <a:latin typeface="Pretendard SemiBold"/>
                <a:ea typeface="Pretendard SemiBold"/>
                <a:cs typeface="Pretendard SemiBold"/>
              </a:rPr>
              <a:t> </a:t>
            </a:r>
            <a:r>
              <a:rPr sz="867" spc="33" dirty="0" err="1">
                <a:solidFill>
                  <a:srgbClr val="C8641E"/>
                </a:solidFill>
                <a:latin typeface="Pretendard SemiBold"/>
                <a:ea typeface="Pretendard SemiBold"/>
                <a:cs typeface="Pretendard SemiBold"/>
              </a:rPr>
              <a:t>기술</a:t>
            </a:r>
            <a:endParaRPr sz="867" spc="33" dirty="0">
              <a:solidFill>
                <a:srgbClr val="C8641E"/>
              </a:solidFill>
              <a:latin typeface="Pretendard SemiBold"/>
              <a:ea typeface="Pretendard SemiBold"/>
              <a:cs typeface="Pretendard SemiBold"/>
            </a:endParaRPr>
          </a:p>
        </p:txBody>
      </p:sp>
      <p:sp>
        <p:nvSpPr>
          <p:cNvPr id="3" name="TextBox 2"/>
          <p:cNvSpPr txBox="1"/>
          <p:nvPr/>
        </p:nvSpPr>
        <p:spPr>
          <a:xfrm>
            <a:off x="609600" y="621792"/>
            <a:ext cx="10972800" cy="389787"/>
          </a:xfrm>
          <a:prstGeom prst="rect">
            <a:avLst/>
          </a:prstGeom>
          <a:noFill/>
        </p:spPr>
        <p:txBody>
          <a:bodyPr wrap="square" lIns="0" tIns="0" rIns="0" bIns="0" anchor="t">
            <a:spAutoFit/>
          </a:bodyPr>
          <a:lstStyle/>
          <a:p>
            <a:r>
              <a:rPr sz="2533" b="1" spc="-40">
                <a:solidFill>
                  <a:srgbClr val="2A1F17"/>
                </a:solidFill>
                <a:latin typeface="Pretendard"/>
                <a:ea typeface="Pretendard"/>
                <a:cs typeface="Pretendard"/>
              </a:rPr>
              <a:t>카메라 이동 기구 설계 및 제작</a:t>
            </a:r>
          </a:p>
        </p:txBody>
      </p:sp>
      <p:sp>
        <p:nvSpPr>
          <p:cNvPr id="4" name="TextBox 3"/>
          <p:cNvSpPr txBox="1"/>
          <p:nvPr/>
        </p:nvSpPr>
        <p:spPr>
          <a:xfrm>
            <a:off x="609600" y="1158240"/>
            <a:ext cx="10972800" cy="184666"/>
          </a:xfrm>
          <a:prstGeom prst="rect">
            <a:avLst/>
          </a:prstGeom>
          <a:noFill/>
        </p:spPr>
        <p:txBody>
          <a:bodyPr wrap="square" lIns="0" tIns="0" rIns="0" bIns="0" anchor="t">
            <a:spAutoFit/>
          </a:bodyPr>
          <a:lstStyle/>
          <a:p>
            <a:r>
              <a:rPr sz="1200">
                <a:solidFill>
                  <a:srgbClr val="8C8078"/>
                </a:solidFill>
                <a:latin typeface="Pretendard Medium"/>
                <a:ea typeface="Pretendard Medium"/>
                <a:cs typeface="Pretendard Medium"/>
              </a:rPr>
              <a:t>랙·피니언 </a:t>
            </a:r>
            <a:r>
              <a:rPr sz="1200" dirty="0" err="1">
                <a:solidFill>
                  <a:srgbClr val="8C8078"/>
                </a:solidFill>
                <a:latin typeface="Pretendard Medium"/>
                <a:ea typeface="Pretendard Medium"/>
                <a:cs typeface="Pretendard Medium"/>
              </a:rPr>
              <a:t>구조</a:t>
            </a:r>
            <a:r>
              <a:rPr sz="1200" dirty="0">
                <a:solidFill>
                  <a:srgbClr val="8C8078"/>
                </a:solidFill>
                <a:latin typeface="Pretendard Medium"/>
                <a:ea typeface="Pretendard Medium"/>
                <a:cs typeface="Pretendard Medium"/>
              </a:rPr>
              <a:t> </a:t>
            </a:r>
            <a:r>
              <a:rPr sz="1200" dirty="0" err="1">
                <a:solidFill>
                  <a:srgbClr val="8C8078"/>
                </a:solidFill>
                <a:latin typeface="Pretendard Medium"/>
                <a:ea typeface="Pretendard Medium"/>
                <a:cs typeface="Pretendard Medium"/>
              </a:rPr>
              <a:t>설계</a:t>
            </a:r>
            <a:r>
              <a:rPr sz="1200" dirty="0">
                <a:solidFill>
                  <a:srgbClr val="8C8078"/>
                </a:solidFill>
                <a:latin typeface="Pretendard Medium"/>
                <a:ea typeface="Pretendard Medium"/>
                <a:cs typeface="Pretendard Medium"/>
              </a:rPr>
              <a:t> → 3D </a:t>
            </a:r>
            <a:r>
              <a:rPr sz="1200" dirty="0" err="1">
                <a:solidFill>
                  <a:srgbClr val="8C8078"/>
                </a:solidFill>
                <a:latin typeface="Pretendard Medium"/>
                <a:ea typeface="Pretendard Medium"/>
                <a:cs typeface="Pretendard Medium"/>
              </a:rPr>
              <a:t>프린터</a:t>
            </a:r>
            <a:r>
              <a:rPr sz="1200" dirty="0">
                <a:solidFill>
                  <a:srgbClr val="8C8078"/>
                </a:solidFill>
                <a:latin typeface="Pretendard Medium"/>
                <a:ea typeface="Pretendard Medium"/>
                <a:cs typeface="Pretendard Medium"/>
              </a:rPr>
              <a:t> </a:t>
            </a:r>
            <a:r>
              <a:rPr sz="1200" dirty="0" err="1">
                <a:solidFill>
                  <a:srgbClr val="8C8078"/>
                </a:solidFill>
                <a:latin typeface="Pretendard Medium"/>
                <a:ea typeface="Pretendard Medium"/>
                <a:cs typeface="Pretendard Medium"/>
              </a:rPr>
              <a:t>출력</a:t>
            </a:r>
            <a:r>
              <a:rPr sz="1200" dirty="0">
                <a:solidFill>
                  <a:srgbClr val="8C8078"/>
                </a:solidFill>
                <a:latin typeface="Pretendard Medium"/>
                <a:ea typeface="Pretendard Medium"/>
                <a:cs typeface="Pretendard Medium"/>
              </a:rPr>
              <a:t> → </a:t>
            </a:r>
            <a:r>
              <a:rPr sz="1200" dirty="0" err="1">
                <a:solidFill>
                  <a:srgbClr val="8C8078"/>
                </a:solidFill>
                <a:latin typeface="Pretendard Medium"/>
                <a:ea typeface="Pretendard Medium"/>
                <a:cs typeface="Pretendard Medium"/>
              </a:rPr>
              <a:t>모터·카메라</a:t>
            </a:r>
            <a:r>
              <a:rPr sz="1200" dirty="0">
                <a:solidFill>
                  <a:srgbClr val="8C8078"/>
                </a:solidFill>
                <a:latin typeface="Pretendard Medium"/>
                <a:ea typeface="Pretendard Medium"/>
                <a:cs typeface="Pretendard Medium"/>
              </a:rPr>
              <a:t> </a:t>
            </a:r>
            <a:r>
              <a:rPr sz="1200" dirty="0" err="1">
                <a:solidFill>
                  <a:srgbClr val="8C8078"/>
                </a:solidFill>
                <a:latin typeface="Pretendard Medium"/>
                <a:ea typeface="Pretendard Medium"/>
                <a:cs typeface="Pretendard Medium"/>
              </a:rPr>
              <a:t>조립</a:t>
            </a:r>
            <a:endParaRPr sz="1200" dirty="0">
              <a:solidFill>
                <a:srgbClr val="8C8078"/>
              </a:solidFill>
              <a:latin typeface="Pretendard Medium"/>
              <a:ea typeface="Pretendard Medium"/>
              <a:cs typeface="Pretendard Medium"/>
            </a:endParaRPr>
          </a:p>
        </p:txBody>
      </p:sp>
      <p:sp>
        <p:nvSpPr>
          <p:cNvPr id="5" name="Rounded Rectangle 4"/>
          <p:cNvSpPr/>
          <p:nvPr/>
        </p:nvSpPr>
        <p:spPr>
          <a:xfrm>
            <a:off x="609600" y="1706880"/>
            <a:ext cx="6888480" cy="2377440"/>
          </a:xfrm>
          <a:prstGeom prst="roundRect">
            <a:avLst>
              <a:gd name="adj" fmla="val 4615"/>
            </a:avLst>
          </a:prstGeom>
          <a:solidFill>
            <a:srgbClr val="FFFFFF"/>
          </a:solidFill>
          <a:ln w="12700">
            <a:solidFill>
              <a:srgbClr val="E9E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pic>
        <p:nvPicPr>
          <p:cNvPr id="6" name="Picture 5" descr="s31_Group94_0.png"/>
          <p:cNvPicPr>
            <a:picLocks noChangeAspect="1"/>
          </p:cNvPicPr>
          <p:nvPr/>
        </p:nvPicPr>
        <p:blipFill>
          <a:blip r:embed="rId3"/>
          <a:stretch>
            <a:fillRect/>
          </a:stretch>
        </p:blipFill>
        <p:spPr>
          <a:xfrm>
            <a:off x="853439" y="1828800"/>
            <a:ext cx="6400800" cy="2133600"/>
          </a:xfrm>
          <a:prstGeom prst="rect">
            <a:avLst/>
          </a:prstGeom>
        </p:spPr>
      </p:pic>
      <p:sp>
        <p:nvSpPr>
          <p:cNvPr id="7" name="Rounded Rectangle 6"/>
          <p:cNvSpPr/>
          <p:nvPr/>
        </p:nvSpPr>
        <p:spPr>
          <a:xfrm>
            <a:off x="7680960" y="1706880"/>
            <a:ext cx="3901440" cy="2377440"/>
          </a:xfrm>
          <a:prstGeom prst="roundRect">
            <a:avLst>
              <a:gd name="adj" fmla="val 4615"/>
            </a:avLst>
          </a:prstGeom>
          <a:solidFill>
            <a:srgbClr val="FFFFFF"/>
          </a:solidFill>
          <a:ln w="12700">
            <a:solidFill>
              <a:srgbClr val="E9E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8" name="TextBox 7"/>
          <p:cNvSpPr txBox="1"/>
          <p:nvPr/>
        </p:nvSpPr>
        <p:spPr>
          <a:xfrm>
            <a:off x="7924800" y="1938527"/>
            <a:ext cx="3413760" cy="147028"/>
          </a:xfrm>
          <a:prstGeom prst="rect">
            <a:avLst/>
          </a:prstGeom>
          <a:noFill/>
        </p:spPr>
        <p:txBody>
          <a:bodyPr wrap="square" lIns="0" tIns="0" rIns="0" bIns="0" anchor="t">
            <a:spAutoFit/>
          </a:bodyPr>
          <a:lstStyle/>
          <a:p>
            <a:pPr>
              <a:lnSpc>
                <a:spcPct val="120000"/>
              </a:lnSpc>
            </a:pPr>
            <a:r>
              <a:rPr sz="867" spc="27">
                <a:solidFill>
                  <a:srgbClr val="C8641E"/>
                </a:solidFill>
                <a:latin typeface="Pretendard SemiBold"/>
                <a:ea typeface="Pretendard SemiBold"/>
                <a:cs typeface="Pretendard SemiBold"/>
              </a:rPr>
              <a:t>설계 내용</a:t>
            </a:r>
          </a:p>
        </p:txBody>
      </p:sp>
      <p:sp>
        <p:nvSpPr>
          <p:cNvPr id="9" name="TextBox 8"/>
          <p:cNvSpPr txBox="1"/>
          <p:nvPr/>
        </p:nvSpPr>
        <p:spPr>
          <a:xfrm>
            <a:off x="7924800" y="2200655"/>
            <a:ext cx="3474720" cy="1090298"/>
          </a:xfrm>
          <a:prstGeom prst="rect">
            <a:avLst/>
          </a:prstGeom>
          <a:noFill/>
        </p:spPr>
        <p:txBody>
          <a:bodyPr wrap="square" lIns="0" tIns="0" rIns="0" bIns="0" anchor="t">
            <a:spAutoFit/>
          </a:bodyPr>
          <a:lstStyle/>
          <a:p>
            <a:pPr marL="158504" indent="-158504">
              <a:lnSpc>
                <a:spcPct val="130000"/>
              </a:lnSpc>
              <a:spcAft>
                <a:spcPts val="600"/>
              </a:spcAft>
              <a:buClr>
                <a:srgbClr val="C8641E"/>
              </a:buClr>
              <a:buFont typeface="Arial"/>
              <a:buChar char="•"/>
            </a:pPr>
            <a:r>
              <a:rPr sz="1100" dirty="0" err="1">
                <a:solidFill>
                  <a:srgbClr val="5B4E44"/>
                </a:solidFill>
                <a:latin typeface="Pretendard"/>
                <a:ea typeface="Pretendard"/>
                <a:cs typeface="Pretendard"/>
              </a:rPr>
              <a:t>모터</a:t>
            </a:r>
            <a:r>
              <a:rPr sz="1100" dirty="0">
                <a:solidFill>
                  <a:srgbClr val="5B4E44"/>
                </a:solidFill>
                <a:latin typeface="Pretendard"/>
                <a:ea typeface="Pretendard"/>
                <a:cs typeface="Pretendard"/>
              </a:rPr>
              <a:t> → </a:t>
            </a:r>
            <a:r>
              <a:rPr sz="1100" dirty="0" err="1">
                <a:solidFill>
                  <a:srgbClr val="5B4E44"/>
                </a:solidFill>
                <a:latin typeface="Pretendard"/>
                <a:ea typeface="Pretendard"/>
                <a:cs typeface="Pretendard"/>
              </a:rPr>
              <a:t>피니언</a:t>
            </a:r>
            <a:r>
              <a:rPr sz="1100" dirty="0">
                <a:solidFill>
                  <a:srgbClr val="5B4E44"/>
                </a:solidFill>
                <a:latin typeface="Pretendard"/>
                <a:ea typeface="Pretendard"/>
                <a:cs typeface="Pretendard"/>
              </a:rPr>
              <a:t> → 랙 → </a:t>
            </a:r>
            <a:r>
              <a:rPr sz="1100" dirty="0" err="1">
                <a:solidFill>
                  <a:srgbClr val="5B4E44"/>
                </a:solidFill>
                <a:latin typeface="Pretendard"/>
                <a:ea typeface="Pretendard"/>
                <a:cs typeface="Pretendard"/>
              </a:rPr>
              <a:t>카메라</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거치대</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이동</a:t>
            </a:r>
            <a:endParaRPr sz="1100" dirty="0">
              <a:solidFill>
                <a:srgbClr val="5B4E44"/>
              </a:solidFill>
              <a:latin typeface="Pretendard"/>
              <a:ea typeface="Pretendard"/>
              <a:cs typeface="Pretendard"/>
            </a:endParaRPr>
          </a:p>
          <a:p>
            <a:pPr marL="158504" indent="-158504">
              <a:lnSpc>
                <a:spcPct val="130000"/>
              </a:lnSpc>
              <a:spcAft>
                <a:spcPts val="600"/>
              </a:spcAft>
              <a:buClr>
                <a:srgbClr val="C8641E"/>
              </a:buClr>
              <a:buFont typeface="Arial"/>
              <a:buChar char="•"/>
            </a:pPr>
            <a:r>
              <a:rPr sz="1100" dirty="0" err="1">
                <a:solidFill>
                  <a:srgbClr val="5B4E44"/>
                </a:solidFill>
                <a:latin typeface="Pretendard"/>
                <a:ea typeface="Pretendard"/>
                <a:cs typeface="Pretendard"/>
              </a:rPr>
              <a:t>레일</a:t>
            </a:r>
            <a:r>
              <a:rPr sz="1100" dirty="0">
                <a:solidFill>
                  <a:srgbClr val="5B4E44"/>
                </a:solidFill>
                <a:latin typeface="Pretendard"/>
                <a:ea typeface="Pretendard"/>
                <a:cs typeface="Pretendard"/>
              </a:rPr>
              <a:t> · </a:t>
            </a:r>
            <a:r>
              <a:rPr sz="1100" dirty="0" err="1">
                <a:solidFill>
                  <a:srgbClr val="5B4E44"/>
                </a:solidFill>
                <a:latin typeface="Pretendard"/>
                <a:ea typeface="Pretendard"/>
                <a:cs typeface="Pretendard"/>
              </a:rPr>
              <a:t>바퀴</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간격</a:t>
            </a:r>
            <a:r>
              <a:rPr sz="1100" dirty="0">
                <a:solidFill>
                  <a:srgbClr val="5B4E44"/>
                </a:solidFill>
                <a:latin typeface="Pretendard"/>
                <a:ea typeface="Pretendard"/>
                <a:cs typeface="Pretendard"/>
              </a:rPr>
              <a:t> 0.2~0.4mm </a:t>
            </a:r>
            <a:r>
              <a:rPr sz="1100" dirty="0" err="1">
                <a:solidFill>
                  <a:srgbClr val="5B4E44"/>
                </a:solidFill>
                <a:latin typeface="Pretendard"/>
                <a:ea typeface="Pretendard"/>
                <a:cs typeface="Pretendard"/>
              </a:rPr>
              <a:t>여유</a:t>
            </a:r>
            <a:endParaRPr sz="1100" dirty="0">
              <a:solidFill>
                <a:srgbClr val="5B4E44"/>
              </a:solidFill>
              <a:latin typeface="Pretendard"/>
              <a:ea typeface="Pretendard"/>
              <a:cs typeface="Pretendard"/>
            </a:endParaRPr>
          </a:p>
          <a:p>
            <a:pPr marL="158504" indent="-158504">
              <a:lnSpc>
                <a:spcPct val="130000"/>
              </a:lnSpc>
              <a:spcAft>
                <a:spcPts val="600"/>
              </a:spcAft>
              <a:buClr>
                <a:srgbClr val="C8641E"/>
              </a:buClr>
              <a:buFont typeface="Arial"/>
              <a:buChar char="•"/>
            </a:pPr>
            <a:r>
              <a:rPr sz="1100" dirty="0" err="1">
                <a:solidFill>
                  <a:srgbClr val="5B4E44"/>
                </a:solidFill>
                <a:latin typeface="Pretendard"/>
                <a:ea typeface="Pretendard"/>
                <a:cs typeface="Pretendard"/>
              </a:rPr>
              <a:t>기어</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백래시는</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조립</a:t>
            </a:r>
            <a:r>
              <a:rPr sz="1100" dirty="0">
                <a:solidFill>
                  <a:srgbClr val="5B4E44"/>
                </a:solidFill>
                <a:latin typeface="Pretendard"/>
                <a:ea typeface="Pretendard"/>
                <a:cs typeface="Pretendard"/>
              </a:rPr>
              <a:t> 시 </a:t>
            </a:r>
            <a:r>
              <a:rPr sz="1100" dirty="0" err="1">
                <a:solidFill>
                  <a:srgbClr val="5B4E44"/>
                </a:solidFill>
                <a:latin typeface="Pretendard"/>
                <a:ea typeface="Pretendard"/>
                <a:cs typeface="Pretendard"/>
              </a:rPr>
              <a:t>조정</a:t>
            </a:r>
            <a:endParaRPr sz="1100" dirty="0">
              <a:solidFill>
                <a:srgbClr val="5B4E44"/>
              </a:solidFill>
              <a:latin typeface="Pretendard"/>
              <a:ea typeface="Pretendard"/>
              <a:cs typeface="Pretendard"/>
            </a:endParaRPr>
          </a:p>
          <a:p>
            <a:pPr marL="158504" indent="-158504">
              <a:lnSpc>
                <a:spcPct val="130000"/>
              </a:lnSpc>
              <a:spcAft>
                <a:spcPts val="600"/>
              </a:spcAft>
              <a:buClr>
                <a:srgbClr val="C8641E"/>
              </a:buClr>
              <a:buFont typeface="Arial"/>
              <a:buChar char="•"/>
            </a:pPr>
            <a:r>
              <a:rPr sz="1100" dirty="0">
                <a:solidFill>
                  <a:srgbClr val="5B4E44"/>
                </a:solidFill>
                <a:latin typeface="Pretendard"/>
                <a:ea typeface="Pretendard"/>
                <a:cs typeface="Pretendard"/>
              </a:rPr>
              <a:t>PLA </a:t>
            </a:r>
            <a:r>
              <a:rPr sz="1100" dirty="0" err="1">
                <a:solidFill>
                  <a:srgbClr val="5B4E44"/>
                </a:solidFill>
                <a:latin typeface="Pretendard"/>
                <a:ea typeface="Pretendard"/>
                <a:cs typeface="Pretendard"/>
              </a:rPr>
              <a:t>출력</a:t>
            </a:r>
            <a:r>
              <a:rPr sz="1100" dirty="0">
                <a:solidFill>
                  <a:srgbClr val="5B4E44"/>
                </a:solidFill>
                <a:latin typeface="Pretendard"/>
                <a:ea typeface="Pretendard"/>
                <a:cs typeface="Pretendard"/>
              </a:rPr>
              <a:t> · </a:t>
            </a:r>
            <a:r>
              <a:rPr sz="1100" dirty="0" err="1">
                <a:solidFill>
                  <a:srgbClr val="5B4E44"/>
                </a:solidFill>
                <a:latin typeface="Pretendard"/>
                <a:ea typeface="Pretendard"/>
                <a:cs typeface="Pretendard"/>
              </a:rPr>
              <a:t>하중</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부품</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인필</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강화</a:t>
            </a:r>
            <a:endParaRPr sz="1100" dirty="0">
              <a:solidFill>
                <a:srgbClr val="5B4E44"/>
              </a:solidFill>
              <a:latin typeface="Pretendard"/>
              <a:ea typeface="Pretendard"/>
              <a:cs typeface="Pretendard"/>
            </a:endParaRPr>
          </a:p>
        </p:txBody>
      </p:sp>
      <p:sp>
        <p:nvSpPr>
          <p:cNvPr id="10" name="Rounded Rectangle 9"/>
          <p:cNvSpPr/>
          <p:nvPr/>
        </p:nvSpPr>
        <p:spPr>
          <a:xfrm>
            <a:off x="609600" y="4267200"/>
            <a:ext cx="10972800" cy="1889760"/>
          </a:xfrm>
          <a:prstGeom prst="roundRect">
            <a:avLst>
              <a:gd name="adj" fmla="val 5806"/>
            </a:avLst>
          </a:prstGeom>
          <a:solidFill>
            <a:srgbClr val="F4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pic>
        <p:nvPicPr>
          <p:cNvPr id="11" name="Picture 10" descr="s32_Group10_0.png"/>
          <p:cNvPicPr>
            <a:picLocks noChangeAspect="1"/>
          </p:cNvPicPr>
          <p:nvPr/>
        </p:nvPicPr>
        <p:blipFill>
          <a:blip r:embed="rId4"/>
          <a:stretch>
            <a:fillRect/>
          </a:stretch>
        </p:blipFill>
        <p:spPr>
          <a:xfrm>
            <a:off x="792480" y="4419600"/>
            <a:ext cx="3434080" cy="1584960"/>
          </a:xfrm>
          <a:prstGeom prst="roundRect">
            <a:avLst>
              <a:gd name="adj" fmla="val 4615"/>
            </a:avLst>
          </a:prstGeom>
        </p:spPr>
      </p:pic>
      <p:pic>
        <p:nvPicPr>
          <p:cNvPr id="12" name="Picture 11" descr="s32_Group14_0.png"/>
          <p:cNvPicPr>
            <a:picLocks noChangeAspect="1"/>
          </p:cNvPicPr>
          <p:nvPr/>
        </p:nvPicPr>
        <p:blipFill>
          <a:blip r:embed="rId5"/>
          <a:stretch>
            <a:fillRect/>
          </a:stretch>
        </p:blipFill>
        <p:spPr>
          <a:xfrm>
            <a:off x="4409440" y="4419600"/>
            <a:ext cx="2112116" cy="1584960"/>
          </a:xfrm>
          <a:prstGeom prst="roundRect">
            <a:avLst>
              <a:gd name="adj" fmla="val 4615"/>
            </a:avLst>
          </a:prstGeom>
        </p:spPr>
      </p:pic>
      <p:sp>
        <p:nvSpPr>
          <p:cNvPr id="13" name="TextBox 12"/>
          <p:cNvSpPr txBox="1"/>
          <p:nvPr/>
        </p:nvSpPr>
        <p:spPr>
          <a:xfrm>
            <a:off x="6887316" y="4541520"/>
            <a:ext cx="3108960" cy="1135632"/>
          </a:xfrm>
          <a:prstGeom prst="rect">
            <a:avLst/>
          </a:prstGeom>
          <a:noFill/>
        </p:spPr>
        <p:txBody>
          <a:bodyPr wrap="square" lIns="0" tIns="0" rIns="0" bIns="0" anchor="t">
            <a:spAutoFit/>
          </a:bodyPr>
          <a:lstStyle/>
          <a:p>
            <a:pPr>
              <a:lnSpc>
                <a:spcPct val="120000"/>
              </a:lnSpc>
              <a:spcAft>
                <a:spcPts val="533"/>
              </a:spcAft>
            </a:pPr>
            <a:r>
              <a:rPr sz="867" dirty="0" err="1">
                <a:solidFill>
                  <a:srgbClr val="C8641E"/>
                </a:solidFill>
                <a:latin typeface="Pretendard SemiBold"/>
                <a:ea typeface="Pretendard SemiBold"/>
                <a:cs typeface="Pretendard SemiBold"/>
              </a:rPr>
              <a:t>제작</a:t>
            </a:r>
            <a:r>
              <a:rPr sz="867" dirty="0">
                <a:solidFill>
                  <a:srgbClr val="C8641E"/>
                </a:solidFill>
                <a:latin typeface="Pretendard SemiBold"/>
                <a:ea typeface="Pretendard SemiBold"/>
                <a:cs typeface="Pretendard SemiBold"/>
              </a:rPr>
              <a:t> </a:t>
            </a:r>
            <a:r>
              <a:rPr sz="867" dirty="0" err="1">
                <a:solidFill>
                  <a:srgbClr val="C8641E"/>
                </a:solidFill>
                <a:latin typeface="Pretendard SemiBold"/>
                <a:ea typeface="Pretendard SemiBold"/>
                <a:cs typeface="Pretendard SemiBold"/>
              </a:rPr>
              <a:t>과정</a:t>
            </a:r>
            <a:endParaRPr sz="867" dirty="0">
              <a:solidFill>
                <a:srgbClr val="C8641E"/>
              </a:solidFill>
              <a:latin typeface="Pretendard SemiBold"/>
              <a:ea typeface="Pretendard SemiBold"/>
              <a:cs typeface="Pretendard SemiBold"/>
            </a:endParaRPr>
          </a:p>
          <a:p>
            <a:pPr>
              <a:lnSpc>
                <a:spcPct val="120000"/>
              </a:lnSpc>
              <a:spcAft>
                <a:spcPts val="267"/>
              </a:spcAft>
            </a:pPr>
            <a:r>
              <a:rPr sz="1100" dirty="0">
                <a:solidFill>
                  <a:srgbClr val="2A1F17"/>
                </a:solidFill>
                <a:latin typeface="Pretendard Medium"/>
                <a:ea typeface="Pretendard Medium"/>
                <a:cs typeface="Pretendard Medium"/>
              </a:rPr>
              <a:t>① 3D </a:t>
            </a:r>
            <a:r>
              <a:rPr sz="1100" dirty="0" err="1">
                <a:solidFill>
                  <a:srgbClr val="2A1F17"/>
                </a:solidFill>
                <a:latin typeface="Pretendard Medium"/>
                <a:ea typeface="Pretendard Medium"/>
                <a:cs typeface="Pretendard Medium"/>
              </a:rPr>
              <a:t>프린터</a:t>
            </a:r>
            <a:r>
              <a:rPr sz="1100" dirty="0">
                <a:solidFill>
                  <a:srgbClr val="2A1F17"/>
                </a:solidFill>
                <a:latin typeface="Pretendard Medium"/>
                <a:ea typeface="Pretendard Medium"/>
                <a:cs typeface="Pretendard Medium"/>
              </a:rPr>
              <a:t> </a:t>
            </a:r>
            <a:r>
              <a:rPr sz="1100" dirty="0" err="1">
                <a:solidFill>
                  <a:srgbClr val="2A1F17"/>
                </a:solidFill>
                <a:latin typeface="Pretendard Medium"/>
                <a:ea typeface="Pretendard Medium"/>
                <a:cs typeface="Pretendard Medium"/>
              </a:rPr>
              <a:t>출력</a:t>
            </a:r>
            <a:endParaRPr sz="1100" dirty="0">
              <a:solidFill>
                <a:srgbClr val="2A1F17"/>
              </a:solidFill>
              <a:latin typeface="Pretendard Medium"/>
              <a:ea typeface="Pretendard Medium"/>
              <a:cs typeface="Pretendard Medium"/>
            </a:endParaRPr>
          </a:p>
          <a:p>
            <a:pPr>
              <a:lnSpc>
                <a:spcPct val="120000"/>
              </a:lnSpc>
              <a:spcAft>
                <a:spcPts val="267"/>
              </a:spcAft>
            </a:pPr>
            <a:r>
              <a:rPr sz="1100" dirty="0">
                <a:solidFill>
                  <a:srgbClr val="2A1F17"/>
                </a:solidFill>
                <a:latin typeface="Pretendard Medium"/>
                <a:ea typeface="Pretendard Medium"/>
                <a:cs typeface="Pretendard Medium"/>
              </a:rPr>
              <a:t>② </a:t>
            </a:r>
            <a:r>
              <a:rPr sz="1100" dirty="0" err="1">
                <a:solidFill>
                  <a:srgbClr val="2A1F17"/>
                </a:solidFill>
                <a:latin typeface="Pretendard Medium"/>
                <a:ea typeface="Pretendard Medium"/>
                <a:cs typeface="Pretendard Medium"/>
              </a:rPr>
              <a:t>레일</a:t>
            </a:r>
            <a:r>
              <a:rPr sz="1100" dirty="0">
                <a:solidFill>
                  <a:srgbClr val="2A1F17"/>
                </a:solidFill>
                <a:latin typeface="Pretendard Medium"/>
                <a:ea typeface="Pretendard Medium"/>
                <a:cs typeface="Pretendard Medium"/>
              </a:rPr>
              <a:t> · </a:t>
            </a:r>
            <a:r>
              <a:rPr sz="1100" dirty="0" err="1">
                <a:solidFill>
                  <a:srgbClr val="2A1F17"/>
                </a:solidFill>
                <a:latin typeface="Pretendard Medium"/>
                <a:ea typeface="Pretendard Medium"/>
                <a:cs typeface="Pretendard Medium"/>
              </a:rPr>
              <a:t>바퀴</a:t>
            </a:r>
            <a:r>
              <a:rPr sz="1100" dirty="0">
                <a:solidFill>
                  <a:srgbClr val="2A1F17"/>
                </a:solidFill>
                <a:latin typeface="Pretendard Medium"/>
                <a:ea typeface="Pretendard Medium"/>
                <a:cs typeface="Pretendard Medium"/>
              </a:rPr>
              <a:t> </a:t>
            </a:r>
            <a:r>
              <a:rPr sz="1100" dirty="0" err="1">
                <a:solidFill>
                  <a:srgbClr val="2A1F17"/>
                </a:solidFill>
                <a:latin typeface="Pretendard Medium"/>
                <a:ea typeface="Pretendard Medium"/>
                <a:cs typeface="Pretendard Medium"/>
              </a:rPr>
              <a:t>맞춤</a:t>
            </a:r>
            <a:r>
              <a:rPr sz="1100" dirty="0">
                <a:solidFill>
                  <a:srgbClr val="2A1F17"/>
                </a:solidFill>
                <a:latin typeface="Pretendard Medium"/>
                <a:ea typeface="Pretendard Medium"/>
                <a:cs typeface="Pretendard Medium"/>
              </a:rPr>
              <a:t> </a:t>
            </a:r>
            <a:r>
              <a:rPr sz="1100" dirty="0" err="1">
                <a:solidFill>
                  <a:srgbClr val="2A1F17"/>
                </a:solidFill>
                <a:latin typeface="Pretendard Medium"/>
                <a:ea typeface="Pretendard Medium"/>
                <a:cs typeface="Pretendard Medium"/>
              </a:rPr>
              <a:t>확인</a:t>
            </a:r>
            <a:endParaRPr sz="1100" dirty="0">
              <a:solidFill>
                <a:srgbClr val="2A1F17"/>
              </a:solidFill>
              <a:latin typeface="Pretendard Medium"/>
              <a:ea typeface="Pretendard Medium"/>
              <a:cs typeface="Pretendard Medium"/>
            </a:endParaRPr>
          </a:p>
          <a:p>
            <a:pPr>
              <a:lnSpc>
                <a:spcPct val="120000"/>
              </a:lnSpc>
              <a:spcAft>
                <a:spcPts val="267"/>
              </a:spcAft>
            </a:pPr>
            <a:r>
              <a:rPr sz="1100" dirty="0">
                <a:solidFill>
                  <a:srgbClr val="2A1F17"/>
                </a:solidFill>
                <a:latin typeface="Pretendard Medium"/>
                <a:ea typeface="Pretendard Medium"/>
                <a:cs typeface="Pretendard Medium"/>
              </a:rPr>
              <a:t>③ </a:t>
            </a:r>
            <a:r>
              <a:rPr sz="1100" dirty="0" err="1">
                <a:solidFill>
                  <a:srgbClr val="2A1F17"/>
                </a:solidFill>
                <a:latin typeface="Pretendard Medium"/>
                <a:ea typeface="Pretendard Medium"/>
                <a:cs typeface="Pretendard Medium"/>
              </a:rPr>
              <a:t>모터</a:t>
            </a:r>
            <a:r>
              <a:rPr sz="1100" dirty="0">
                <a:solidFill>
                  <a:srgbClr val="2A1F17"/>
                </a:solidFill>
                <a:latin typeface="Pretendard Medium"/>
                <a:ea typeface="Pretendard Medium"/>
                <a:cs typeface="Pretendard Medium"/>
              </a:rPr>
              <a:t> · </a:t>
            </a:r>
            <a:r>
              <a:rPr sz="1100" dirty="0" err="1">
                <a:solidFill>
                  <a:srgbClr val="2A1F17"/>
                </a:solidFill>
                <a:latin typeface="Pretendard Medium"/>
                <a:ea typeface="Pretendard Medium"/>
                <a:cs typeface="Pretendard Medium"/>
              </a:rPr>
              <a:t>피니언</a:t>
            </a:r>
            <a:r>
              <a:rPr sz="1100" dirty="0">
                <a:solidFill>
                  <a:srgbClr val="2A1F17"/>
                </a:solidFill>
                <a:latin typeface="Pretendard Medium"/>
                <a:ea typeface="Pretendard Medium"/>
                <a:cs typeface="Pretendard Medium"/>
              </a:rPr>
              <a:t> </a:t>
            </a:r>
            <a:r>
              <a:rPr sz="1100" dirty="0" err="1">
                <a:solidFill>
                  <a:srgbClr val="2A1F17"/>
                </a:solidFill>
                <a:latin typeface="Pretendard Medium"/>
                <a:ea typeface="Pretendard Medium"/>
                <a:cs typeface="Pretendard Medium"/>
              </a:rPr>
              <a:t>결합</a:t>
            </a:r>
            <a:endParaRPr sz="1100" dirty="0">
              <a:solidFill>
                <a:srgbClr val="2A1F17"/>
              </a:solidFill>
              <a:latin typeface="Pretendard Medium"/>
              <a:ea typeface="Pretendard Medium"/>
              <a:cs typeface="Pretendard Medium"/>
            </a:endParaRPr>
          </a:p>
          <a:p>
            <a:pPr>
              <a:lnSpc>
                <a:spcPct val="120000"/>
              </a:lnSpc>
            </a:pPr>
            <a:r>
              <a:rPr sz="1100" dirty="0">
                <a:solidFill>
                  <a:srgbClr val="2A1F17"/>
                </a:solidFill>
                <a:latin typeface="Pretendard Medium"/>
                <a:ea typeface="Pretendard Medium"/>
                <a:cs typeface="Pretendard Medium"/>
              </a:rPr>
              <a:t>④ </a:t>
            </a:r>
            <a:r>
              <a:rPr sz="1100" dirty="0" err="1">
                <a:solidFill>
                  <a:srgbClr val="2A1F17"/>
                </a:solidFill>
                <a:latin typeface="Pretendard Medium"/>
                <a:ea typeface="Pretendard Medium"/>
                <a:cs typeface="Pretendard Medium"/>
              </a:rPr>
              <a:t>카메라</a:t>
            </a:r>
            <a:r>
              <a:rPr sz="1100" dirty="0">
                <a:solidFill>
                  <a:srgbClr val="2A1F17"/>
                </a:solidFill>
                <a:latin typeface="Pretendard Medium"/>
                <a:ea typeface="Pretendard Medium"/>
                <a:cs typeface="Pretendard Medium"/>
              </a:rPr>
              <a:t> </a:t>
            </a:r>
            <a:r>
              <a:rPr sz="1100" dirty="0" err="1">
                <a:solidFill>
                  <a:srgbClr val="2A1F17"/>
                </a:solidFill>
                <a:latin typeface="Pretendard Medium"/>
                <a:ea typeface="Pretendard Medium"/>
                <a:cs typeface="Pretendard Medium"/>
              </a:rPr>
              <a:t>장착</a:t>
            </a:r>
            <a:endParaRPr sz="1100" dirty="0">
              <a:solidFill>
                <a:srgbClr val="2A1F17"/>
              </a:solidFill>
              <a:latin typeface="Pretendard Medium"/>
              <a:ea typeface="Pretendard Medium"/>
              <a:cs typeface="Pretendard Medium"/>
            </a:endParaRPr>
          </a:p>
        </p:txBody>
      </p:sp>
      <p:sp>
        <p:nvSpPr>
          <p:cNvPr id="14" name="TextBox 13"/>
          <p:cNvSpPr txBox="1"/>
          <p:nvPr/>
        </p:nvSpPr>
        <p:spPr>
          <a:xfrm>
            <a:off x="609600" y="6473952"/>
            <a:ext cx="3657600" cy="130100"/>
          </a:xfrm>
          <a:prstGeom prst="rect">
            <a:avLst/>
          </a:prstGeom>
          <a:noFill/>
        </p:spPr>
        <p:txBody>
          <a:bodyPr wrap="square" lIns="0" tIns="0" rIns="0" bIns="0" anchor="t">
            <a:spAutoFit/>
          </a:bodyPr>
          <a:lstStyle/>
          <a:p>
            <a:pPr>
              <a:lnSpc>
                <a:spcPct val="120000"/>
              </a:lnSpc>
            </a:pPr>
            <a:r>
              <a:rPr sz="767">
                <a:solidFill>
                  <a:srgbClr val="8C8078"/>
                </a:solidFill>
                <a:latin typeface="Pretendard Medium"/>
                <a:ea typeface="Pretendard Medium"/>
                <a:cs typeface="Pretendard Medium"/>
              </a:rPr>
              <a:t>BreadVision · 6조</a:t>
            </a:r>
          </a:p>
        </p:txBody>
      </p:sp>
      <p:sp>
        <p:nvSpPr>
          <p:cNvPr id="15" name="TextBox 14"/>
          <p:cNvSpPr txBox="1"/>
          <p:nvPr/>
        </p:nvSpPr>
        <p:spPr>
          <a:xfrm>
            <a:off x="9144000" y="6473952"/>
            <a:ext cx="2438400" cy="141642"/>
          </a:xfrm>
          <a:prstGeom prst="rect">
            <a:avLst/>
          </a:prstGeom>
          <a:noFill/>
        </p:spPr>
        <p:txBody>
          <a:bodyPr wrap="square" lIns="0" tIns="0" rIns="0" bIns="0" anchor="t">
            <a:spAutoFit/>
          </a:bodyPr>
          <a:lstStyle/>
          <a:p>
            <a:pPr algn="r">
              <a:lnSpc>
                <a:spcPct val="120000"/>
              </a:lnSpc>
            </a:pPr>
            <a:r>
              <a:rPr sz="767" dirty="0">
                <a:solidFill>
                  <a:srgbClr val="8C8078"/>
                </a:solidFill>
                <a:latin typeface="Pretendard Medium"/>
                <a:ea typeface="Pretendard Medium"/>
                <a:cs typeface="Pretendard Medium"/>
              </a:rPr>
              <a:t>2</a:t>
            </a:r>
            <a:r>
              <a:rPr lang="en-US" sz="767" dirty="0">
                <a:solidFill>
                  <a:srgbClr val="8C8078"/>
                </a:solidFill>
                <a:latin typeface="Pretendard Medium"/>
                <a:ea typeface="Pretendard Medium"/>
                <a:cs typeface="Pretendard Medium"/>
              </a:rPr>
              <a:t>8</a:t>
            </a:r>
            <a:r>
              <a:rPr sz="767" dirty="0">
                <a:solidFill>
                  <a:srgbClr val="8C8078"/>
                </a:solidFill>
                <a:latin typeface="Pretendard Medium"/>
                <a:ea typeface="Pretendard Medium"/>
                <a:cs typeface="Pretendard Medium"/>
              </a:rPr>
              <a:t> / </a:t>
            </a:r>
            <a:r>
              <a:rPr lang="en-US" altLang="ko-KR" sz="767" dirty="0" smtClean="0">
                <a:solidFill>
                  <a:srgbClr val="8C8078"/>
                </a:solidFill>
                <a:latin typeface="Pretendard Medium"/>
                <a:ea typeface="Pretendard Medium"/>
                <a:cs typeface="Pretendard Medium"/>
              </a:rPr>
              <a:t>36</a:t>
            </a:r>
            <a:endParaRPr sz="767" dirty="0">
              <a:solidFill>
                <a:srgbClr val="8C8078"/>
              </a:solidFill>
              <a:latin typeface="Pretendard Medium"/>
              <a:ea typeface="Pretendard Medium"/>
              <a:cs typeface="Pretendard Medium"/>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438912"/>
            <a:ext cx="10972800" cy="147028"/>
          </a:xfrm>
          <a:prstGeom prst="rect">
            <a:avLst/>
          </a:prstGeom>
          <a:noFill/>
        </p:spPr>
        <p:txBody>
          <a:bodyPr wrap="square" lIns="0" tIns="0" rIns="0" bIns="0" anchor="t">
            <a:spAutoFit/>
          </a:bodyPr>
          <a:lstStyle/>
          <a:p>
            <a:pPr>
              <a:lnSpc>
                <a:spcPct val="120000"/>
              </a:lnSpc>
            </a:pPr>
            <a:r>
              <a:rPr sz="867" spc="33" dirty="0">
                <a:solidFill>
                  <a:srgbClr val="C8641E"/>
                </a:solidFill>
                <a:latin typeface="Pretendard SemiBold"/>
                <a:ea typeface="Pretendard SemiBold"/>
                <a:cs typeface="Pretendard SemiBold"/>
              </a:rPr>
              <a:t>03  </a:t>
            </a:r>
            <a:r>
              <a:rPr sz="867" spc="33" dirty="0" err="1">
                <a:solidFill>
                  <a:srgbClr val="C8641E"/>
                </a:solidFill>
                <a:latin typeface="Pretendard SemiBold"/>
                <a:ea typeface="Pretendard SemiBold"/>
                <a:cs typeface="Pretendard SemiBold"/>
              </a:rPr>
              <a:t>핵심</a:t>
            </a:r>
            <a:r>
              <a:rPr sz="867" spc="33" dirty="0">
                <a:solidFill>
                  <a:srgbClr val="C8641E"/>
                </a:solidFill>
                <a:latin typeface="Pretendard SemiBold"/>
                <a:ea typeface="Pretendard SemiBold"/>
                <a:cs typeface="Pretendard SemiBold"/>
              </a:rPr>
              <a:t> </a:t>
            </a:r>
            <a:r>
              <a:rPr sz="867" spc="33" dirty="0" err="1">
                <a:solidFill>
                  <a:srgbClr val="C8641E"/>
                </a:solidFill>
                <a:latin typeface="Pretendard SemiBold"/>
                <a:ea typeface="Pretendard SemiBold"/>
                <a:cs typeface="Pretendard SemiBold"/>
              </a:rPr>
              <a:t>기술</a:t>
            </a:r>
            <a:endParaRPr sz="867" spc="33" dirty="0">
              <a:solidFill>
                <a:srgbClr val="C8641E"/>
              </a:solidFill>
              <a:latin typeface="Pretendard SemiBold"/>
              <a:ea typeface="Pretendard SemiBold"/>
              <a:cs typeface="Pretendard SemiBold"/>
            </a:endParaRPr>
          </a:p>
        </p:txBody>
      </p:sp>
      <p:sp>
        <p:nvSpPr>
          <p:cNvPr id="3" name="TextBox 2"/>
          <p:cNvSpPr txBox="1"/>
          <p:nvPr/>
        </p:nvSpPr>
        <p:spPr>
          <a:xfrm>
            <a:off x="609600" y="621792"/>
            <a:ext cx="10972800" cy="389787"/>
          </a:xfrm>
          <a:prstGeom prst="rect">
            <a:avLst/>
          </a:prstGeom>
          <a:noFill/>
        </p:spPr>
        <p:txBody>
          <a:bodyPr wrap="square" lIns="0" tIns="0" rIns="0" bIns="0" anchor="t">
            <a:spAutoFit/>
          </a:bodyPr>
          <a:lstStyle/>
          <a:p>
            <a:r>
              <a:rPr lang="ko-KR" altLang="en-US" sz="2533" b="1" spc="-40" dirty="0" err="1" smtClean="0">
                <a:solidFill>
                  <a:srgbClr val="2A1F17"/>
                </a:solidFill>
                <a:latin typeface="Pretendard"/>
                <a:ea typeface="Pretendard"/>
                <a:cs typeface="Pretendard"/>
              </a:rPr>
              <a:t>모터연결</a:t>
            </a:r>
            <a:r>
              <a:rPr lang="ko-KR" altLang="en-US" sz="2533" b="1" spc="-40" dirty="0" smtClean="0">
                <a:solidFill>
                  <a:srgbClr val="2A1F17"/>
                </a:solidFill>
                <a:latin typeface="Pretendard"/>
                <a:ea typeface="Pretendard"/>
                <a:cs typeface="Pretendard"/>
              </a:rPr>
              <a:t> 회로도 </a:t>
            </a:r>
            <a:endParaRPr sz="2533" b="1" spc="-40" dirty="0">
              <a:solidFill>
                <a:srgbClr val="2A1F17"/>
              </a:solidFill>
              <a:latin typeface="Pretendard"/>
              <a:ea typeface="Pretendard"/>
              <a:cs typeface="Pretendard"/>
            </a:endParaRPr>
          </a:p>
        </p:txBody>
      </p:sp>
      <p:sp>
        <p:nvSpPr>
          <p:cNvPr id="4" name="TextBox 3"/>
          <p:cNvSpPr txBox="1"/>
          <p:nvPr/>
        </p:nvSpPr>
        <p:spPr>
          <a:xfrm>
            <a:off x="609600" y="1158240"/>
            <a:ext cx="10972800" cy="184666"/>
          </a:xfrm>
          <a:prstGeom prst="rect">
            <a:avLst/>
          </a:prstGeom>
          <a:noFill/>
        </p:spPr>
        <p:txBody>
          <a:bodyPr wrap="square" lIns="0" tIns="0" rIns="0" bIns="0" anchor="t">
            <a:spAutoFit/>
          </a:bodyPr>
          <a:lstStyle/>
          <a:p>
            <a:r>
              <a:rPr sz="1200">
                <a:solidFill>
                  <a:srgbClr val="8C8078"/>
                </a:solidFill>
                <a:latin typeface="Pretendard Medium"/>
                <a:ea typeface="Pretendard Medium"/>
                <a:cs typeface="Pretendard Medium"/>
              </a:rPr>
              <a:t>랙·피니언 </a:t>
            </a:r>
            <a:r>
              <a:rPr sz="1200" dirty="0" err="1">
                <a:solidFill>
                  <a:srgbClr val="8C8078"/>
                </a:solidFill>
                <a:latin typeface="Pretendard Medium"/>
                <a:ea typeface="Pretendard Medium"/>
                <a:cs typeface="Pretendard Medium"/>
              </a:rPr>
              <a:t>구조</a:t>
            </a:r>
            <a:r>
              <a:rPr sz="1200" dirty="0">
                <a:solidFill>
                  <a:srgbClr val="8C8078"/>
                </a:solidFill>
                <a:latin typeface="Pretendard Medium"/>
                <a:ea typeface="Pretendard Medium"/>
                <a:cs typeface="Pretendard Medium"/>
              </a:rPr>
              <a:t> </a:t>
            </a:r>
            <a:r>
              <a:rPr sz="1200" dirty="0" err="1">
                <a:solidFill>
                  <a:srgbClr val="8C8078"/>
                </a:solidFill>
                <a:latin typeface="Pretendard Medium"/>
                <a:ea typeface="Pretendard Medium"/>
                <a:cs typeface="Pretendard Medium"/>
              </a:rPr>
              <a:t>설계</a:t>
            </a:r>
            <a:r>
              <a:rPr sz="1200" dirty="0">
                <a:solidFill>
                  <a:srgbClr val="8C8078"/>
                </a:solidFill>
                <a:latin typeface="Pretendard Medium"/>
                <a:ea typeface="Pretendard Medium"/>
                <a:cs typeface="Pretendard Medium"/>
              </a:rPr>
              <a:t> → 3D </a:t>
            </a:r>
            <a:r>
              <a:rPr sz="1200" dirty="0" err="1">
                <a:solidFill>
                  <a:srgbClr val="8C8078"/>
                </a:solidFill>
                <a:latin typeface="Pretendard Medium"/>
                <a:ea typeface="Pretendard Medium"/>
                <a:cs typeface="Pretendard Medium"/>
              </a:rPr>
              <a:t>프린터</a:t>
            </a:r>
            <a:r>
              <a:rPr sz="1200" dirty="0">
                <a:solidFill>
                  <a:srgbClr val="8C8078"/>
                </a:solidFill>
                <a:latin typeface="Pretendard Medium"/>
                <a:ea typeface="Pretendard Medium"/>
                <a:cs typeface="Pretendard Medium"/>
              </a:rPr>
              <a:t> </a:t>
            </a:r>
            <a:r>
              <a:rPr sz="1200" dirty="0" err="1">
                <a:solidFill>
                  <a:srgbClr val="8C8078"/>
                </a:solidFill>
                <a:latin typeface="Pretendard Medium"/>
                <a:ea typeface="Pretendard Medium"/>
                <a:cs typeface="Pretendard Medium"/>
              </a:rPr>
              <a:t>출력</a:t>
            </a:r>
            <a:r>
              <a:rPr sz="1200" dirty="0">
                <a:solidFill>
                  <a:srgbClr val="8C8078"/>
                </a:solidFill>
                <a:latin typeface="Pretendard Medium"/>
                <a:ea typeface="Pretendard Medium"/>
                <a:cs typeface="Pretendard Medium"/>
              </a:rPr>
              <a:t> → </a:t>
            </a:r>
            <a:r>
              <a:rPr sz="1200" dirty="0" err="1">
                <a:solidFill>
                  <a:srgbClr val="8C8078"/>
                </a:solidFill>
                <a:latin typeface="Pretendard Medium"/>
                <a:ea typeface="Pretendard Medium"/>
                <a:cs typeface="Pretendard Medium"/>
              </a:rPr>
              <a:t>모터·카메라</a:t>
            </a:r>
            <a:r>
              <a:rPr sz="1200" dirty="0">
                <a:solidFill>
                  <a:srgbClr val="8C8078"/>
                </a:solidFill>
                <a:latin typeface="Pretendard Medium"/>
                <a:ea typeface="Pretendard Medium"/>
                <a:cs typeface="Pretendard Medium"/>
              </a:rPr>
              <a:t> </a:t>
            </a:r>
            <a:r>
              <a:rPr sz="1200" dirty="0" err="1">
                <a:solidFill>
                  <a:srgbClr val="8C8078"/>
                </a:solidFill>
                <a:latin typeface="Pretendard Medium"/>
                <a:ea typeface="Pretendard Medium"/>
                <a:cs typeface="Pretendard Medium"/>
              </a:rPr>
              <a:t>조립</a:t>
            </a:r>
            <a:endParaRPr sz="1200" dirty="0">
              <a:solidFill>
                <a:srgbClr val="8C8078"/>
              </a:solidFill>
              <a:latin typeface="Pretendard Medium"/>
              <a:ea typeface="Pretendard Medium"/>
              <a:cs typeface="Pretendard Medium"/>
            </a:endParaRPr>
          </a:p>
        </p:txBody>
      </p:sp>
      <p:sp>
        <p:nvSpPr>
          <p:cNvPr id="14" name="TextBox 13"/>
          <p:cNvSpPr txBox="1"/>
          <p:nvPr/>
        </p:nvSpPr>
        <p:spPr>
          <a:xfrm>
            <a:off x="609600" y="6473952"/>
            <a:ext cx="3657600" cy="130100"/>
          </a:xfrm>
          <a:prstGeom prst="rect">
            <a:avLst/>
          </a:prstGeom>
          <a:noFill/>
        </p:spPr>
        <p:txBody>
          <a:bodyPr wrap="square" lIns="0" tIns="0" rIns="0" bIns="0" anchor="t">
            <a:spAutoFit/>
          </a:bodyPr>
          <a:lstStyle/>
          <a:p>
            <a:pPr>
              <a:lnSpc>
                <a:spcPct val="120000"/>
              </a:lnSpc>
            </a:pPr>
            <a:r>
              <a:rPr sz="767">
                <a:solidFill>
                  <a:srgbClr val="8C8078"/>
                </a:solidFill>
                <a:latin typeface="Pretendard Medium"/>
                <a:ea typeface="Pretendard Medium"/>
                <a:cs typeface="Pretendard Medium"/>
              </a:rPr>
              <a:t>BreadVision · 6조</a:t>
            </a:r>
          </a:p>
        </p:txBody>
      </p:sp>
      <p:sp>
        <p:nvSpPr>
          <p:cNvPr id="15" name="TextBox 14"/>
          <p:cNvSpPr txBox="1"/>
          <p:nvPr/>
        </p:nvSpPr>
        <p:spPr>
          <a:xfrm>
            <a:off x="9144000" y="6473952"/>
            <a:ext cx="2438400" cy="141642"/>
          </a:xfrm>
          <a:prstGeom prst="rect">
            <a:avLst/>
          </a:prstGeom>
          <a:noFill/>
        </p:spPr>
        <p:txBody>
          <a:bodyPr wrap="square" lIns="0" tIns="0" rIns="0" bIns="0" anchor="t">
            <a:spAutoFit/>
          </a:bodyPr>
          <a:lstStyle/>
          <a:p>
            <a:pPr algn="r">
              <a:lnSpc>
                <a:spcPct val="120000"/>
              </a:lnSpc>
            </a:pPr>
            <a:r>
              <a:rPr sz="767" dirty="0" smtClean="0">
                <a:solidFill>
                  <a:srgbClr val="8C8078"/>
                </a:solidFill>
                <a:latin typeface="Pretendard Medium"/>
                <a:ea typeface="Pretendard Medium"/>
                <a:cs typeface="Pretendard Medium"/>
              </a:rPr>
              <a:t>2</a:t>
            </a:r>
            <a:r>
              <a:rPr lang="en-US" sz="767" dirty="0">
                <a:solidFill>
                  <a:srgbClr val="8C8078"/>
                </a:solidFill>
                <a:latin typeface="Pretendard Medium"/>
                <a:ea typeface="Pretendard Medium"/>
                <a:cs typeface="Pretendard Medium"/>
              </a:rPr>
              <a:t>9</a:t>
            </a:r>
            <a:r>
              <a:rPr sz="767" dirty="0" smtClean="0">
                <a:solidFill>
                  <a:srgbClr val="8C8078"/>
                </a:solidFill>
                <a:latin typeface="Pretendard Medium"/>
                <a:ea typeface="Pretendard Medium"/>
                <a:cs typeface="Pretendard Medium"/>
              </a:rPr>
              <a:t> </a:t>
            </a:r>
            <a:r>
              <a:rPr sz="767" dirty="0">
                <a:solidFill>
                  <a:srgbClr val="8C8078"/>
                </a:solidFill>
                <a:latin typeface="Pretendard Medium"/>
                <a:ea typeface="Pretendard Medium"/>
                <a:cs typeface="Pretendard Medium"/>
              </a:rPr>
              <a:t>/ </a:t>
            </a:r>
            <a:r>
              <a:rPr lang="en-US" altLang="ko-KR" sz="767" dirty="0" smtClean="0">
                <a:solidFill>
                  <a:srgbClr val="8C8078"/>
                </a:solidFill>
                <a:latin typeface="Pretendard Medium"/>
                <a:ea typeface="Pretendard Medium"/>
                <a:cs typeface="Pretendard Medium"/>
              </a:rPr>
              <a:t>36</a:t>
            </a:r>
            <a:endParaRPr sz="767" dirty="0">
              <a:solidFill>
                <a:srgbClr val="8C8078"/>
              </a:solidFill>
              <a:latin typeface="Pretendard Medium"/>
              <a:ea typeface="Pretendard Medium"/>
              <a:cs typeface="Pretendard Medium"/>
            </a:endParaRPr>
          </a:p>
        </p:txBody>
      </p:sp>
      <p:pic>
        <p:nvPicPr>
          <p:cNvPr id="16" name="그림 15"/>
          <p:cNvPicPr>
            <a:picLocks noChangeAspect="1"/>
          </p:cNvPicPr>
          <p:nvPr/>
        </p:nvPicPr>
        <p:blipFill>
          <a:blip r:embed="rId3"/>
          <a:stretch>
            <a:fillRect/>
          </a:stretch>
        </p:blipFill>
        <p:spPr>
          <a:xfrm>
            <a:off x="2718827" y="1416739"/>
            <a:ext cx="7115455" cy="5057213"/>
          </a:xfrm>
          <a:prstGeom prst="rect">
            <a:avLst/>
          </a:prstGeom>
        </p:spPr>
      </p:pic>
    </p:spTree>
    <p:extLst>
      <p:ext uri="{BB962C8B-B14F-4D97-AF65-F5344CB8AC3E}">
        <p14:creationId xmlns:p14="http://schemas.microsoft.com/office/powerpoint/2010/main" val="41829496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438912"/>
            <a:ext cx="10972800" cy="147028"/>
          </a:xfrm>
          <a:prstGeom prst="rect">
            <a:avLst/>
          </a:prstGeom>
          <a:noFill/>
        </p:spPr>
        <p:txBody>
          <a:bodyPr wrap="square" lIns="0" tIns="0" rIns="0" bIns="0" anchor="t">
            <a:spAutoFit/>
          </a:bodyPr>
          <a:lstStyle/>
          <a:p>
            <a:pPr>
              <a:lnSpc>
                <a:spcPct val="120000"/>
              </a:lnSpc>
            </a:pPr>
            <a:r>
              <a:rPr sz="867" spc="33" dirty="0">
                <a:solidFill>
                  <a:srgbClr val="C8641E"/>
                </a:solidFill>
                <a:latin typeface="Pretendard SemiBold"/>
                <a:ea typeface="Pretendard SemiBold"/>
                <a:cs typeface="Pretendard SemiBold"/>
              </a:rPr>
              <a:t>03  </a:t>
            </a:r>
            <a:r>
              <a:rPr sz="867" spc="33" dirty="0" err="1">
                <a:solidFill>
                  <a:srgbClr val="C8641E"/>
                </a:solidFill>
                <a:latin typeface="Pretendard SemiBold"/>
                <a:ea typeface="Pretendard SemiBold"/>
                <a:cs typeface="Pretendard SemiBold"/>
              </a:rPr>
              <a:t>핵심</a:t>
            </a:r>
            <a:r>
              <a:rPr sz="867" spc="33" dirty="0">
                <a:solidFill>
                  <a:srgbClr val="C8641E"/>
                </a:solidFill>
                <a:latin typeface="Pretendard SemiBold"/>
                <a:ea typeface="Pretendard SemiBold"/>
                <a:cs typeface="Pretendard SemiBold"/>
              </a:rPr>
              <a:t> </a:t>
            </a:r>
            <a:r>
              <a:rPr sz="867" spc="33" dirty="0" err="1">
                <a:solidFill>
                  <a:srgbClr val="C8641E"/>
                </a:solidFill>
                <a:latin typeface="Pretendard SemiBold"/>
                <a:ea typeface="Pretendard SemiBold"/>
                <a:cs typeface="Pretendard SemiBold"/>
              </a:rPr>
              <a:t>기술</a:t>
            </a:r>
            <a:endParaRPr sz="867" spc="33" dirty="0">
              <a:solidFill>
                <a:srgbClr val="C8641E"/>
              </a:solidFill>
              <a:latin typeface="Pretendard SemiBold"/>
              <a:ea typeface="Pretendard SemiBold"/>
              <a:cs typeface="Pretendard SemiBold"/>
            </a:endParaRPr>
          </a:p>
        </p:txBody>
      </p:sp>
      <p:sp>
        <p:nvSpPr>
          <p:cNvPr id="3" name="TextBox 2"/>
          <p:cNvSpPr txBox="1"/>
          <p:nvPr/>
        </p:nvSpPr>
        <p:spPr>
          <a:xfrm>
            <a:off x="609600" y="621792"/>
            <a:ext cx="10972800" cy="389787"/>
          </a:xfrm>
          <a:prstGeom prst="rect">
            <a:avLst/>
          </a:prstGeom>
          <a:noFill/>
        </p:spPr>
        <p:txBody>
          <a:bodyPr wrap="square" lIns="0" tIns="0" rIns="0" bIns="0" anchor="t">
            <a:spAutoFit/>
          </a:bodyPr>
          <a:lstStyle/>
          <a:p>
            <a:r>
              <a:rPr lang="ko-KR" altLang="en-US" sz="2533" b="1" spc="-40" dirty="0" smtClean="0">
                <a:solidFill>
                  <a:srgbClr val="2A1F17"/>
                </a:solidFill>
                <a:latin typeface="Pretendard"/>
                <a:ea typeface="Pretendard"/>
                <a:cs typeface="Pretendard"/>
              </a:rPr>
              <a:t>외관 모습</a:t>
            </a:r>
            <a:endParaRPr sz="2533" b="1" spc="-40" dirty="0">
              <a:solidFill>
                <a:srgbClr val="2A1F17"/>
              </a:solidFill>
              <a:latin typeface="Pretendard"/>
              <a:ea typeface="Pretendard"/>
              <a:cs typeface="Pretendard"/>
            </a:endParaRPr>
          </a:p>
        </p:txBody>
      </p:sp>
      <p:sp>
        <p:nvSpPr>
          <p:cNvPr id="4" name="TextBox 3"/>
          <p:cNvSpPr txBox="1"/>
          <p:nvPr/>
        </p:nvSpPr>
        <p:spPr>
          <a:xfrm>
            <a:off x="609600" y="1158240"/>
            <a:ext cx="10972800" cy="184666"/>
          </a:xfrm>
          <a:prstGeom prst="rect">
            <a:avLst/>
          </a:prstGeom>
          <a:noFill/>
        </p:spPr>
        <p:txBody>
          <a:bodyPr wrap="square" lIns="0" tIns="0" rIns="0" bIns="0" anchor="t">
            <a:spAutoFit/>
          </a:bodyPr>
          <a:lstStyle/>
          <a:p>
            <a:r>
              <a:rPr sz="1200" dirty="0" err="1">
                <a:solidFill>
                  <a:srgbClr val="8C8078"/>
                </a:solidFill>
                <a:latin typeface="Pretendard Medium"/>
                <a:ea typeface="Pretendard Medium"/>
                <a:cs typeface="Pretendard Medium"/>
              </a:rPr>
              <a:t>랙·피니언</a:t>
            </a:r>
            <a:r>
              <a:rPr sz="1200" dirty="0">
                <a:solidFill>
                  <a:srgbClr val="8C8078"/>
                </a:solidFill>
                <a:latin typeface="Pretendard Medium"/>
                <a:ea typeface="Pretendard Medium"/>
                <a:cs typeface="Pretendard Medium"/>
              </a:rPr>
              <a:t> </a:t>
            </a:r>
            <a:r>
              <a:rPr sz="1200" dirty="0" err="1">
                <a:solidFill>
                  <a:srgbClr val="8C8078"/>
                </a:solidFill>
                <a:latin typeface="Pretendard Medium"/>
                <a:ea typeface="Pretendard Medium"/>
                <a:cs typeface="Pretendard Medium"/>
              </a:rPr>
              <a:t>구조</a:t>
            </a:r>
            <a:r>
              <a:rPr sz="1200" dirty="0">
                <a:solidFill>
                  <a:srgbClr val="8C8078"/>
                </a:solidFill>
                <a:latin typeface="Pretendard Medium"/>
                <a:ea typeface="Pretendard Medium"/>
                <a:cs typeface="Pretendard Medium"/>
              </a:rPr>
              <a:t> </a:t>
            </a:r>
            <a:r>
              <a:rPr sz="1200" dirty="0" err="1">
                <a:solidFill>
                  <a:srgbClr val="8C8078"/>
                </a:solidFill>
                <a:latin typeface="Pretendard Medium"/>
                <a:ea typeface="Pretendard Medium"/>
                <a:cs typeface="Pretendard Medium"/>
              </a:rPr>
              <a:t>설계</a:t>
            </a:r>
            <a:r>
              <a:rPr sz="1200" dirty="0">
                <a:solidFill>
                  <a:srgbClr val="8C8078"/>
                </a:solidFill>
                <a:latin typeface="Pretendard Medium"/>
                <a:ea typeface="Pretendard Medium"/>
                <a:cs typeface="Pretendard Medium"/>
              </a:rPr>
              <a:t> → 3D </a:t>
            </a:r>
            <a:r>
              <a:rPr sz="1200" dirty="0" err="1">
                <a:solidFill>
                  <a:srgbClr val="8C8078"/>
                </a:solidFill>
                <a:latin typeface="Pretendard Medium"/>
                <a:ea typeface="Pretendard Medium"/>
                <a:cs typeface="Pretendard Medium"/>
              </a:rPr>
              <a:t>프린터</a:t>
            </a:r>
            <a:r>
              <a:rPr sz="1200" dirty="0">
                <a:solidFill>
                  <a:srgbClr val="8C8078"/>
                </a:solidFill>
                <a:latin typeface="Pretendard Medium"/>
                <a:ea typeface="Pretendard Medium"/>
                <a:cs typeface="Pretendard Medium"/>
              </a:rPr>
              <a:t> </a:t>
            </a:r>
            <a:r>
              <a:rPr sz="1200" dirty="0" err="1">
                <a:solidFill>
                  <a:srgbClr val="8C8078"/>
                </a:solidFill>
                <a:latin typeface="Pretendard Medium"/>
                <a:ea typeface="Pretendard Medium"/>
                <a:cs typeface="Pretendard Medium"/>
              </a:rPr>
              <a:t>출력</a:t>
            </a:r>
            <a:r>
              <a:rPr sz="1200" dirty="0">
                <a:solidFill>
                  <a:srgbClr val="8C8078"/>
                </a:solidFill>
                <a:latin typeface="Pretendard Medium"/>
                <a:ea typeface="Pretendard Medium"/>
                <a:cs typeface="Pretendard Medium"/>
              </a:rPr>
              <a:t> → </a:t>
            </a:r>
            <a:r>
              <a:rPr sz="1200" dirty="0" err="1">
                <a:solidFill>
                  <a:srgbClr val="8C8078"/>
                </a:solidFill>
                <a:latin typeface="Pretendard Medium"/>
                <a:ea typeface="Pretendard Medium"/>
                <a:cs typeface="Pretendard Medium"/>
              </a:rPr>
              <a:t>모터·카메라</a:t>
            </a:r>
            <a:r>
              <a:rPr sz="1200" dirty="0">
                <a:solidFill>
                  <a:srgbClr val="8C8078"/>
                </a:solidFill>
                <a:latin typeface="Pretendard Medium"/>
                <a:ea typeface="Pretendard Medium"/>
                <a:cs typeface="Pretendard Medium"/>
              </a:rPr>
              <a:t> </a:t>
            </a:r>
            <a:r>
              <a:rPr sz="1200" dirty="0" err="1">
                <a:solidFill>
                  <a:srgbClr val="8C8078"/>
                </a:solidFill>
                <a:latin typeface="Pretendard Medium"/>
                <a:ea typeface="Pretendard Medium"/>
                <a:cs typeface="Pretendard Medium"/>
              </a:rPr>
              <a:t>조립</a:t>
            </a:r>
            <a:endParaRPr sz="1200" dirty="0">
              <a:solidFill>
                <a:srgbClr val="8C8078"/>
              </a:solidFill>
              <a:latin typeface="Pretendard Medium"/>
              <a:ea typeface="Pretendard Medium"/>
              <a:cs typeface="Pretendard Medium"/>
            </a:endParaRPr>
          </a:p>
        </p:txBody>
      </p:sp>
      <p:sp>
        <p:nvSpPr>
          <p:cNvPr id="14" name="TextBox 13"/>
          <p:cNvSpPr txBox="1"/>
          <p:nvPr/>
        </p:nvSpPr>
        <p:spPr>
          <a:xfrm>
            <a:off x="609600" y="6473952"/>
            <a:ext cx="3657600" cy="130100"/>
          </a:xfrm>
          <a:prstGeom prst="rect">
            <a:avLst/>
          </a:prstGeom>
          <a:noFill/>
        </p:spPr>
        <p:txBody>
          <a:bodyPr wrap="square" lIns="0" tIns="0" rIns="0" bIns="0" anchor="t">
            <a:spAutoFit/>
          </a:bodyPr>
          <a:lstStyle/>
          <a:p>
            <a:pPr>
              <a:lnSpc>
                <a:spcPct val="120000"/>
              </a:lnSpc>
            </a:pPr>
            <a:r>
              <a:rPr sz="767">
                <a:solidFill>
                  <a:srgbClr val="8C8078"/>
                </a:solidFill>
                <a:latin typeface="Pretendard Medium"/>
                <a:ea typeface="Pretendard Medium"/>
                <a:cs typeface="Pretendard Medium"/>
              </a:rPr>
              <a:t>BreadVision · 6조</a:t>
            </a:r>
          </a:p>
        </p:txBody>
      </p:sp>
      <p:sp>
        <p:nvSpPr>
          <p:cNvPr id="15" name="TextBox 14"/>
          <p:cNvSpPr txBox="1"/>
          <p:nvPr/>
        </p:nvSpPr>
        <p:spPr>
          <a:xfrm>
            <a:off x="9144000" y="6473952"/>
            <a:ext cx="2438400" cy="141642"/>
          </a:xfrm>
          <a:prstGeom prst="rect">
            <a:avLst/>
          </a:prstGeom>
          <a:noFill/>
        </p:spPr>
        <p:txBody>
          <a:bodyPr wrap="square" lIns="0" tIns="0" rIns="0" bIns="0" anchor="t">
            <a:spAutoFit/>
          </a:bodyPr>
          <a:lstStyle/>
          <a:p>
            <a:pPr algn="r">
              <a:lnSpc>
                <a:spcPct val="120000"/>
              </a:lnSpc>
            </a:pPr>
            <a:r>
              <a:rPr lang="en-US" sz="767" dirty="0" smtClean="0">
                <a:solidFill>
                  <a:srgbClr val="8C8078"/>
                </a:solidFill>
                <a:latin typeface="Pretendard Medium"/>
                <a:ea typeface="Pretendard Medium"/>
                <a:cs typeface="Pretendard Medium"/>
              </a:rPr>
              <a:t>30</a:t>
            </a:r>
            <a:r>
              <a:rPr sz="767" dirty="0" smtClean="0">
                <a:solidFill>
                  <a:srgbClr val="8C8078"/>
                </a:solidFill>
                <a:latin typeface="Pretendard Medium"/>
                <a:ea typeface="Pretendard Medium"/>
                <a:cs typeface="Pretendard Medium"/>
              </a:rPr>
              <a:t> </a:t>
            </a:r>
            <a:r>
              <a:rPr sz="767" dirty="0">
                <a:solidFill>
                  <a:srgbClr val="8C8078"/>
                </a:solidFill>
                <a:latin typeface="Pretendard Medium"/>
                <a:ea typeface="Pretendard Medium"/>
                <a:cs typeface="Pretendard Medium"/>
              </a:rPr>
              <a:t>/ </a:t>
            </a:r>
            <a:r>
              <a:rPr lang="en-US" altLang="ko-KR" sz="767" dirty="0" smtClean="0">
                <a:solidFill>
                  <a:srgbClr val="8C8078"/>
                </a:solidFill>
                <a:latin typeface="Pretendard Medium"/>
                <a:ea typeface="Pretendard Medium"/>
                <a:cs typeface="Pretendard Medium"/>
              </a:rPr>
              <a:t>36</a:t>
            </a:r>
            <a:endParaRPr sz="767" dirty="0">
              <a:solidFill>
                <a:srgbClr val="8C8078"/>
              </a:solidFill>
              <a:latin typeface="Pretendard Medium"/>
              <a:ea typeface="Pretendard Medium"/>
              <a:cs typeface="Pretendard Medium"/>
            </a:endParaRPr>
          </a:p>
        </p:txBody>
      </p:sp>
      <p:pic>
        <p:nvPicPr>
          <p:cNvPr id="6" name="그림 5"/>
          <p:cNvPicPr>
            <a:picLocks noChangeAspect="1"/>
          </p:cNvPicPr>
          <p:nvPr/>
        </p:nvPicPr>
        <p:blipFill>
          <a:blip r:embed="rId3"/>
          <a:stretch>
            <a:fillRect/>
          </a:stretch>
        </p:blipFill>
        <p:spPr>
          <a:xfrm>
            <a:off x="1718338" y="1594635"/>
            <a:ext cx="3814469" cy="4296261"/>
          </a:xfrm>
          <a:prstGeom prst="rect">
            <a:avLst/>
          </a:prstGeom>
        </p:spPr>
      </p:pic>
      <p:pic>
        <p:nvPicPr>
          <p:cNvPr id="8" name="그림 7"/>
          <p:cNvPicPr>
            <a:picLocks noChangeAspect="1"/>
          </p:cNvPicPr>
          <p:nvPr/>
        </p:nvPicPr>
        <p:blipFill>
          <a:blip r:embed="rId4"/>
          <a:stretch>
            <a:fillRect/>
          </a:stretch>
        </p:blipFill>
        <p:spPr>
          <a:xfrm>
            <a:off x="6431232" y="1250573"/>
            <a:ext cx="3721656" cy="4962209"/>
          </a:xfrm>
          <a:prstGeom prst="rect">
            <a:avLst/>
          </a:prstGeom>
        </p:spPr>
      </p:pic>
    </p:spTree>
    <p:extLst>
      <p:ext uri="{BB962C8B-B14F-4D97-AF65-F5344CB8AC3E}">
        <p14:creationId xmlns:p14="http://schemas.microsoft.com/office/powerpoint/2010/main" val="246922763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1463040"/>
            <a:ext cx="3657600" cy="984885"/>
          </a:xfrm>
          <a:prstGeom prst="rect">
            <a:avLst/>
          </a:prstGeom>
          <a:noFill/>
        </p:spPr>
        <p:txBody>
          <a:bodyPr wrap="square" lIns="0" tIns="0" rIns="0" bIns="0" anchor="t">
            <a:spAutoFit/>
          </a:bodyPr>
          <a:lstStyle/>
          <a:p>
            <a:r>
              <a:rPr sz="6400" spc="-133">
                <a:solidFill>
                  <a:srgbClr val="C8641E"/>
                </a:solidFill>
                <a:latin typeface="Pretendard ExtraBold"/>
                <a:ea typeface="Pretendard ExtraBold"/>
                <a:cs typeface="Pretendard ExtraBold"/>
              </a:rPr>
              <a:t>04</a:t>
            </a:r>
          </a:p>
        </p:txBody>
      </p:sp>
      <p:sp>
        <p:nvSpPr>
          <p:cNvPr id="3" name="TextBox 2"/>
          <p:cNvSpPr txBox="1"/>
          <p:nvPr/>
        </p:nvSpPr>
        <p:spPr>
          <a:xfrm>
            <a:off x="609600" y="2560320"/>
            <a:ext cx="7315200" cy="553998"/>
          </a:xfrm>
          <a:prstGeom prst="rect">
            <a:avLst/>
          </a:prstGeom>
          <a:noFill/>
        </p:spPr>
        <p:txBody>
          <a:bodyPr wrap="square" lIns="0" tIns="0" rIns="0" bIns="0" anchor="t">
            <a:spAutoFit/>
          </a:bodyPr>
          <a:lstStyle/>
          <a:p>
            <a:r>
              <a:rPr sz="3600" b="1" spc="-67" dirty="0" err="1">
                <a:solidFill>
                  <a:srgbClr val="633D1B"/>
                </a:solidFill>
                <a:latin typeface="Pretendard"/>
                <a:ea typeface="Pretendard"/>
                <a:cs typeface="Pretendard"/>
              </a:rPr>
              <a:t>결과</a:t>
            </a:r>
            <a:r>
              <a:rPr sz="3600" b="1" spc="-67" dirty="0">
                <a:solidFill>
                  <a:srgbClr val="633D1B"/>
                </a:solidFill>
                <a:latin typeface="Pretendard"/>
                <a:ea typeface="Pretendard"/>
                <a:cs typeface="Pretendard"/>
              </a:rPr>
              <a:t> </a:t>
            </a:r>
            <a:r>
              <a:rPr sz="3600" b="1" spc="-67" dirty="0" err="1">
                <a:solidFill>
                  <a:srgbClr val="633D1B"/>
                </a:solidFill>
                <a:latin typeface="Pretendard"/>
                <a:ea typeface="Pretendard"/>
                <a:cs typeface="Pretendard"/>
              </a:rPr>
              <a:t>분석</a:t>
            </a:r>
            <a:r>
              <a:rPr sz="3600" b="1" spc="-67" dirty="0">
                <a:solidFill>
                  <a:srgbClr val="633D1B"/>
                </a:solidFill>
                <a:latin typeface="Pretendard"/>
                <a:ea typeface="Pretendard"/>
                <a:cs typeface="Pretendard"/>
              </a:rPr>
              <a:t> 및 </a:t>
            </a:r>
            <a:r>
              <a:rPr sz="3600" b="1" spc="-67" dirty="0" err="1">
                <a:solidFill>
                  <a:srgbClr val="633D1B"/>
                </a:solidFill>
                <a:latin typeface="Pretendard"/>
                <a:ea typeface="Pretendard"/>
                <a:cs typeface="Pretendard"/>
              </a:rPr>
              <a:t>기대</a:t>
            </a:r>
            <a:r>
              <a:rPr sz="3600" b="1" spc="-67" dirty="0">
                <a:solidFill>
                  <a:srgbClr val="633D1B"/>
                </a:solidFill>
                <a:latin typeface="Pretendard"/>
                <a:ea typeface="Pretendard"/>
                <a:cs typeface="Pretendard"/>
              </a:rPr>
              <a:t> </a:t>
            </a:r>
            <a:r>
              <a:rPr sz="3600" b="1" spc="-67" dirty="0" err="1">
                <a:solidFill>
                  <a:srgbClr val="633D1B"/>
                </a:solidFill>
                <a:latin typeface="Pretendard"/>
                <a:ea typeface="Pretendard"/>
                <a:cs typeface="Pretendard"/>
              </a:rPr>
              <a:t>효과</a:t>
            </a:r>
            <a:endParaRPr lang="ko-KR" altLang="en-US" sz="3600" b="1" spc="-67" dirty="0" err="1">
              <a:solidFill>
                <a:srgbClr val="633D1B"/>
              </a:solidFill>
              <a:latin typeface="Pretendard"/>
              <a:ea typeface="Pretendard"/>
              <a:cs typeface="Pretendard"/>
            </a:endParaRPr>
          </a:p>
        </p:txBody>
      </p:sp>
      <p:sp>
        <p:nvSpPr>
          <p:cNvPr id="4" name="TextBox 3"/>
          <p:cNvSpPr txBox="1"/>
          <p:nvPr/>
        </p:nvSpPr>
        <p:spPr>
          <a:xfrm>
            <a:off x="609600" y="3474720"/>
            <a:ext cx="7315200" cy="551305"/>
          </a:xfrm>
          <a:prstGeom prst="rect">
            <a:avLst/>
          </a:prstGeom>
          <a:noFill/>
        </p:spPr>
        <p:txBody>
          <a:bodyPr wrap="square" lIns="0" tIns="0" rIns="0" bIns="0" anchor="t">
            <a:spAutoFit/>
          </a:bodyPr>
          <a:lstStyle/>
          <a:p>
            <a:pPr>
              <a:lnSpc>
                <a:spcPct val="135000"/>
              </a:lnSpc>
              <a:spcAft>
                <a:spcPts val="400"/>
              </a:spcAft>
            </a:pPr>
            <a:r>
              <a:rPr sz="1267" dirty="0" err="1">
                <a:solidFill>
                  <a:srgbClr val="B9ACA0"/>
                </a:solidFill>
                <a:latin typeface="Pretendard Medium"/>
                <a:ea typeface="Pretendard Medium"/>
                <a:cs typeface="Pretendard Medium"/>
              </a:rPr>
              <a:t>자체</a:t>
            </a:r>
            <a:r>
              <a:rPr sz="1267" dirty="0">
                <a:solidFill>
                  <a:srgbClr val="B9ACA0"/>
                </a:solidFill>
                <a:latin typeface="Pretendard Medium"/>
                <a:ea typeface="Pretendard Medium"/>
                <a:cs typeface="Pretendard Medium"/>
              </a:rPr>
              <a:t> </a:t>
            </a:r>
            <a:r>
              <a:rPr sz="1267" dirty="0" err="1">
                <a:solidFill>
                  <a:srgbClr val="B9ACA0"/>
                </a:solidFill>
                <a:latin typeface="Pretendard Medium"/>
                <a:ea typeface="Pretendard Medium"/>
                <a:cs typeface="Pretendard Medium"/>
              </a:rPr>
              <a:t>테스트셋</a:t>
            </a:r>
            <a:r>
              <a:rPr sz="1267" dirty="0">
                <a:solidFill>
                  <a:srgbClr val="B9ACA0"/>
                </a:solidFill>
                <a:latin typeface="Pretendard Medium"/>
                <a:ea typeface="Pretendard Medium"/>
                <a:cs typeface="Pretendard Medium"/>
              </a:rPr>
              <a:t> 120장 </a:t>
            </a:r>
            <a:r>
              <a:rPr sz="1267" dirty="0" err="1">
                <a:solidFill>
                  <a:srgbClr val="B9ACA0"/>
                </a:solidFill>
                <a:latin typeface="Pretendard Medium"/>
                <a:ea typeface="Pretendard Medium"/>
                <a:cs typeface="Pretendard Medium"/>
              </a:rPr>
              <a:t>최종</a:t>
            </a:r>
            <a:r>
              <a:rPr sz="1267" dirty="0">
                <a:solidFill>
                  <a:srgbClr val="B9ACA0"/>
                </a:solidFill>
                <a:latin typeface="Pretendard Medium"/>
                <a:ea typeface="Pretendard Medium"/>
                <a:cs typeface="Pretendard Medium"/>
              </a:rPr>
              <a:t> </a:t>
            </a:r>
            <a:r>
              <a:rPr sz="1267" dirty="0" err="1">
                <a:solidFill>
                  <a:srgbClr val="B9ACA0"/>
                </a:solidFill>
                <a:latin typeface="Pretendard Medium"/>
                <a:ea typeface="Pretendard Medium"/>
                <a:cs typeface="Pretendard Medium"/>
              </a:rPr>
              <a:t>평가</a:t>
            </a:r>
            <a:endParaRPr sz="1267" dirty="0">
              <a:solidFill>
                <a:srgbClr val="B9ACA0"/>
              </a:solidFill>
              <a:latin typeface="Pretendard Medium"/>
              <a:ea typeface="Pretendard Medium"/>
              <a:cs typeface="Pretendard Medium"/>
            </a:endParaRPr>
          </a:p>
          <a:p>
            <a:pPr>
              <a:lnSpc>
                <a:spcPct val="135000"/>
              </a:lnSpc>
              <a:spcAft>
                <a:spcPts val="400"/>
              </a:spcAft>
            </a:pPr>
            <a:r>
              <a:rPr sz="1267" dirty="0" err="1">
                <a:solidFill>
                  <a:srgbClr val="B9ACA0"/>
                </a:solidFill>
                <a:latin typeface="Pretendard Medium"/>
                <a:ea typeface="Pretendard Medium"/>
                <a:cs typeface="Pretendard Medium"/>
              </a:rPr>
              <a:t>결과</a:t>
            </a:r>
            <a:r>
              <a:rPr sz="1267" dirty="0">
                <a:solidFill>
                  <a:srgbClr val="B9ACA0"/>
                </a:solidFill>
                <a:latin typeface="Pretendard Medium"/>
                <a:ea typeface="Pretendard Medium"/>
                <a:cs typeface="Pretendard Medium"/>
              </a:rPr>
              <a:t> </a:t>
            </a:r>
            <a:r>
              <a:rPr sz="1267" dirty="0" err="1">
                <a:solidFill>
                  <a:srgbClr val="B9ACA0"/>
                </a:solidFill>
                <a:latin typeface="Pretendard Medium"/>
                <a:ea typeface="Pretendard Medium"/>
                <a:cs typeface="Pretendard Medium"/>
              </a:rPr>
              <a:t>분석</a:t>
            </a:r>
            <a:r>
              <a:rPr sz="1267" dirty="0">
                <a:solidFill>
                  <a:srgbClr val="B9ACA0"/>
                </a:solidFill>
                <a:latin typeface="Pretendard Medium"/>
                <a:ea typeface="Pretendard Medium"/>
                <a:cs typeface="Pretendard Medium"/>
              </a:rPr>
              <a:t> · </a:t>
            </a:r>
            <a:r>
              <a:rPr sz="1267" dirty="0" err="1" smtClean="0">
                <a:solidFill>
                  <a:srgbClr val="B9ACA0"/>
                </a:solidFill>
                <a:latin typeface="Pretendard Medium"/>
                <a:ea typeface="Pretendard Medium"/>
                <a:cs typeface="Pretendard Medium"/>
              </a:rPr>
              <a:t>기대</a:t>
            </a:r>
            <a:r>
              <a:rPr sz="1267" dirty="0" smtClean="0">
                <a:solidFill>
                  <a:srgbClr val="B9ACA0"/>
                </a:solidFill>
                <a:latin typeface="Pretendard Medium"/>
                <a:ea typeface="Pretendard Medium"/>
                <a:cs typeface="Pretendard Medium"/>
              </a:rPr>
              <a:t> </a:t>
            </a:r>
            <a:r>
              <a:rPr sz="1267" dirty="0" err="1">
                <a:solidFill>
                  <a:srgbClr val="B9ACA0"/>
                </a:solidFill>
                <a:latin typeface="Pretendard Medium"/>
                <a:ea typeface="Pretendard Medium"/>
                <a:cs typeface="Pretendard Medium"/>
              </a:rPr>
              <a:t>효과</a:t>
            </a:r>
            <a:endParaRPr sz="1267" dirty="0">
              <a:solidFill>
                <a:srgbClr val="B9ACA0"/>
              </a:solidFill>
              <a:latin typeface="Pretendard Medium"/>
              <a:ea typeface="Pretendard Medium"/>
              <a:cs typeface="Pretendard Medium"/>
            </a:endParaRPr>
          </a:p>
        </p:txBody>
      </p:sp>
      <p:sp>
        <p:nvSpPr>
          <p:cNvPr id="5" name="TextBox 4"/>
          <p:cNvSpPr txBox="1"/>
          <p:nvPr/>
        </p:nvSpPr>
        <p:spPr>
          <a:xfrm>
            <a:off x="609600" y="6473952"/>
            <a:ext cx="3657600" cy="130100"/>
          </a:xfrm>
          <a:prstGeom prst="rect">
            <a:avLst/>
          </a:prstGeom>
          <a:noFill/>
        </p:spPr>
        <p:txBody>
          <a:bodyPr wrap="square" lIns="0" tIns="0" rIns="0" bIns="0" anchor="t">
            <a:spAutoFit/>
          </a:bodyPr>
          <a:lstStyle/>
          <a:p>
            <a:pPr>
              <a:lnSpc>
                <a:spcPct val="120000"/>
              </a:lnSpc>
            </a:pPr>
            <a:r>
              <a:rPr sz="767">
                <a:solidFill>
                  <a:srgbClr val="B9ACA0"/>
                </a:solidFill>
                <a:latin typeface="Pretendard Medium"/>
                <a:ea typeface="Pretendard Medium"/>
                <a:cs typeface="Pretendard Medium"/>
              </a:rPr>
              <a:t>BreadVision · 6조</a:t>
            </a:r>
          </a:p>
        </p:txBody>
      </p:sp>
      <p:sp>
        <p:nvSpPr>
          <p:cNvPr id="6" name="TextBox 5"/>
          <p:cNvSpPr txBox="1"/>
          <p:nvPr/>
        </p:nvSpPr>
        <p:spPr>
          <a:xfrm>
            <a:off x="9144000" y="6473952"/>
            <a:ext cx="2438400" cy="141642"/>
          </a:xfrm>
          <a:prstGeom prst="rect">
            <a:avLst/>
          </a:prstGeom>
          <a:noFill/>
        </p:spPr>
        <p:txBody>
          <a:bodyPr wrap="square" lIns="0" tIns="0" rIns="0" bIns="0" anchor="t">
            <a:spAutoFit/>
          </a:bodyPr>
          <a:lstStyle/>
          <a:p>
            <a:pPr algn="r">
              <a:lnSpc>
                <a:spcPct val="120000"/>
              </a:lnSpc>
            </a:pPr>
            <a:r>
              <a:rPr lang="en-US" sz="767" dirty="0" smtClean="0">
                <a:solidFill>
                  <a:srgbClr val="B9ACA0"/>
                </a:solidFill>
                <a:latin typeface="Pretendard Medium"/>
                <a:ea typeface="Pretendard Medium"/>
                <a:cs typeface="Pretendard Medium"/>
              </a:rPr>
              <a:t>31 </a:t>
            </a:r>
            <a:r>
              <a:rPr sz="767" dirty="0" smtClean="0">
                <a:solidFill>
                  <a:srgbClr val="B9ACA0"/>
                </a:solidFill>
                <a:latin typeface="Pretendard Medium"/>
                <a:ea typeface="Pretendard Medium"/>
                <a:cs typeface="Pretendard Medium"/>
              </a:rPr>
              <a:t>/ </a:t>
            </a:r>
            <a:r>
              <a:rPr lang="en-US" altLang="ko-KR" sz="767" dirty="0" smtClean="0">
                <a:solidFill>
                  <a:srgbClr val="B9ACA0"/>
                </a:solidFill>
                <a:latin typeface="Pretendard Medium"/>
                <a:ea typeface="Pretendard Medium"/>
                <a:cs typeface="Pretendard Medium"/>
              </a:rPr>
              <a:t>36</a:t>
            </a:r>
            <a:endParaRPr sz="767" dirty="0">
              <a:solidFill>
                <a:srgbClr val="B9ACA0"/>
              </a:solidFill>
              <a:latin typeface="Pretendard Medium"/>
              <a:ea typeface="Pretendard Medium"/>
              <a:cs typeface="Pretendard Medium"/>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438912"/>
            <a:ext cx="10972800" cy="147028"/>
          </a:xfrm>
          <a:prstGeom prst="rect">
            <a:avLst/>
          </a:prstGeom>
          <a:noFill/>
        </p:spPr>
        <p:txBody>
          <a:bodyPr wrap="square" lIns="0" tIns="0" rIns="0" bIns="0" anchor="t">
            <a:spAutoFit/>
          </a:bodyPr>
          <a:lstStyle/>
          <a:p>
            <a:pPr>
              <a:lnSpc>
                <a:spcPct val="120000"/>
              </a:lnSpc>
            </a:pPr>
            <a:r>
              <a:rPr sz="867" spc="33">
                <a:solidFill>
                  <a:srgbClr val="C8641E"/>
                </a:solidFill>
                <a:latin typeface="Pretendard SemiBold"/>
                <a:ea typeface="Pretendard SemiBold"/>
                <a:cs typeface="Pretendard SemiBold"/>
              </a:rPr>
              <a:t>04  결과 분석 및 기대 효과</a:t>
            </a:r>
          </a:p>
        </p:txBody>
      </p:sp>
      <p:sp>
        <p:nvSpPr>
          <p:cNvPr id="3" name="TextBox 2"/>
          <p:cNvSpPr txBox="1"/>
          <p:nvPr/>
        </p:nvSpPr>
        <p:spPr>
          <a:xfrm>
            <a:off x="609600" y="621792"/>
            <a:ext cx="10972800" cy="389787"/>
          </a:xfrm>
          <a:prstGeom prst="rect">
            <a:avLst/>
          </a:prstGeom>
          <a:noFill/>
        </p:spPr>
        <p:txBody>
          <a:bodyPr wrap="square" lIns="0" tIns="0" rIns="0" bIns="0" anchor="t">
            <a:spAutoFit/>
          </a:bodyPr>
          <a:lstStyle/>
          <a:p>
            <a:r>
              <a:rPr sz="2533" b="1" spc="-40" dirty="0" err="1" smtClean="0">
                <a:solidFill>
                  <a:srgbClr val="2A1F17"/>
                </a:solidFill>
                <a:latin typeface="Pretendard"/>
                <a:ea typeface="Pretendard"/>
                <a:cs typeface="Pretendard"/>
              </a:rPr>
              <a:t>테스트셋</a:t>
            </a:r>
            <a:r>
              <a:rPr sz="2533" b="1" spc="-40" dirty="0" smtClean="0">
                <a:solidFill>
                  <a:srgbClr val="2A1F17"/>
                </a:solidFill>
                <a:latin typeface="Pretendard"/>
                <a:ea typeface="Pretendard"/>
                <a:cs typeface="Pretendard"/>
              </a:rPr>
              <a:t> </a:t>
            </a:r>
            <a:r>
              <a:rPr sz="2533" b="1" spc="-40" dirty="0" err="1">
                <a:solidFill>
                  <a:srgbClr val="2A1F17"/>
                </a:solidFill>
                <a:latin typeface="Pretendard"/>
                <a:ea typeface="Pretendard"/>
                <a:cs typeface="Pretendard"/>
              </a:rPr>
              <a:t>평가</a:t>
            </a:r>
            <a:endParaRPr sz="2533" b="1" spc="-40" dirty="0">
              <a:solidFill>
                <a:srgbClr val="2A1F17"/>
              </a:solidFill>
              <a:latin typeface="Pretendard"/>
              <a:ea typeface="Pretendard"/>
              <a:cs typeface="Pretendard"/>
            </a:endParaRPr>
          </a:p>
        </p:txBody>
      </p:sp>
      <p:sp>
        <p:nvSpPr>
          <p:cNvPr id="4" name="TextBox 3"/>
          <p:cNvSpPr txBox="1"/>
          <p:nvPr/>
        </p:nvSpPr>
        <p:spPr>
          <a:xfrm>
            <a:off x="609600" y="1158240"/>
            <a:ext cx="10972800" cy="184666"/>
          </a:xfrm>
          <a:prstGeom prst="rect">
            <a:avLst/>
          </a:prstGeom>
          <a:noFill/>
        </p:spPr>
        <p:txBody>
          <a:bodyPr wrap="square" lIns="0" tIns="0" rIns="0" bIns="0" anchor="t">
            <a:spAutoFit/>
          </a:bodyPr>
          <a:lstStyle/>
          <a:p>
            <a:r>
              <a:rPr lang="ko-KR" altLang="en-US" sz="1200" dirty="0">
                <a:solidFill>
                  <a:srgbClr val="8C8078"/>
                </a:solidFill>
                <a:latin typeface="Pretendard Medium"/>
                <a:ea typeface="Pretendard Medium"/>
                <a:cs typeface="Pretendard Medium"/>
              </a:rPr>
              <a:t>학습에 사용하지 않은 실제 환경 이미지 </a:t>
            </a:r>
            <a:r>
              <a:rPr lang="en-US" altLang="ko-KR" sz="1200" dirty="0">
                <a:solidFill>
                  <a:srgbClr val="8C8078"/>
                </a:solidFill>
                <a:latin typeface="Pretendard Medium"/>
                <a:ea typeface="Pretendard Medium"/>
                <a:cs typeface="Pretendard Medium"/>
              </a:rPr>
              <a:t>120</a:t>
            </a:r>
            <a:r>
              <a:rPr lang="ko-KR" altLang="en-US" sz="1200" dirty="0" smtClean="0">
                <a:solidFill>
                  <a:srgbClr val="8C8078"/>
                </a:solidFill>
                <a:latin typeface="Pretendard Medium"/>
                <a:ea typeface="Pretendard Medium"/>
                <a:cs typeface="Pretendard Medium"/>
              </a:rPr>
              <a:t>장 </a:t>
            </a:r>
            <a:r>
              <a:rPr sz="1200" dirty="0" smtClean="0">
                <a:solidFill>
                  <a:srgbClr val="8C8078"/>
                </a:solidFill>
                <a:latin typeface="Pretendard Medium"/>
                <a:ea typeface="Pretendard Medium"/>
                <a:cs typeface="Pretendard Medium"/>
              </a:rPr>
              <a:t>· </a:t>
            </a:r>
            <a:r>
              <a:rPr sz="1200" dirty="0">
                <a:solidFill>
                  <a:srgbClr val="8C8078"/>
                </a:solidFill>
                <a:latin typeface="Pretendard Medium"/>
                <a:ea typeface="Pretendard Medium"/>
                <a:cs typeface="Pretendard Medium"/>
              </a:rPr>
              <a:t>12종 · 빵 625개 · 한 장 1~8개 · </a:t>
            </a:r>
            <a:r>
              <a:rPr sz="1200" dirty="0" err="1">
                <a:solidFill>
                  <a:srgbClr val="8C8078"/>
                </a:solidFill>
                <a:latin typeface="Pretendard Medium"/>
                <a:ea typeface="Pretendard Medium"/>
                <a:cs typeface="Pretendard Medium"/>
              </a:rPr>
              <a:t>포장·배치·방향</a:t>
            </a:r>
            <a:r>
              <a:rPr sz="1200" dirty="0">
                <a:solidFill>
                  <a:srgbClr val="8C8078"/>
                </a:solidFill>
                <a:latin typeface="Pretendard Medium"/>
                <a:ea typeface="Pretendard Medium"/>
                <a:cs typeface="Pretendard Medium"/>
              </a:rPr>
              <a:t> </a:t>
            </a:r>
            <a:r>
              <a:rPr sz="1200" dirty="0" err="1">
                <a:solidFill>
                  <a:srgbClr val="8C8078"/>
                </a:solidFill>
                <a:latin typeface="Pretendard Medium"/>
                <a:ea typeface="Pretendard Medium"/>
                <a:cs typeface="Pretendard Medium"/>
              </a:rPr>
              <a:t>변경</a:t>
            </a:r>
            <a:endParaRPr sz="1200" dirty="0">
              <a:solidFill>
                <a:srgbClr val="8C8078"/>
              </a:solidFill>
              <a:latin typeface="Pretendard Medium"/>
              <a:ea typeface="Pretendard Medium"/>
              <a:cs typeface="Pretendard Medium"/>
            </a:endParaRPr>
          </a:p>
        </p:txBody>
      </p:sp>
      <p:sp>
        <p:nvSpPr>
          <p:cNvPr id="5" name="Rounded Rectangle 4"/>
          <p:cNvSpPr/>
          <p:nvPr/>
        </p:nvSpPr>
        <p:spPr>
          <a:xfrm>
            <a:off x="609600" y="1706880"/>
            <a:ext cx="7315200" cy="4450080"/>
          </a:xfrm>
          <a:prstGeom prst="roundRect">
            <a:avLst>
              <a:gd name="adj" fmla="val 2465"/>
            </a:avLst>
          </a:prstGeom>
          <a:solidFill>
            <a:srgbClr val="F4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pic>
        <p:nvPicPr>
          <p:cNvPr id="6" name="Picture 5" descr="ppt_testset_grid_detected.jpg"/>
          <p:cNvPicPr>
            <a:picLocks noChangeAspect="1"/>
          </p:cNvPicPr>
          <p:nvPr/>
        </p:nvPicPr>
        <p:blipFill>
          <a:blip r:embed="rId3"/>
          <a:stretch>
            <a:fillRect/>
          </a:stretch>
        </p:blipFill>
        <p:spPr>
          <a:xfrm>
            <a:off x="792480" y="1889760"/>
            <a:ext cx="6949440" cy="2985423"/>
          </a:xfrm>
          <a:prstGeom prst="roundRect">
            <a:avLst>
              <a:gd name="adj" fmla="val 2041"/>
            </a:avLst>
          </a:prstGeom>
        </p:spPr>
      </p:pic>
      <p:sp>
        <p:nvSpPr>
          <p:cNvPr id="7" name="TextBox 6"/>
          <p:cNvSpPr txBox="1"/>
          <p:nvPr/>
        </p:nvSpPr>
        <p:spPr>
          <a:xfrm>
            <a:off x="792480" y="4966623"/>
            <a:ext cx="6949440" cy="166199"/>
          </a:xfrm>
          <a:prstGeom prst="rect">
            <a:avLst/>
          </a:prstGeom>
          <a:noFill/>
        </p:spPr>
        <p:txBody>
          <a:bodyPr wrap="square" lIns="0" tIns="0" rIns="0" bIns="0" anchor="t">
            <a:spAutoFit/>
          </a:bodyPr>
          <a:lstStyle/>
          <a:p>
            <a:pPr>
              <a:lnSpc>
                <a:spcPct val="120000"/>
              </a:lnSpc>
            </a:pPr>
            <a:r>
              <a:rPr sz="900" dirty="0" err="1">
                <a:solidFill>
                  <a:srgbClr val="8C8078"/>
                </a:solidFill>
                <a:latin typeface="Pretendard Medium"/>
                <a:ea typeface="Pretendard Medium"/>
                <a:cs typeface="Pretendard Medium"/>
              </a:rPr>
              <a:t>최종</a:t>
            </a:r>
            <a:r>
              <a:rPr sz="900" dirty="0">
                <a:solidFill>
                  <a:srgbClr val="8C8078"/>
                </a:solidFill>
                <a:latin typeface="Pretendard Medium"/>
                <a:ea typeface="Pretendard Medium"/>
                <a:cs typeface="Pretendard Medium"/>
              </a:rPr>
              <a:t> </a:t>
            </a:r>
            <a:r>
              <a:rPr sz="900" dirty="0" err="1">
                <a:solidFill>
                  <a:srgbClr val="8C8078"/>
                </a:solidFill>
                <a:latin typeface="Pretendard Medium"/>
                <a:ea typeface="Pretendard Medium"/>
                <a:cs typeface="Pretendard Medium"/>
              </a:rPr>
              <a:t>모델</a:t>
            </a:r>
            <a:r>
              <a:rPr sz="900" dirty="0">
                <a:solidFill>
                  <a:srgbClr val="8C8078"/>
                </a:solidFill>
                <a:latin typeface="Pretendard Medium"/>
                <a:ea typeface="Pretendard Medium"/>
                <a:cs typeface="Pretendard Medium"/>
              </a:rPr>
              <a:t>(m13_A + m13_B </a:t>
            </a:r>
            <a:r>
              <a:rPr sz="900" dirty="0" err="1">
                <a:solidFill>
                  <a:srgbClr val="8C8078"/>
                </a:solidFill>
                <a:latin typeface="Pretendard Medium"/>
                <a:ea typeface="Pretendard Medium"/>
                <a:cs typeface="Pretendard Medium"/>
              </a:rPr>
              <a:t>앙상블</a:t>
            </a:r>
            <a:r>
              <a:rPr sz="900" dirty="0">
                <a:solidFill>
                  <a:srgbClr val="8C8078"/>
                </a:solidFill>
                <a:latin typeface="Pretendard Medium"/>
                <a:ea typeface="Pretendard Medium"/>
                <a:cs typeface="Pretendard Medium"/>
              </a:rPr>
              <a:t>) </a:t>
            </a:r>
            <a:r>
              <a:rPr sz="900" dirty="0" err="1">
                <a:solidFill>
                  <a:srgbClr val="8C8078"/>
                </a:solidFill>
                <a:latin typeface="Pretendard Medium"/>
                <a:ea typeface="Pretendard Medium"/>
                <a:cs typeface="Pretendard Medium"/>
              </a:rPr>
              <a:t>인식</a:t>
            </a:r>
            <a:r>
              <a:rPr sz="900" dirty="0">
                <a:solidFill>
                  <a:srgbClr val="8C8078"/>
                </a:solidFill>
                <a:latin typeface="Pretendard Medium"/>
                <a:ea typeface="Pretendard Medium"/>
                <a:cs typeface="Pretendard Medium"/>
              </a:rPr>
              <a:t> </a:t>
            </a:r>
            <a:r>
              <a:rPr sz="900" dirty="0" err="1">
                <a:solidFill>
                  <a:srgbClr val="8C8078"/>
                </a:solidFill>
                <a:latin typeface="Pretendard Medium"/>
                <a:ea typeface="Pretendard Medium"/>
                <a:cs typeface="Pretendard Medium"/>
              </a:rPr>
              <a:t>결과</a:t>
            </a:r>
            <a:r>
              <a:rPr sz="900" dirty="0">
                <a:solidFill>
                  <a:srgbClr val="8C8078"/>
                </a:solidFill>
                <a:latin typeface="Pretendard Medium"/>
                <a:ea typeface="Pretendard Medium"/>
                <a:cs typeface="Pretendard Medium"/>
              </a:rPr>
              <a:t> · 120장 중 </a:t>
            </a:r>
            <a:r>
              <a:rPr sz="900" dirty="0" smtClean="0">
                <a:solidFill>
                  <a:srgbClr val="8C8078"/>
                </a:solidFill>
                <a:latin typeface="Pretendard Medium"/>
                <a:ea typeface="Pretendard Medium"/>
                <a:cs typeface="Pretendard Medium"/>
              </a:rPr>
              <a:t>12</a:t>
            </a:r>
            <a:r>
              <a:rPr sz="900" dirty="0">
                <a:solidFill>
                  <a:srgbClr val="8C8078"/>
                </a:solidFill>
                <a:latin typeface="Pretendard Medium"/>
                <a:ea typeface="Pretendard Medium"/>
                <a:cs typeface="Pretendard Medium"/>
              </a:rPr>
              <a:t>장</a:t>
            </a:r>
          </a:p>
        </p:txBody>
      </p:sp>
      <p:sp>
        <p:nvSpPr>
          <p:cNvPr id="8" name="TextBox 7"/>
          <p:cNvSpPr txBox="1"/>
          <p:nvPr/>
        </p:nvSpPr>
        <p:spPr>
          <a:xfrm>
            <a:off x="792480" y="5271423"/>
            <a:ext cx="6949440" cy="205634"/>
          </a:xfrm>
          <a:prstGeom prst="rect">
            <a:avLst/>
          </a:prstGeom>
          <a:noFill/>
        </p:spPr>
        <p:txBody>
          <a:bodyPr wrap="square" lIns="0" tIns="0" rIns="0" bIns="0" anchor="t">
            <a:spAutoFit/>
          </a:bodyPr>
          <a:lstStyle/>
          <a:p>
            <a:pPr>
              <a:lnSpc>
                <a:spcPct val="135000"/>
              </a:lnSpc>
            </a:pPr>
            <a:r>
              <a:rPr sz="1100" dirty="0" err="1">
                <a:solidFill>
                  <a:srgbClr val="C8641E"/>
                </a:solidFill>
                <a:latin typeface="Pretendard SemiBold"/>
                <a:ea typeface="Pretendard SemiBold"/>
                <a:cs typeface="Pretendard SemiBold"/>
              </a:rPr>
              <a:t>테스트셋</a:t>
            </a:r>
            <a:r>
              <a:rPr sz="1100" dirty="0">
                <a:solidFill>
                  <a:srgbClr val="C8641E"/>
                </a:solidFill>
                <a:latin typeface="Pretendard SemiBold"/>
                <a:ea typeface="Pretendard SemiBold"/>
                <a:cs typeface="Pretendard SemiBold"/>
              </a:rPr>
              <a:t> </a:t>
            </a:r>
            <a:r>
              <a:rPr sz="1100" dirty="0" err="1">
                <a:solidFill>
                  <a:srgbClr val="C8641E"/>
                </a:solidFill>
                <a:latin typeface="Pretendard SemiBold"/>
                <a:ea typeface="Pretendard SemiBold"/>
                <a:cs typeface="Pretendard SemiBold"/>
              </a:rPr>
              <a:t>구성</a:t>
            </a:r>
            <a:r>
              <a:rPr sz="1100" dirty="0">
                <a:solidFill>
                  <a:srgbClr val="C8641E"/>
                </a:solidFill>
                <a:latin typeface="Pretendard SemiBold"/>
                <a:ea typeface="Pretendard SemiBold"/>
                <a:cs typeface="Pretendard SemiBold"/>
              </a:rPr>
              <a:t>  </a:t>
            </a:r>
            <a:r>
              <a:rPr sz="1100" dirty="0" err="1">
                <a:solidFill>
                  <a:srgbClr val="2A1F17"/>
                </a:solidFill>
                <a:latin typeface="Pretendard"/>
                <a:ea typeface="Pretendard"/>
                <a:cs typeface="Pretendard"/>
              </a:rPr>
              <a:t>종류별</a:t>
            </a:r>
            <a:r>
              <a:rPr sz="1100" dirty="0">
                <a:solidFill>
                  <a:srgbClr val="2A1F17"/>
                </a:solidFill>
                <a:latin typeface="Pretendard"/>
                <a:ea typeface="Pretendard"/>
                <a:cs typeface="Pretendard"/>
              </a:rPr>
              <a:t> 빵 1개 · </a:t>
            </a:r>
            <a:r>
              <a:rPr sz="1100" dirty="0" err="1">
                <a:solidFill>
                  <a:srgbClr val="2A1F17"/>
                </a:solidFill>
                <a:latin typeface="Pretendard"/>
                <a:ea typeface="Pretendard"/>
                <a:cs typeface="Pretendard"/>
              </a:rPr>
              <a:t>트레이</a:t>
            </a:r>
            <a:r>
              <a:rPr sz="1100" dirty="0">
                <a:solidFill>
                  <a:srgbClr val="2A1F17"/>
                </a:solidFill>
                <a:latin typeface="Pretendard"/>
                <a:ea typeface="Pretendard"/>
                <a:cs typeface="Pretendard"/>
              </a:rPr>
              <a:t> </a:t>
            </a:r>
            <a:r>
              <a:rPr sz="1100" dirty="0" err="1">
                <a:solidFill>
                  <a:srgbClr val="2A1F17"/>
                </a:solidFill>
                <a:latin typeface="Pretendard"/>
                <a:ea typeface="Pretendard"/>
                <a:cs typeface="Pretendard"/>
              </a:rPr>
              <a:t>최대</a:t>
            </a:r>
            <a:r>
              <a:rPr sz="1100" dirty="0">
                <a:solidFill>
                  <a:srgbClr val="2A1F17"/>
                </a:solidFill>
                <a:latin typeface="Pretendard"/>
                <a:ea typeface="Pretendard"/>
                <a:cs typeface="Pretendard"/>
              </a:rPr>
              <a:t> 5개(큰 빵) </a:t>
            </a:r>
            <a:r>
              <a:rPr sz="1100" dirty="0" err="1">
                <a:solidFill>
                  <a:srgbClr val="2A1F17"/>
                </a:solidFill>
                <a:latin typeface="Pretendard"/>
                <a:ea typeface="Pretendard"/>
                <a:cs typeface="Pretendard"/>
              </a:rPr>
              <a:t>조건에서</a:t>
            </a:r>
            <a:r>
              <a:rPr sz="1100" dirty="0">
                <a:solidFill>
                  <a:srgbClr val="2A1F17"/>
                </a:solidFill>
                <a:latin typeface="Pretendard"/>
                <a:ea typeface="Pretendard"/>
                <a:cs typeface="Pretendard"/>
              </a:rPr>
              <a:t> </a:t>
            </a:r>
            <a:r>
              <a:rPr sz="1100" dirty="0" err="1">
                <a:solidFill>
                  <a:srgbClr val="2A1F17"/>
                </a:solidFill>
                <a:latin typeface="Pretendard"/>
                <a:ea typeface="Pretendard"/>
                <a:cs typeface="Pretendard"/>
              </a:rPr>
              <a:t>조합표</a:t>
            </a:r>
            <a:r>
              <a:rPr sz="1100" dirty="0">
                <a:solidFill>
                  <a:srgbClr val="2A1F17"/>
                </a:solidFill>
                <a:latin typeface="Pretendard"/>
                <a:ea typeface="Pretendard"/>
                <a:cs typeface="Pretendard"/>
              </a:rPr>
              <a:t> </a:t>
            </a:r>
            <a:r>
              <a:rPr sz="1100" dirty="0" err="1">
                <a:solidFill>
                  <a:srgbClr val="2A1F17"/>
                </a:solidFill>
                <a:latin typeface="Pretendard"/>
                <a:ea typeface="Pretendard"/>
                <a:cs typeface="Pretendard"/>
              </a:rPr>
              <a:t>작성</a:t>
            </a:r>
            <a:r>
              <a:rPr sz="1100" dirty="0">
                <a:solidFill>
                  <a:srgbClr val="2A1F17"/>
                </a:solidFill>
                <a:latin typeface="Pretendard"/>
                <a:ea typeface="Pretendard"/>
                <a:cs typeface="Pretendard"/>
              </a:rPr>
              <a:t> → </a:t>
            </a:r>
            <a:r>
              <a:rPr sz="1100" dirty="0" err="1">
                <a:solidFill>
                  <a:srgbClr val="2A1F17"/>
                </a:solidFill>
                <a:latin typeface="Pretendard"/>
                <a:ea typeface="Pretendard"/>
                <a:cs typeface="Pretendard"/>
              </a:rPr>
              <a:t>개수·조합·방향</a:t>
            </a:r>
            <a:r>
              <a:rPr sz="1100" dirty="0">
                <a:solidFill>
                  <a:srgbClr val="2A1F17"/>
                </a:solidFill>
                <a:latin typeface="Pretendard"/>
                <a:ea typeface="Pretendard"/>
                <a:cs typeface="Pretendard"/>
              </a:rPr>
              <a:t> </a:t>
            </a:r>
            <a:r>
              <a:rPr sz="1100" dirty="0" err="1">
                <a:solidFill>
                  <a:srgbClr val="2A1F17"/>
                </a:solidFill>
                <a:latin typeface="Pretendard"/>
                <a:ea typeface="Pretendard"/>
                <a:cs typeface="Pretendard"/>
              </a:rPr>
              <a:t>변경하며</a:t>
            </a:r>
            <a:r>
              <a:rPr sz="1100" dirty="0">
                <a:solidFill>
                  <a:srgbClr val="2A1F17"/>
                </a:solidFill>
                <a:latin typeface="Pretendard"/>
                <a:ea typeface="Pretendard"/>
                <a:cs typeface="Pretendard"/>
              </a:rPr>
              <a:t> </a:t>
            </a:r>
            <a:r>
              <a:rPr sz="1100" dirty="0" err="1">
                <a:solidFill>
                  <a:srgbClr val="2A1F17"/>
                </a:solidFill>
                <a:latin typeface="Pretendard"/>
                <a:ea typeface="Pretendard"/>
                <a:cs typeface="Pretendard"/>
              </a:rPr>
              <a:t>직접</a:t>
            </a:r>
            <a:r>
              <a:rPr sz="1100" dirty="0">
                <a:solidFill>
                  <a:srgbClr val="2A1F17"/>
                </a:solidFill>
                <a:latin typeface="Pretendard"/>
                <a:ea typeface="Pretendard"/>
                <a:cs typeface="Pretendard"/>
              </a:rPr>
              <a:t> </a:t>
            </a:r>
            <a:r>
              <a:rPr sz="1100" dirty="0" err="1">
                <a:solidFill>
                  <a:srgbClr val="2A1F17"/>
                </a:solidFill>
                <a:latin typeface="Pretendard"/>
                <a:ea typeface="Pretendard"/>
                <a:cs typeface="Pretendard"/>
              </a:rPr>
              <a:t>촬영</a:t>
            </a:r>
            <a:r>
              <a:rPr sz="1100" dirty="0">
                <a:solidFill>
                  <a:srgbClr val="2A1F17"/>
                </a:solidFill>
                <a:latin typeface="Pretendard"/>
                <a:ea typeface="Pretendard"/>
                <a:cs typeface="Pretendard"/>
              </a:rPr>
              <a:t> 및 </a:t>
            </a:r>
            <a:r>
              <a:rPr sz="1100" dirty="0" err="1">
                <a:solidFill>
                  <a:srgbClr val="2A1F17"/>
                </a:solidFill>
                <a:latin typeface="Pretendard"/>
                <a:ea typeface="Pretendard"/>
                <a:cs typeface="Pretendard"/>
              </a:rPr>
              <a:t>라벨링</a:t>
            </a:r>
            <a:endParaRPr sz="1100" dirty="0">
              <a:solidFill>
                <a:srgbClr val="2A1F17"/>
              </a:solidFill>
              <a:latin typeface="Pretendard"/>
              <a:ea typeface="Pretendard"/>
              <a:cs typeface="Pretendard"/>
            </a:endParaRPr>
          </a:p>
        </p:txBody>
      </p:sp>
      <p:sp>
        <p:nvSpPr>
          <p:cNvPr id="9" name="Rounded Rectangle 8"/>
          <p:cNvSpPr/>
          <p:nvPr/>
        </p:nvSpPr>
        <p:spPr>
          <a:xfrm>
            <a:off x="8107680" y="1706880"/>
            <a:ext cx="3474720" cy="4450080"/>
          </a:xfrm>
          <a:prstGeom prst="roundRect">
            <a:avLst>
              <a:gd name="adj" fmla="val 3157"/>
            </a:avLst>
          </a:prstGeom>
          <a:solidFill>
            <a:srgbClr val="FFFFFF"/>
          </a:solidFill>
          <a:ln w="12700">
            <a:solidFill>
              <a:srgbClr val="E9E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0" name="TextBox 9"/>
          <p:cNvSpPr txBox="1"/>
          <p:nvPr/>
        </p:nvSpPr>
        <p:spPr>
          <a:xfrm>
            <a:off x="8351520" y="1938527"/>
            <a:ext cx="2987040" cy="147028"/>
          </a:xfrm>
          <a:prstGeom prst="rect">
            <a:avLst/>
          </a:prstGeom>
          <a:noFill/>
        </p:spPr>
        <p:txBody>
          <a:bodyPr wrap="square" lIns="0" tIns="0" rIns="0" bIns="0" anchor="t">
            <a:spAutoFit/>
          </a:bodyPr>
          <a:lstStyle/>
          <a:p>
            <a:pPr>
              <a:lnSpc>
                <a:spcPct val="120000"/>
              </a:lnSpc>
            </a:pPr>
            <a:r>
              <a:rPr sz="867" spc="27">
                <a:solidFill>
                  <a:srgbClr val="C8641E"/>
                </a:solidFill>
                <a:latin typeface="Pretendard SemiBold"/>
                <a:ea typeface="Pretendard SemiBold"/>
                <a:cs typeface="Pretendard SemiBold"/>
              </a:rPr>
              <a:t>모델별 오인식 건수</a:t>
            </a:r>
          </a:p>
        </p:txBody>
      </p:sp>
      <p:graphicFrame>
        <p:nvGraphicFramePr>
          <p:cNvPr id="11" name="Table 10"/>
          <p:cNvGraphicFramePr>
            <a:graphicFrameLocks noGrp="1"/>
          </p:cNvGraphicFramePr>
          <p:nvPr>
            <p:extLst>
              <p:ext uri="{D42A27DB-BD31-4B8C-83A1-F6EECF244321}">
                <p14:modId xmlns:p14="http://schemas.microsoft.com/office/powerpoint/2010/main" val="610064349"/>
              </p:ext>
            </p:extLst>
          </p:nvPr>
        </p:nvGraphicFramePr>
        <p:xfrm>
          <a:off x="8290560" y="2200655"/>
          <a:ext cx="3108960" cy="2048256"/>
        </p:xfrm>
        <a:graphic>
          <a:graphicData uri="http://schemas.openxmlformats.org/drawingml/2006/table">
            <a:tbl>
              <a:tblPr>
                <a:tableStyleId>{2D5ABB26-0587-4C30-8999-92F81FD0307C}</a:tableStyleId>
              </a:tblPr>
              <a:tblGrid>
                <a:gridCol w="1767840">
                  <a:extLst>
                    <a:ext uri="{9D8B030D-6E8A-4147-A177-3AD203B41FA5}">
                      <a16:colId xmlns:a16="http://schemas.microsoft.com/office/drawing/2014/main" val="20000"/>
                    </a:ext>
                  </a:extLst>
                </a:gridCol>
                <a:gridCol w="670560">
                  <a:extLst>
                    <a:ext uri="{9D8B030D-6E8A-4147-A177-3AD203B41FA5}">
                      <a16:colId xmlns:a16="http://schemas.microsoft.com/office/drawing/2014/main" val="20001"/>
                    </a:ext>
                  </a:extLst>
                </a:gridCol>
                <a:gridCol w="670560">
                  <a:extLst>
                    <a:ext uri="{9D8B030D-6E8A-4147-A177-3AD203B41FA5}">
                      <a16:colId xmlns:a16="http://schemas.microsoft.com/office/drawing/2014/main" val="20002"/>
                    </a:ext>
                  </a:extLst>
                </a:gridCol>
              </a:tblGrid>
              <a:tr h="280416">
                <a:tc>
                  <a:txBody>
                    <a:bodyPr/>
                    <a:lstStyle/>
                    <a:p>
                      <a:pPr algn="l">
                        <a:lnSpc>
                          <a:spcPct val="115000"/>
                        </a:lnSpc>
                      </a:pPr>
                      <a:r>
                        <a:rPr sz="1100" b="0">
                          <a:solidFill>
                            <a:srgbClr val="8C8078"/>
                          </a:solidFill>
                          <a:latin typeface="Pretendard SemiBold"/>
                          <a:ea typeface="Pretendard SemiBold"/>
                          <a:cs typeface="Pretendard SemiBold"/>
                        </a:rPr>
                        <a:t>모델</a:t>
                      </a:r>
                    </a:p>
                  </a:txBody>
                  <a:tcPr marL="97536" marR="97536" marT="30480" marB="30480" anchor="ctr">
                    <a:lnL w="12700">
                      <a:noFill/>
                    </a:lnL>
                    <a:lnR w="12700">
                      <a:noFill/>
                    </a:lnR>
                    <a:lnT w="12700">
                      <a:noFill/>
                    </a:lnT>
                    <a:lnB w="12700">
                      <a:solidFill>
                        <a:srgbClr val="E9E1D6"/>
                      </a:solidFill>
                    </a:lnB>
                    <a:solidFill>
                      <a:srgbClr val="F4EEE6"/>
                    </a:solidFill>
                  </a:tcPr>
                </a:tc>
                <a:tc>
                  <a:txBody>
                    <a:bodyPr/>
                    <a:lstStyle/>
                    <a:p>
                      <a:pPr algn="ctr">
                        <a:lnSpc>
                          <a:spcPct val="115000"/>
                        </a:lnSpc>
                      </a:pPr>
                      <a:r>
                        <a:rPr sz="1100" b="0">
                          <a:solidFill>
                            <a:srgbClr val="8C8078"/>
                          </a:solidFill>
                          <a:latin typeface="Pretendard SemiBold"/>
                          <a:ea typeface="Pretendard SemiBold"/>
                          <a:cs typeface="Pretendard SemiBold"/>
                        </a:rPr>
                        <a:t>실시간</a:t>
                      </a:r>
                    </a:p>
                  </a:txBody>
                  <a:tcPr marL="97536" marR="97536" marT="30480" marB="30480" anchor="ctr">
                    <a:lnL w="12700">
                      <a:noFill/>
                    </a:lnL>
                    <a:lnR w="12700">
                      <a:noFill/>
                    </a:lnR>
                    <a:lnT w="12700">
                      <a:noFill/>
                    </a:lnT>
                    <a:lnB w="12700">
                      <a:solidFill>
                        <a:srgbClr val="E9E1D6"/>
                      </a:solidFill>
                    </a:lnB>
                    <a:solidFill>
                      <a:srgbClr val="F4EEE6"/>
                    </a:solidFill>
                  </a:tcPr>
                </a:tc>
                <a:tc>
                  <a:txBody>
                    <a:bodyPr/>
                    <a:lstStyle/>
                    <a:p>
                      <a:pPr algn="ctr">
                        <a:lnSpc>
                          <a:spcPct val="115000"/>
                        </a:lnSpc>
                      </a:pPr>
                      <a:r>
                        <a:rPr sz="1100" b="0">
                          <a:solidFill>
                            <a:srgbClr val="8C8078"/>
                          </a:solidFill>
                          <a:latin typeface="Pretendard SemiBold"/>
                          <a:ea typeface="Pretendard SemiBold"/>
                          <a:cs typeface="Pretendard SemiBold"/>
                        </a:rPr>
                        <a:t>버튼</a:t>
                      </a:r>
                    </a:p>
                  </a:txBody>
                  <a:tcPr marL="97536" marR="97536" marT="30480" marB="30480" anchor="ctr">
                    <a:lnL w="12700">
                      <a:noFill/>
                    </a:lnL>
                    <a:lnR w="12700">
                      <a:noFill/>
                    </a:lnR>
                    <a:lnT w="12700">
                      <a:noFill/>
                    </a:lnT>
                    <a:lnB w="12700">
                      <a:solidFill>
                        <a:srgbClr val="E9E1D6"/>
                      </a:solidFill>
                    </a:lnB>
                    <a:solidFill>
                      <a:srgbClr val="F4EEE6"/>
                    </a:solidFill>
                  </a:tcPr>
                </a:tc>
                <a:extLst>
                  <a:ext uri="{0D108BD9-81ED-4DB2-BD59-A6C34878D82A}">
                    <a16:rowId xmlns:a16="http://schemas.microsoft.com/office/drawing/2014/main" val="10000"/>
                  </a:ext>
                </a:extLst>
              </a:tr>
              <a:tr h="353568">
                <a:tc>
                  <a:txBody>
                    <a:bodyPr/>
                    <a:lstStyle/>
                    <a:p>
                      <a:pPr algn="l">
                        <a:lnSpc>
                          <a:spcPct val="115000"/>
                        </a:lnSpc>
                      </a:pPr>
                      <a:r>
                        <a:rPr sz="1100" b="0" dirty="0">
                          <a:solidFill>
                            <a:srgbClr val="5B4E44"/>
                          </a:solidFill>
                          <a:latin typeface="Pretendard"/>
                          <a:ea typeface="Pretendard"/>
                          <a:cs typeface="Pretendard"/>
                        </a:rPr>
                        <a:t>bread_0914 (11n)</a:t>
                      </a: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FFFFFF"/>
                    </a:solidFill>
                  </a:tcPr>
                </a:tc>
                <a:tc>
                  <a:txBody>
                    <a:bodyPr/>
                    <a:lstStyle/>
                    <a:p>
                      <a:pPr algn="ctr">
                        <a:lnSpc>
                          <a:spcPct val="115000"/>
                        </a:lnSpc>
                      </a:pPr>
                      <a:r>
                        <a:rPr sz="1100" b="0">
                          <a:solidFill>
                            <a:srgbClr val="5B4E44"/>
                          </a:solidFill>
                          <a:latin typeface="Pretendard"/>
                          <a:ea typeface="Pretendard"/>
                          <a:cs typeface="Pretendard"/>
                        </a:rPr>
                        <a:t>1</a:t>
                      </a: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FFFFFF"/>
                    </a:solidFill>
                  </a:tcPr>
                </a:tc>
                <a:tc>
                  <a:txBody>
                    <a:bodyPr/>
                    <a:lstStyle/>
                    <a:p>
                      <a:pPr algn="ctr">
                        <a:lnSpc>
                          <a:spcPct val="115000"/>
                        </a:lnSpc>
                      </a:pPr>
                      <a:r>
                        <a:rPr sz="1100" b="0">
                          <a:solidFill>
                            <a:srgbClr val="5B4E44"/>
                          </a:solidFill>
                          <a:latin typeface="Pretendard"/>
                          <a:ea typeface="Pretendard"/>
                          <a:cs typeface="Pretendard"/>
                        </a:rPr>
                        <a:t>1</a:t>
                      </a: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FFFFFF"/>
                    </a:solidFill>
                  </a:tcPr>
                </a:tc>
                <a:extLst>
                  <a:ext uri="{0D108BD9-81ED-4DB2-BD59-A6C34878D82A}">
                    <a16:rowId xmlns:a16="http://schemas.microsoft.com/office/drawing/2014/main" val="10001"/>
                  </a:ext>
                </a:extLst>
              </a:tr>
              <a:tr h="353568">
                <a:tc>
                  <a:txBody>
                    <a:bodyPr/>
                    <a:lstStyle/>
                    <a:p>
                      <a:pPr algn="l">
                        <a:lnSpc>
                          <a:spcPct val="115000"/>
                        </a:lnSpc>
                      </a:pPr>
                      <a:r>
                        <a:rPr sz="1100" b="0">
                          <a:solidFill>
                            <a:srgbClr val="5B4E44"/>
                          </a:solidFill>
                          <a:latin typeface="Pretendard"/>
                          <a:ea typeface="Pretendard"/>
                          <a:cs typeface="Pretendard"/>
                        </a:rPr>
                        <a:t>bread_0915_26n</a:t>
                      </a: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FFFFFF"/>
                    </a:solidFill>
                  </a:tcPr>
                </a:tc>
                <a:tc>
                  <a:txBody>
                    <a:bodyPr/>
                    <a:lstStyle/>
                    <a:p>
                      <a:pPr algn="ctr">
                        <a:lnSpc>
                          <a:spcPct val="115000"/>
                        </a:lnSpc>
                      </a:pPr>
                      <a:r>
                        <a:rPr sz="1100" b="0">
                          <a:solidFill>
                            <a:srgbClr val="5B4E44"/>
                          </a:solidFill>
                          <a:latin typeface="Pretendard"/>
                          <a:ea typeface="Pretendard"/>
                          <a:cs typeface="Pretendard"/>
                        </a:rPr>
                        <a:t>19</a:t>
                      </a: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FFFFFF"/>
                    </a:solidFill>
                  </a:tcPr>
                </a:tc>
                <a:tc>
                  <a:txBody>
                    <a:bodyPr/>
                    <a:lstStyle/>
                    <a:p>
                      <a:pPr algn="ctr">
                        <a:lnSpc>
                          <a:spcPct val="115000"/>
                        </a:lnSpc>
                      </a:pPr>
                      <a:r>
                        <a:rPr sz="1100" b="0">
                          <a:solidFill>
                            <a:srgbClr val="5B4E44"/>
                          </a:solidFill>
                          <a:latin typeface="Pretendard"/>
                          <a:ea typeface="Pretendard"/>
                          <a:cs typeface="Pretendard"/>
                        </a:rPr>
                        <a:t>1</a:t>
                      </a: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FFFFFF"/>
                    </a:solidFill>
                  </a:tcPr>
                </a:tc>
                <a:extLst>
                  <a:ext uri="{0D108BD9-81ED-4DB2-BD59-A6C34878D82A}">
                    <a16:rowId xmlns:a16="http://schemas.microsoft.com/office/drawing/2014/main" val="10002"/>
                  </a:ext>
                </a:extLst>
              </a:tr>
              <a:tr h="353568">
                <a:tc>
                  <a:txBody>
                    <a:bodyPr/>
                    <a:lstStyle/>
                    <a:p>
                      <a:pPr algn="l">
                        <a:lnSpc>
                          <a:spcPct val="115000"/>
                        </a:lnSpc>
                      </a:pPr>
                      <a:r>
                        <a:rPr sz="1100" b="0" dirty="0">
                          <a:solidFill>
                            <a:srgbClr val="5B4E44"/>
                          </a:solidFill>
                          <a:latin typeface="Pretendard"/>
                          <a:ea typeface="Pretendard"/>
                          <a:cs typeface="Pretendard"/>
                        </a:rPr>
                        <a:t>m13_A </a:t>
                      </a:r>
                      <a:r>
                        <a:rPr sz="1100" b="0" dirty="0" err="1">
                          <a:solidFill>
                            <a:srgbClr val="5B4E44"/>
                          </a:solidFill>
                          <a:latin typeface="Pretendard"/>
                          <a:ea typeface="Pretendard"/>
                          <a:cs typeface="Pretendard"/>
                        </a:rPr>
                        <a:t>단독</a:t>
                      </a:r>
                      <a:endParaRPr sz="1100" b="0" dirty="0">
                        <a:solidFill>
                          <a:srgbClr val="5B4E44"/>
                        </a:solidFill>
                        <a:latin typeface="Pretendard"/>
                        <a:ea typeface="Pretendard"/>
                        <a:cs typeface="Pretendard"/>
                      </a:endParaRP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FFFFFF"/>
                    </a:solidFill>
                  </a:tcPr>
                </a:tc>
                <a:tc>
                  <a:txBody>
                    <a:bodyPr/>
                    <a:lstStyle/>
                    <a:p>
                      <a:pPr algn="ctr">
                        <a:lnSpc>
                          <a:spcPct val="115000"/>
                        </a:lnSpc>
                      </a:pPr>
                      <a:r>
                        <a:rPr sz="1100" b="0">
                          <a:solidFill>
                            <a:srgbClr val="5B4E44"/>
                          </a:solidFill>
                          <a:latin typeface="Pretendard"/>
                          <a:ea typeface="Pretendard"/>
                          <a:cs typeface="Pretendard"/>
                        </a:rPr>
                        <a:t>0</a:t>
                      </a: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FFFFFF"/>
                    </a:solidFill>
                  </a:tcPr>
                </a:tc>
                <a:tc>
                  <a:txBody>
                    <a:bodyPr/>
                    <a:lstStyle/>
                    <a:p>
                      <a:pPr algn="ctr">
                        <a:lnSpc>
                          <a:spcPct val="115000"/>
                        </a:lnSpc>
                      </a:pPr>
                      <a:r>
                        <a:rPr sz="1100" b="0">
                          <a:solidFill>
                            <a:srgbClr val="5B4E44"/>
                          </a:solidFill>
                          <a:latin typeface="Pretendard"/>
                          <a:ea typeface="Pretendard"/>
                          <a:cs typeface="Pretendard"/>
                        </a:rPr>
                        <a:t>0</a:t>
                      </a: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FFFFFF"/>
                    </a:solidFill>
                  </a:tcPr>
                </a:tc>
                <a:extLst>
                  <a:ext uri="{0D108BD9-81ED-4DB2-BD59-A6C34878D82A}">
                    <a16:rowId xmlns:a16="http://schemas.microsoft.com/office/drawing/2014/main" val="10003"/>
                  </a:ext>
                </a:extLst>
              </a:tr>
              <a:tr h="353568">
                <a:tc>
                  <a:txBody>
                    <a:bodyPr/>
                    <a:lstStyle/>
                    <a:p>
                      <a:pPr algn="l">
                        <a:lnSpc>
                          <a:spcPct val="115000"/>
                        </a:lnSpc>
                      </a:pPr>
                      <a:r>
                        <a:rPr sz="1100" b="0">
                          <a:solidFill>
                            <a:srgbClr val="5B4E44"/>
                          </a:solidFill>
                          <a:latin typeface="Pretendard"/>
                          <a:ea typeface="Pretendard"/>
                          <a:cs typeface="Pretendard"/>
                        </a:rPr>
                        <a:t>m13_B 단독</a:t>
                      </a: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FFFFFF"/>
                    </a:solidFill>
                  </a:tcPr>
                </a:tc>
                <a:tc>
                  <a:txBody>
                    <a:bodyPr/>
                    <a:lstStyle/>
                    <a:p>
                      <a:pPr algn="ctr">
                        <a:lnSpc>
                          <a:spcPct val="115000"/>
                        </a:lnSpc>
                      </a:pPr>
                      <a:r>
                        <a:rPr sz="1100" b="0">
                          <a:solidFill>
                            <a:srgbClr val="5B4E44"/>
                          </a:solidFill>
                          <a:latin typeface="Pretendard"/>
                          <a:ea typeface="Pretendard"/>
                          <a:cs typeface="Pretendard"/>
                        </a:rPr>
                        <a:t>0</a:t>
                      </a: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FFFFFF"/>
                    </a:solidFill>
                  </a:tcPr>
                </a:tc>
                <a:tc>
                  <a:txBody>
                    <a:bodyPr/>
                    <a:lstStyle/>
                    <a:p>
                      <a:pPr algn="ctr">
                        <a:lnSpc>
                          <a:spcPct val="115000"/>
                        </a:lnSpc>
                      </a:pPr>
                      <a:r>
                        <a:rPr sz="1100" b="0">
                          <a:solidFill>
                            <a:srgbClr val="5B4E44"/>
                          </a:solidFill>
                          <a:latin typeface="Pretendard"/>
                          <a:ea typeface="Pretendard"/>
                          <a:cs typeface="Pretendard"/>
                        </a:rPr>
                        <a:t>0</a:t>
                      </a: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FFFFFF"/>
                    </a:solidFill>
                  </a:tcPr>
                </a:tc>
                <a:extLst>
                  <a:ext uri="{0D108BD9-81ED-4DB2-BD59-A6C34878D82A}">
                    <a16:rowId xmlns:a16="http://schemas.microsoft.com/office/drawing/2014/main" val="10004"/>
                  </a:ext>
                </a:extLst>
              </a:tr>
              <a:tr h="353568">
                <a:tc>
                  <a:txBody>
                    <a:bodyPr/>
                    <a:lstStyle/>
                    <a:p>
                      <a:pPr algn="l">
                        <a:lnSpc>
                          <a:spcPct val="115000"/>
                        </a:lnSpc>
                      </a:pPr>
                      <a:r>
                        <a:rPr sz="1100" b="0" dirty="0">
                          <a:solidFill>
                            <a:srgbClr val="C8641E"/>
                          </a:solidFill>
                          <a:latin typeface="Pretendard"/>
                          <a:ea typeface="Pretendard"/>
                          <a:cs typeface="Pretendard"/>
                        </a:rPr>
                        <a:t>m13_A + B </a:t>
                      </a:r>
                      <a:r>
                        <a:rPr sz="1100" b="0" dirty="0" err="1">
                          <a:solidFill>
                            <a:srgbClr val="C8641E"/>
                          </a:solidFill>
                          <a:latin typeface="Pretendard"/>
                          <a:ea typeface="Pretendard"/>
                          <a:cs typeface="Pretendard"/>
                        </a:rPr>
                        <a:t>앙상블</a:t>
                      </a:r>
                      <a:r>
                        <a:rPr sz="1100" b="0" dirty="0">
                          <a:solidFill>
                            <a:srgbClr val="C8641E"/>
                          </a:solidFill>
                          <a:latin typeface="Pretendard"/>
                          <a:ea typeface="Pretendard"/>
                          <a:cs typeface="Pretendard"/>
                        </a:rPr>
                        <a:t> (</a:t>
                      </a:r>
                      <a:r>
                        <a:rPr sz="1100" b="0" dirty="0" err="1">
                          <a:solidFill>
                            <a:srgbClr val="C8641E"/>
                          </a:solidFill>
                          <a:latin typeface="Pretendard"/>
                          <a:ea typeface="Pretendard"/>
                          <a:cs typeface="Pretendard"/>
                        </a:rPr>
                        <a:t>최종</a:t>
                      </a:r>
                      <a:r>
                        <a:rPr sz="1100" b="0" dirty="0">
                          <a:solidFill>
                            <a:srgbClr val="C8641E"/>
                          </a:solidFill>
                          <a:latin typeface="Pretendard"/>
                          <a:ea typeface="Pretendard"/>
                          <a:cs typeface="Pretendard"/>
                        </a:rPr>
                        <a:t>)</a:t>
                      </a: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FFFFFF"/>
                    </a:solidFill>
                  </a:tcPr>
                </a:tc>
                <a:tc>
                  <a:txBody>
                    <a:bodyPr/>
                    <a:lstStyle/>
                    <a:p>
                      <a:pPr algn="ctr">
                        <a:lnSpc>
                          <a:spcPct val="115000"/>
                        </a:lnSpc>
                      </a:pPr>
                      <a:r>
                        <a:rPr sz="1100" b="0" dirty="0">
                          <a:solidFill>
                            <a:srgbClr val="C8641E"/>
                          </a:solidFill>
                          <a:latin typeface="Pretendard"/>
                          <a:ea typeface="Pretendard"/>
                          <a:cs typeface="Pretendard"/>
                        </a:rPr>
                        <a:t>0</a:t>
                      </a: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FFFFFF"/>
                    </a:solidFill>
                  </a:tcPr>
                </a:tc>
                <a:tc>
                  <a:txBody>
                    <a:bodyPr/>
                    <a:lstStyle/>
                    <a:p>
                      <a:pPr algn="ctr">
                        <a:lnSpc>
                          <a:spcPct val="115000"/>
                        </a:lnSpc>
                      </a:pPr>
                      <a:r>
                        <a:rPr sz="1100" b="0" dirty="0">
                          <a:solidFill>
                            <a:srgbClr val="C8641E"/>
                          </a:solidFill>
                          <a:latin typeface="Pretendard"/>
                          <a:ea typeface="Pretendard"/>
                          <a:cs typeface="Pretendard"/>
                        </a:rPr>
                        <a:t>0</a:t>
                      </a:r>
                    </a:p>
                  </a:txBody>
                  <a:tcPr marL="97536" marR="97536" marT="30480" marB="30480" anchor="ctr">
                    <a:lnL w="12700">
                      <a:noFill/>
                    </a:lnL>
                    <a:lnR w="12700">
                      <a:noFill/>
                    </a:lnR>
                    <a:lnT w="12700" cap="flat" cmpd="sng" algn="ctr">
                      <a:solidFill>
                        <a:srgbClr val="E9E1D6"/>
                      </a:solidFill>
                      <a:prstDash val="solid"/>
                      <a:round/>
                      <a:headEnd type="none" w="med" len="med"/>
                      <a:tailEnd type="none" w="med" len="med"/>
                    </a:lnT>
                    <a:lnB w="12700">
                      <a:solidFill>
                        <a:srgbClr val="E9E1D6"/>
                      </a:solidFill>
                    </a:lnB>
                    <a:solidFill>
                      <a:srgbClr val="FFFFFF"/>
                    </a:solidFill>
                  </a:tcPr>
                </a:tc>
                <a:extLst>
                  <a:ext uri="{0D108BD9-81ED-4DB2-BD59-A6C34878D82A}">
                    <a16:rowId xmlns:a16="http://schemas.microsoft.com/office/drawing/2014/main" val="10005"/>
                  </a:ext>
                </a:extLst>
              </a:tr>
            </a:tbl>
          </a:graphicData>
        </a:graphic>
      </p:graphicFrame>
      <p:sp>
        <p:nvSpPr>
          <p:cNvPr id="12" name="TextBox 11"/>
          <p:cNvSpPr txBox="1"/>
          <p:nvPr/>
        </p:nvSpPr>
        <p:spPr>
          <a:xfrm>
            <a:off x="8351520" y="5215414"/>
            <a:ext cx="2987040" cy="498278"/>
          </a:xfrm>
          <a:prstGeom prst="rect">
            <a:avLst/>
          </a:prstGeom>
          <a:noFill/>
        </p:spPr>
        <p:txBody>
          <a:bodyPr wrap="square" lIns="0" tIns="0" rIns="0" bIns="0" anchor="t">
            <a:spAutoFit/>
          </a:bodyPr>
          <a:lstStyle/>
          <a:p>
            <a:pPr marL="158504" indent="-158504">
              <a:lnSpc>
                <a:spcPct val="135000"/>
              </a:lnSpc>
              <a:spcAft>
                <a:spcPts val="533"/>
              </a:spcAft>
              <a:buClr>
                <a:srgbClr val="C8641E"/>
              </a:buClr>
              <a:buFont typeface="Arial"/>
              <a:buChar char="•"/>
            </a:pPr>
            <a:r>
              <a:rPr sz="1100" dirty="0" err="1">
                <a:solidFill>
                  <a:srgbClr val="5B4E44"/>
                </a:solidFill>
                <a:latin typeface="Pretendard"/>
                <a:ea typeface="Pretendard"/>
                <a:cs typeface="Pretendard"/>
              </a:rPr>
              <a:t>실시간</a:t>
            </a:r>
            <a:r>
              <a:rPr sz="1100" dirty="0">
                <a:solidFill>
                  <a:srgbClr val="5B4E44"/>
                </a:solidFill>
                <a:latin typeface="Pretendard"/>
                <a:ea typeface="Pretendard"/>
                <a:cs typeface="Pretendard"/>
              </a:rPr>
              <a:t> = TTA 끔, </a:t>
            </a:r>
            <a:r>
              <a:rPr sz="1100" dirty="0" err="1">
                <a:solidFill>
                  <a:srgbClr val="5B4E44"/>
                </a:solidFill>
                <a:latin typeface="Pretendard"/>
                <a:ea typeface="Pretendard"/>
                <a:cs typeface="Pretendard"/>
              </a:rPr>
              <a:t>버튼</a:t>
            </a:r>
            <a:r>
              <a:rPr sz="1100" dirty="0">
                <a:solidFill>
                  <a:srgbClr val="5B4E44"/>
                </a:solidFill>
                <a:latin typeface="Pretendard"/>
                <a:ea typeface="Pretendard"/>
                <a:cs typeface="Pretendard"/>
              </a:rPr>
              <a:t> = 「</a:t>
            </a:r>
            <a:r>
              <a:rPr sz="1100" dirty="0" err="1">
                <a:solidFill>
                  <a:srgbClr val="5B4E44"/>
                </a:solidFill>
                <a:latin typeface="Pretendard"/>
                <a:ea typeface="Pretendard"/>
                <a:cs typeface="Pretendard"/>
              </a:rPr>
              <a:t>상품</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인식</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실행</a:t>
            </a:r>
            <a:r>
              <a:rPr sz="1100" dirty="0">
                <a:solidFill>
                  <a:srgbClr val="5B4E44"/>
                </a:solidFill>
                <a:latin typeface="Pretendard"/>
                <a:ea typeface="Pretendard"/>
                <a:cs typeface="Pretendard"/>
              </a:rPr>
              <a:t>」(TTA 켬)</a:t>
            </a:r>
          </a:p>
          <a:p>
            <a:pPr marL="158504" indent="-158504">
              <a:lnSpc>
                <a:spcPct val="135000"/>
              </a:lnSpc>
              <a:spcAft>
                <a:spcPts val="533"/>
              </a:spcAft>
              <a:buClr>
                <a:srgbClr val="C8641E"/>
              </a:buClr>
              <a:buFont typeface="Arial"/>
              <a:buChar char="•"/>
            </a:pPr>
            <a:r>
              <a:rPr sz="1100" dirty="0" err="1">
                <a:solidFill>
                  <a:srgbClr val="5B4E44"/>
                </a:solidFill>
                <a:latin typeface="Pretendard"/>
                <a:ea typeface="Pretendard"/>
                <a:cs typeface="Pretendard"/>
              </a:rPr>
              <a:t>오인식</a:t>
            </a:r>
            <a:r>
              <a:rPr sz="1100" dirty="0">
                <a:solidFill>
                  <a:srgbClr val="5B4E44"/>
                </a:solidFill>
                <a:latin typeface="Pretendard"/>
                <a:ea typeface="Pretendard"/>
                <a:cs typeface="Pretendard"/>
              </a:rPr>
              <a:t> = </a:t>
            </a:r>
            <a:r>
              <a:rPr sz="1100" dirty="0" err="1">
                <a:solidFill>
                  <a:srgbClr val="5B4E44"/>
                </a:solidFill>
                <a:latin typeface="Pretendard"/>
                <a:ea typeface="Pretendard"/>
                <a:cs typeface="Pretendard"/>
              </a:rPr>
              <a:t>착각</a:t>
            </a:r>
            <a:r>
              <a:rPr sz="1100" dirty="0">
                <a:solidFill>
                  <a:srgbClr val="5B4E44"/>
                </a:solidFill>
                <a:latin typeface="Pretendard"/>
                <a:ea typeface="Pretendard"/>
                <a:cs typeface="Pretendard"/>
              </a:rPr>
              <a:t> + </a:t>
            </a:r>
            <a:r>
              <a:rPr sz="1100" dirty="0" err="1">
                <a:solidFill>
                  <a:srgbClr val="5B4E44"/>
                </a:solidFill>
                <a:latin typeface="Pretendard"/>
                <a:ea typeface="Pretendard"/>
                <a:cs typeface="Pretendard"/>
              </a:rPr>
              <a:t>놓침</a:t>
            </a:r>
            <a:r>
              <a:rPr sz="1100" dirty="0">
                <a:solidFill>
                  <a:srgbClr val="5B4E44"/>
                </a:solidFill>
                <a:latin typeface="Pretendard"/>
                <a:ea typeface="Pretendard"/>
                <a:cs typeface="Pretendard"/>
              </a:rPr>
              <a:t> + </a:t>
            </a:r>
            <a:r>
              <a:rPr sz="1100" dirty="0" err="1">
                <a:solidFill>
                  <a:srgbClr val="5B4E44"/>
                </a:solidFill>
                <a:latin typeface="Pretendard"/>
                <a:ea typeface="Pretendard"/>
                <a:cs typeface="Pretendard"/>
              </a:rPr>
              <a:t>오검출</a:t>
            </a:r>
            <a:endParaRPr sz="1100" dirty="0">
              <a:solidFill>
                <a:srgbClr val="5B4E44"/>
              </a:solidFill>
              <a:latin typeface="Pretendard"/>
              <a:ea typeface="Pretendard"/>
              <a:cs typeface="Pretendard"/>
            </a:endParaRPr>
          </a:p>
        </p:txBody>
      </p:sp>
      <p:sp>
        <p:nvSpPr>
          <p:cNvPr id="14" name="TextBox 13"/>
          <p:cNvSpPr txBox="1"/>
          <p:nvPr/>
        </p:nvSpPr>
        <p:spPr>
          <a:xfrm>
            <a:off x="609600" y="6473952"/>
            <a:ext cx="3657600" cy="130100"/>
          </a:xfrm>
          <a:prstGeom prst="rect">
            <a:avLst/>
          </a:prstGeom>
          <a:noFill/>
        </p:spPr>
        <p:txBody>
          <a:bodyPr wrap="square" lIns="0" tIns="0" rIns="0" bIns="0" anchor="t">
            <a:spAutoFit/>
          </a:bodyPr>
          <a:lstStyle/>
          <a:p>
            <a:pPr>
              <a:lnSpc>
                <a:spcPct val="120000"/>
              </a:lnSpc>
            </a:pPr>
            <a:r>
              <a:rPr sz="767">
                <a:solidFill>
                  <a:srgbClr val="8C8078"/>
                </a:solidFill>
                <a:latin typeface="Pretendard Medium"/>
                <a:ea typeface="Pretendard Medium"/>
                <a:cs typeface="Pretendard Medium"/>
              </a:rPr>
              <a:t>BreadVision · 6조</a:t>
            </a:r>
          </a:p>
        </p:txBody>
      </p:sp>
      <p:sp>
        <p:nvSpPr>
          <p:cNvPr id="15" name="TextBox 14"/>
          <p:cNvSpPr txBox="1"/>
          <p:nvPr/>
        </p:nvSpPr>
        <p:spPr>
          <a:xfrm>
            <a:off x="9144000" y="6473952"/>
            <a:ext cx="2438400" cy="141642"/>
          </a:xfrm>
          <a:prstGeom prst="rect">
            <a:avLst/>
          </a:prstGeom>
          <a:noFill/>
        </p:spPr>
        <p:txBody>
          <a:bodyPr wrap="square" lIns="0" tIns="0" rIns="0" bIns="0" anchor="t">
            <a:spAutoFit/>
          </a:bodyPr>
          <a:lstStyle/>
          <a:p>
            <a:pPr algn="r">
              <a:lnSpc>
                <a:spcPct val="120000"/>
              </a:lnSpc>
            </a:pPr>
            <a:r>
              <a:rPr lang="en-US" sz="767" dirty="0" smtClean="0">
                <a:solidFill>
                  <a:srgbClr val="8C8078"/>
                </a:solidFill>
                <a:latin typeface="Pretendard Medium"/>
                <a:ea typeface="Pretendard Medium"/>
                <a:cs typeface="Pretendard Medium"/>
              </a:rPr>
              <a:t>32</a:t>
            </a:r>
            <a:r>
              <a:rPr sz="767" dirty="0" smtClean="0">
                <a:solidFill>
                  <a:srgbClr val="8C8078"/>
                </a:solidFill>
                <a:latin typeface="Pretendard Medium"/>
                <a:ea typeface="Pretendard Medium"/>
                <a:cs typeface="Pretendard Medium"/>
              </a:rPr>
              <a:t> </a:t>
            </a:r>
            <a:r>
              <a:rPr sz="767" dirty="0">
                <a:solidFill>
                  <a:srgbClr val="8C8078"/>
                </a:solidFill>
                <a:latin typeface="Pretendard Medium"/>
                <a:ea typeface="Pretendard Medium"/>
                <a:cs typeface="Pretendard Medium"/>
              </a:rPr>
              <a:t>/ </a:t>
            </a:r>
            <a:r>
              <a:rPr lang="en-US" altLang="ko-KR" sz="767" dirty="0" smtClean="0">
                <a:solidFill>
                  <a:srgbClr val="8C8078"/>
                </a:solidFill>
                <a:latin typeface="Pretendard Medium"/>
                <a:ea typeface="Pretendard Medium"/>
                <a:cs typeface="Pretendard Medium"/>
              </a:rPr>
              <a:t>36</a:t>
            </a:r>
            <a:endParaRPr sz="767" dirty="0">
              <a:solidFill>
                <a:srgbClr val="8C8078"/>
              </a:solidFill>
              <a:latin typeface="Pretendard Medium"/>
              <a:ea typeface="Pretendard Medium"/>
              <a:cs typeface="Pretendard Medium"/>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438912"/>
            <a:ext cx="10972800" cy="147028"/>
          </a:xfrm>
          <a:prstGeom prst="rect">
            <a:avLst/>
          </a:prstGeom>
          <a:noFill/>
        </p:spPr>
        <p:txBody>
          <a:bodyPr wrap="square" lIns="0" tIns="0" rIns="0" bIns="0" anchor="t">
            <a:spAutoFit/>
          </a:bodyPr>
          <a:lstStyle/>
          <a:p>
            <a:pPr>
              <a:lnSpc>
                <a:spcPct val="120000"/>
              </a:lnSpc>
            </a:pPr>
            <a:r>
              <a:rPr sz="867" spc="33">
                <a:solidFill>
                  <a:srgbClr val="C8641E"/>
                </a:solidFill>
                <a:latin typeface="Pretendard SemiBold"/>
                <a:ea typeface="Pretendard SemiBold"/>
                <a:cs typeface="Pretendard SemiBold"/>
              </a:rPr>
              <a:t>04  결과 분석 및 기대 효과</a:t>
            </a:r>
          </a:p>
        </p:txBody>
      </p:sp>
      <p:sp>
        <p:nvSpPr>
          <p:cNvPr id="3" name="TextBox 2"/>
          <p:cNvSpPr txBox="1"/>
          <p:nvPr/>
        </p:nvSpPr>
        <p:spPr>
          <a:xfrm>
            <a:off x="609600" y="621792"/>
            <a:ext cx="10972800" cy="389787"/>
          </a:xfrm>
          <a:prstGeom prst="rect">
            <a:avLst/>
          </a:prstGeom>
          <a:noFill/>
        </p:spPr>
        <p:txBody>
          <a:bodyPr wrap="square" lIns="0" tIns="0" rIns="0" bIns="0" anchor="t">
            <a:spAutoFit/>
          </a:bodyPr>
          <a:lstStyle/>
          <a:p>
            <a:r>
              <a:rPr sz="2533" b="1" spc="-40">
                <a:solidFill>
                  <a:srgbClr val="2A1F17"/>
                </a:solidFill>
                <a:latin typeface="Pretendard"/>
                <a:ea typeface="Pretendard"/>
                <a:cs typeface="Pretendard"/>
              </a:rPr>
              <a:t>결과 분석 및 기대 효과</a:t>
            </a:r>
          </a:p>
        </p:txBody>
      </p:sp>
      <p:sp>
        <p:nvSpPr>
          <p:cNvPr id="4" name="TextBox 3"/>
          <p:cNvSpPr txBox="1"/>
          <p:nvPr/>
        </p:nvSpPr>
        <p:spPr>
          <a:xfrm>
            <a:off x="609600" y="1158240"/>
            <a:ext cx="10972800" cy="184666"/>
          </a:xfrm>
          <a:prstGeom prst="rect">
            <a:avLst/>
          </a:prstGeom>
          <a:noFill/>
        </p:spPr>
        <p:txBody>
          <a:bodyPr wrap="square" lIns="0" tIns="0" rIns="0" bIns="0" anchor="t">
            <a:spAutoFit/>
          </a:bodyPr>
          <a:lstStyle/>
          <a:p>
            <a:r>
              <a:rPr sz="1200" dirty="0" err="1">
                <a:solidFill>
                  <a:srgbClr val="8C8078"/>
                </a:solidFill>
                <a:latin typeface="Pretendard Medium"/>
                <a:ea typeface="Pretendard Medium"/>
                <a:cs typeface="Pretendard Medium"/>
              </a:rPr>
              <a:t>평가</a:t>
            </a:r>
            <a:r>
              <a:rPr sz="1200" dirty="0">
                <a:solidFill>
                  <a:srgbClr val="8C8078"/>
                </a:solidFill>
                <a:latin typeface="Pretendard Medium"/>
                <a:ea typeface="Pretendard Medium"/>
                <a:cs typeface="Pretendard Medium"/>
              </a:rPr>
              <a:t> </a:t>
            </a:r>
            <a:r>
              <a:rPr sz="1200" dirty="0" err="1" smtClean="0">
                <a:solidFill>
                  <a:srgbClr val="8C8078"/>
                </a:solidFill>
                <a:latin typeface="Pretendard Medium"/>
                <a:ea typeface="Pretendard Medium"/>
                <a:cs typeface="Pretendard Medium"/>
              </a:rPr>
              <a:t>결과</a:t>
            </a:r>
            <a:r>
              <a:rPr sz="1200" dirty="0" smtClean="0">
                <a:solidFill>
                  <a:srgbClr val="8C8078"/>
                </a:solidFill>
                <a:latin typeface="Pretendard Medium"/>
                <a:ea typeface="Pretendard Medium"/>
                <a:cs typeface="Pretendard Medium"/>
              </a:rPr>
              <a:t> </a:t>
            </a:r>
            <a:r>
              <a:rPr sz="1200" dirty="0">
                <a:solidFill>
                  <a:srgbClr val="8C8078"/>
                </a:solidFill>
                <a:latin typeface="Pretendard Medium"/>
                <a:ea typeface="Pretendard Medium"/>
                <a:cs typeface="Pretendard Medium"/>
              </a:rPr>
              <a:t>· </a:t>
            </a:r>
            <a:r>
              <a:rPr sz="1200" dirty="0" err="1">
                <a:solidFill>
                  <a:srgbClr val="8C8078"/>
                </a:solidFill>
                <a:latin typeface="Pretendard Medium"/>
                <a:ea typeface="Pretendard Medium"/>
                <a:cs typeface="Pretendard Medium"/>
              </a:rPr>
              <a:t>활용</a:t>
            </a:r>
            <a:r>
              <a:rPr sz="1200" dirty="0">
                <a:solidFill>
                  <a:srgbClr val="8C8078"/>
                </a:solidFill>
                <a:latin typeface="Pretendard Medium"/>
                <a:ea typeface="Pretendard Medium"/>
                <a:cs typeface="Pretendard Medium"/>
              </a:rPr>
              <a:t> </a:t>
            </a:r>
            <a:r>
              <a:rPr sz="1200" dirty="0" err="1">
                <a:solidFill>
                  <a:srgbClr val="8C8078"/>
                </a:solidFill>
                <a:latin typeface="Pretendard Medium"/>
                <a:ea typeface="Pretendard Medium"/>
                <a:cs typeface="Pretendard Medium"/>
              </a:rPr>
              <a:t>가능성</a:t>
            </a:r>
            <a:endParaRPr sz="1200" dirty="0">
              <a:solidFill>
                <a:srgbClr val="8C8078"/>
              </a:solidFill>
              <a:latin typeface="Pretendard Medium"/>
              <a:ea typeface="Pretendard Medium"/>
              <a:cs typeface="Pretendard Medium"/>
            </a:endParaRPr>
          </a:p>
        </p:txBody>
      </p:sp>
      <p:sp>
        <p:nvSpPr>
          <p:cNvPr id="5" name="Rounded Rectangle 4"/>
          <p:cNvSpPr/>
          <p:nvPr/>
        </p:nvSpPr>
        <p:spPr>
          <a:xfrm>
            <a:off x="1995638" y="1683389"/>
            <a:ext cx="3535680" cy="4450080"/>
          </a:xfrm>
          <a:prstGeom prst="roundRect">
            <a:avLst>
              <a:gd name="adj" fmla="val 3103"/>
            </a:avLst>
          </a:prstGeom>
          <a:solidFill>
            <a:srgbClr val="FFFFFF"/>
          </a:solidFill>
          <a:ln w="12700">
            <a:solidFill>
              <a:srgbClr val="E9E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6" name="TextBox 5"/>
          <p:cNvSpPr txBox="1"/>
          <p:nvPr/>
        </p:nvSpPr>
        <p:spPr>
          <a:xfrm>
            <a:off x="2239478" y="1915037"/>
            <a:ext cx="3048000" cy="213200"/>
          </a:xfrm>
          <a:prstGeom prst="rect">
            <a:avLst/>
          </a:prstGeom>
          <a:noFill/>
        </p:spPr>
        <p:txBody>
          <a:bodyPr wrap="square" lIns="0" tIns="0" rIns="0" bIns="0" anchor="t">
            <a:spAutoFit/>
          </a:bodyPr>
          <a:lstStyle/>
          <a:p>
            <a:pPr>
              <a:lnSpc>
                <a:spcPct val="105000"/>
              </a:lnSpc>
            </a:pPr>
            <a:r>
              <a:rPr sz="1400" b="1" spc="-13" dirty="0" err="1">
                <a:solidFill>
                  <a:srgbClr val="2A1F17"/>
                </a:solidFill>
                <a:latin typeface="Pretendard"/>
                <a:ea typeface="Pretendard"/>
                <a:cs typeface="Pretendard"/>
              </a:rPr>
              <a:t>평가</a:t>
            </a:r>
            <a:r>
              <a:rPr sz="1400" b="1" spc="-13" dirty="0">
                <a:solidFill>
                  <a:srgbClr val="2A1F17"/>
                </a:solidFill>
                <a:latin typeface="Pretendard"/>
                <a:ea typeface="Pretendard"/>
                <a:cs typeface="Pretendard"/>
              </a:rPr>
              <a:t> </a:t>
            </a:r>
            <a:r>
              <a:rPr sz="1400" b="1" spc="-13" dirty="0" err="1">
                <a:solidFill>
                  <a:srgbClr val="2A1F17"/>
                </a:solidFill>
                <a:latin typeface="Pretendard"/>
                <a:ea typeface="Pretendard"/>
                <a:cs typeface="Pretendard"/>
              </a:rPr>
              <a:t>결과</a:t>
            </a:r>
            <a:endParaRPr sz="1400" b="1" spc="-13" dirty="0">
              <a:solidFill>
                <a:srgbClr val="2A1F17"/>
              </a:solidFill>
              <a:latin typeface="Pretendard"/>
              <a:ea typeface="Pretendard"/>
              <a:cs typeface="Pretendard"/>
            </a:endParaRPr>
          </a:p>
        </p:txBody>
      </p:sp>
      <p:sp>
        <p:nvSpPr>
          <p:cNvPr id="7" name="TextBox 6"/>
          <p:cNvSpPr txBox="1"/>
          <p:nvPr/>
        </p:nvSpPr>
        <p:spPr>
          <a:xfrm>
            <a:off x="2239478" y="2353949"/>
            <a:ext cx="3048000" cy="1230080"/>
          </a:xfrm>
          <a:prstGeom prst="rect">
            <a:avLst/>
          </a:prstGeom>
          <a:noFill/>
        </p:spPr>
        <p:txBody>
          <a:bodyPr wrap="square" lIns="0" tIns="0" rIns="0" bIns="0" anchor="t">
            <a:spAutoFit/>
          </a:bodyPr>
          <a:lstStyle/>
          <a:p>
            <a:pPr marL="158504" indent="-158504">
              <a:lnSpc>
                <a:spcPct val="140000"/>
              </a:lnSpc>
              <a:spcAft>
                <a:spcPts val="1067"/>
              </a:spcAft>
              <a:buClr>
                <a:srgbClr val="C8641E"/>
              </a:buClr>
              <a:buFont typeface="Arial"/>
              <a:buChar char="•"/>
            </a:pPr>
            <a:r>
              <a:rPr sz="1100" dirty="0" err="1" smtClean="0">
                <a:solidFill>
                  <a:srgbClr val="5B4E44"/>
                </a:solidFill>
                <a:latin typeface="Pretendard"/>
                <a:ea typeface="Pretendard"/>
                <a:cs typeface="Pretendard"/>
              </a:rPr>
              <a:t>자체</a:t>
            </a:r>
            <a:r>
              <a:rPr sz="1100" dirty="0" smtClean="0">
                <a:solidFill>
                  <a:srgbClr val="5B4E44"/>
                </a:solidFill>
                <a:latin typeface="Pretendard"/>
                <a:ea typeface="Pretendard"/>
                <a:cs typeface="Pretendard"/>
              </a:rPr>
              <a:t> </a:t>
            </a:r>
            <a:r>
              <a:rPr sz="1100" dirty="0" err="1">
                <a:solidFill>
                  <a:srgbClr val="5B4E44"/>
                </a:solidFill>
                <a:latin typeface="Pretendard"/>
                <a:ea typeface="Pretendard"/>
                <a:cs typeface="Pretendard"/>
              </a:rPr>
              <a:t>테스트셋</a:t>
            </a:r>
            <a:r>
              <a:rPr sz="1100" dirty="0">
                <a:solidFill>
                  <a:srgbClr val="5B4E44"/>
                </a:solidFill>
                <a:latin typeface="Pretendard"/>
                <a:ea typeface="Pretendard"/>
                <a:cs typeface="Pretendard"/>
              </a:rPr>
              <a:t> 120장: </a:t>
            </a:r>
            <a:r>
              <a:rPr sz="1100" dirty="0" err="1">
                <a:solidFill>
                  <a:srgbClr val="5B4E44"/>
                </a:solidFill>
                <a:latin typeface="Pretendard"/>
                <a:ea typeface="Pretendard"/>
                <a:cs typeface="Pretendard"/>
              </a:rPr>
              <a:t>최종</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모델</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오인식</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없음</a:t>
            </a:r>
            <a:endParaRPr sz="1100" dirty="0">
              <a:solidFill>
                <a:srgbClr val="5B4E44"/>
              </a:solidFill>
              <a:latin typeface="Pretendard"/>
              <a:ea typeface="Pretendard"/>
              <a:cs typeface="Pretendard"/>
            </a:endParaRPr>
          </a:p>
          <a:p>
            <a:pPr marL="158504" indent="-158504">
              <a:lnSpc>
                <a:spcPct val="140000"/>
              </a:lnSpc>
              <a:spcAft>
                <a:spcPts val="1067"/>
              </a:spcAft>
              <a:buClr>
                <a:srgbClr val="C8641E"/>
              </a:buClr>
              <a:buFont typeface="Arial"/>
              <a:buChar char="•"/>
            </a:pPr>
            <a:r>
              <a:rPr sz="1100" dirty="0" err="1">
                <a:solidFill>
                  <a:srgbClr val="5B4E44"/>
                </a:solidFill>
                <a:latin typeface="Pretendard"/>
                <a:ea typeface="Pretendard"/>
                <a:cs typeface="Pretendard"/>
              </a:rPr>
              <a:t>테스트</a:t>
            </a:r>
            <a:r>
              <a:rPr sz="1100" dirty="0">
                <a:solidFill>
                  <a:srgbClr val="5B4E44"/>
                </a:solidFill>
                <a:latin typeface="Pretendard"/>
                <a:ea typeface="Pretendard"/>
                <a:cs typeface="Pretendard"/>
              </a:rPr>
              <a:t> 124장 </a:t>
            </a:r>
            <a:r>
              <a:rPr sz="1100" dirty="0" err="1">
                <a:solidFill>
                  <a:srgbClr val="5B4E44"/>
                </a:solidFill>
                <a:latin typeface="Pretendard"/>
                <a:ea typeface="Pretendard"/>
                <a:cs typeface="Pretendard"/>
              </a:rPr>
              <a:t>오류</a:t>
            </a:r>
            <a:r>
              <a:rPr sz="1100" dirty="0">
                <a:solidFill>
                  <a:srgbClr val="5B4E44"/>
                </a:solidFill>
                <a:latin typeface="Pretendard"/>
                <a:ea typeface="Pretendard"/>
                <a:cs typeface="Pretendard"/>
              </a:rPr>
              <a:t>: 38건(첫 12종 </a:t>
            </a:r>
            <a:r>
              <a:rPr sz="1100" dirty="0" err="1">
                <a:solidFill>
                  <a:srgbClr val="5B4E44"/>
                </a:solidFill>
                <a:latin typeface="Pretendard"/>
                <a:ea typeface="Pretendard"/>
                <a:cs typeface="Pretendard"/>
              </a:rPr>
              <a:t>모델</a:t>
            </a:r>
            <a:r>
              <a:rPr sz="1100" dirty="0">
                <a:solidFill>
                  <a:srgbClr val="5B4E44"/>
                </a:solidFill>
                <a:latin typeface="Pretendard"/>
                <a:ea typeface="Pretendard"/>
                <a:cs typeface="Pretendard"/>
              </a:rPr>
              <a:t>) </a:t>
            </a:r>
            <a:r>
              <a:rPr sz="1100" dirty="0" smtClean="0">
                <a:solidFill>
                  <a:srgbClr val="5B4E44"/>
                </a:solidFill>
                <a:latin typeface="Pretendard"/>
                <a:ea typeface="Pretendard"/>
                <a:cs typeface="Pretendard"/>
              </a:rPr>
              <a:t>→ </a:t>
            </a:r>
            <a:r>
              <a:rPr sz="1100" dirty="0">
                <a:solidFill>
                  <a:srgbClr val="5B4E44"/>
                </a:solidFill>
                <a:latin typeface="Pretendard"/>
                <a:ea typeface="Pretendard"/>
                <a:cs typeface="Pretendard"/>
              </a:rPr>
              <a:t>20건(</a:t>
            </a:r>
            <a:r>
              <a:rPr sz="1100" dirty="0" err="1">
                <a:solidFill>
                  <a:srgbClr val="5B4E44"/>
                </a:solidFill>
                <a:latin typeface="Pretendard"/>
                <a:ea typeface="Pretendard"/>
                <a:cs typeface="Pretendard"/>
              </a:rPr>
              <a:t>최종</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버튼</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인식</a:t>
            </a:r>
            <a:r>
              <a:rPr sz="1100" dirty="0">
                <a:solidFill>
                  <a:srgbClr val="5B4E44"/>
                </a:solidFill>
                <a:latin typeface="Pretendard"/>
                <a:ea typeface="Pretendard"/>
                <a:cs typeface="Pretendard"/>
              </a:rPr>
              <a:t>)</a:t>
            </a:r>
          </a:p>
          <a:p>
            <a:pPr marL="158504" indent="-158504">
              <a:lnSpc>
                <a:spcPct val="140000"/>
              </a:lnSpc>
              <a:spcAft>
                <a:spcPts val="1067"/>
              </a:spcAft>
              <a:buClr>
                <a:srgbClr val="C8641E"/>
              </a:buClr>
              <a:buFont typeface="Arial"/>
              <a:buChar char="•"/>
            </a:pPr>
            <a:r>
              <a:rPr sz="1100" dirty="0" err="1">
                <a:solidFill>
                  <a:srgbClr val="5B4E44"/>
                </a:solidFill>
                <a:latin typeface="Pretendard"/>
                <a:ea typeface="Pretendard"/>
                <a:cs typeface="Pretendard"/>
              </a:rPr>
              <a:t>촬영</a:t>
            </a:r>
            <a:r>
              <a:rPr sz="1100" dirty="0">
                <a:solidFill>
                  <a:srgbClr val="5B4E44"/>
                </a:solidFill>
                <a:latin typeface="Pretendard"/>
                <a:ea typeface="Pretendard"/>
                <a:cs typeface="Pretendard"/>
              </a:rPr>
              <a:t> · </a:t>
            </a:r>
            <a:r>
              <a:rPr sz="1100" dirty="0" err="1">
                <a:solidFill>
                  <a:srgbClr val="5B4E44"/>
                </a:solidFill>
                <a:latin typeface="Pretendard"/>
                <a:ea typeface="Pretendard"/>
                <a:cs typeface="Pretendard"/>
              </a:rPr>
              <a:t>라벨링</a:t>
            </a:r>
            <a:r>
              <a:rPr sz="1100" dirty="0">
                <a:solidFill>
                  <a:srgbClr val="5B4E44"/>
                </a:solidFill>
                <a:latin typeface="Pretendard"/>
                <a:ea typeface="Pretendard"/>
                <a:cs typeface="Pretendard"/>
              </a:rPr>
              <a:t> · </a:t>
            </a:r>
            <a:r>
              <a:rPr sz="1100" dirty="0" err="1">
                <a:solidFill>
                  <a:srgbClr val="5B4E44"/>
                </a:solidFill>
                <a:latin typeface="Pretendard"/>
                <a:ea typeface="Pretendard"/>
                <a:cs typeface="Pretendard"/>
              </a:rPr>
              <a:t>학습</a:t>
            </a:r>
            <a:r>
              <a:rPr sz="1100" dirty="0">
                <a:solidFill>
                  <a:srgbClr val="5B4E44"/>
                </a:solidFill>
                <a:latin typeface="Pretendard"/>
                <a:ea typeface="Pretendard"/>
                <a:cs typeface="Pretendard"/>
              </a:rPr>
              <a:t> · </a:t>
            </a:r>
            <a:r>
              <a:rPr sz="1100" dirty="0" err="1">
                <a:solidFill>
                  <a:srgbClr val="5B4E44"/>
                </a:solidFill>
                <a:latin typeface="Pretendard"/>
                <a:ea typeface="Pretendard"/>
                <a:cs typeface="Pretendard"/>
              </a:rPr>
              <a:t>배포를</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POS에서</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진행</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가능</a:t>
            </a:r>
            <a:endParaRPr sz="1100" dirty="0">
              <a:solidFill>
                <a:srgbClr val="5B4E44"/>
              </a:solidFill>
              <a:latin typeface="Pretendard"/>
              <a:ea typeface="Pretendard"/>
              <a:cs typeface="Pretendard"/>
            </a:endParaRPr>
          </a:p>
        </p:txBody>
      </p:sp>
      <p:sp>
        <p:nvSpPr>
          <p:cNvPr id="11" name="Rounded Rectangle 10"/>
          <p:cNvSpPr/>
          <p:nvPr/>
        </p:nvSpPr>
        <p:spPr>
          <a:xfrm>
            <a:off x="5897080" y="1683389"/>
            <a:ext cx="3535680" cy="4450080"/>
          </a:xfrm>
          <a:prstGeom prst="roundRect">
            <a:avLst>
              <a:gd name="adj" fmla="val 3103"/>
            </a:avLst>
          </a:prstGeom>
          <a:solidFill>
            <a:srgbClr val="FFFFFF"/>
          </a:solidFill>
          <a:ln w="12700">
            <a:solidFill>
              <a:srgbClr val="E9E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2" name="TextBox 11"/>
          <p:cNvSpPr txBox="1"/>
          <p:nvPr/>
        </p:nvSpPr>
        <p:spPr>
          <a:xfrm>
            <a:off x="6140920" y="1915037"/>
            <a:ext cx="3048000" cy="213200"/>
          </a:xfrm>
          <a:prstGeom prst="rect">
            <a:avLst/>
          </a:prstGeom>
          <a:noFill/>
        </p:spPr>
        <p:txBody>
          <a:bodyPr wrap="square" lIns="0" tIns="0" rIns="0" bIns="0" anchor="t">
            <a:spAutoFit/>
          </a:bodyPr>
          <a:lstStyle/>
          <a:p>
            <a:pPr>
              <a:lnSpc>
                <a:spcPct val="105000"/>
              </a:lnSpc>
            </a:pPr>
            <a:r>
              <a:rPr sz="1400" b="1" spc="-13">
                <a:solidFill>
                  <a:srgbClr val="2A1F17"/>
                </a:solidFill>
                <a:latin typeface="Pretendard"/>
                <a:ea typeface="Pretendard"/>
                <a:cs typeface="Pretendard"/>
              </a:rPr>
              <a:t>활용 가능성</a:t>
            </a:r>
          </a:p>
        </p:txBody>
      </p:sp>
      <p:sp>
        <p:nvSpPr>
          <p:cNvPr id="13" name="TextBox 12"/>
          <p:cNvSpPr txBox="1"/>
          <p:nvPr/>
        </p:nvSpPr>
        <p:spPr>
          <a:xfrm>
            <a:off x="6140920" y="2353949"/>
            <a:ext cx="3048000" cy="1373902"/>
          </a:xfrm>
          <a:prstGeom prst="rect">
            <a:avLst/>
          </a:prstGeom>
          <a:noFill/>
        </p:spPr>
        <p:txBody>
          <a:bodyPr wrap="square" lIns="0" tIns="0" rIns="0" bIns="0" anchor="t">
            <a:spAutoFit/>
          </a:bodyPr>
          <a:lstStyle/>
          <a:p>
            <a:pPr marL="158504" indent="-158504">
              <a:lnSpc>
                <a:spcPct val="140000"/>
              </a:lnSpc>
              <a:spcAft>
                <a:spcPts val="1067"/>
              </a:spcAft>
              <a:buClr>
                <a:srgbClr val="C8641E"/>
              </a:buClr>
              <a:buFont typeface="Arial"/>
              <a:buChar char="•"/>
            </a:pPr>
            <a:r>
              <a:rPr sz="1100" dirty="0" err="1">
                <a:solidFill>
                  <a:srgbClr val="5B4E44"/>
                </a:solidFill>
                <a:latin typeface="Pretendard"/>
                <a:ea typeface="Pretendard"/>
                <a:cs typeface="Pretendard"/>
              </a:rPr>
              <a:t>계산</a:t>
            </a:r>
            <a:r>
              <a:rPr sz="1100" dirty="0">
                <a:solidFill>
                  <a:srgbClr val="5B4E44"/>
                </a:solidFill>
                <a:latin typeface="Pretendard"/>
                <a:ea typeface="Pretendard"/>
                <a:cs typeface="Pretendard"/>
              </a:rPr>
              <a:t> 시 빵 </a:t>
            </a:r>
            <a:r>
              <a:rPr sz="1100" dirty="0" err="1" smtClean="0">
                <a:solidFill>
                  <a:srgbClr val="5B4E44"/>
                </a:solidFill>
                <a:latin typeface="Pretendard"/>
                <a:ea typeface="Pretendard"/>
                <a:cs typeface="Pretendard"/>
              </a:rPr>
              <a:t>종류·수량</a:t>
            </a:r>
            <a:r>
              <a:rPr sz="1100" dirty="0" smtClean="0">
                <a:solidFill>
                  <a:srgbClr val="5B4E44"/>
                </a:solidFill>
                <a:latin typeface="Pretendard"/>
                <a:ea typeface="Pretendard"/>
                <a:cs typeface="Pretendard"/>
              </a:rPr>
              <a:t> </a:t>
            </a:r>
            <a:r>
              <a:rPr sz="1100" dirty="0" err="1">
                <a:solidFill>
                  <a:srgbClr val="5B4E44"/>
                </a:solidFill>
                <a:latin typeface="Pretendard"/>
                <a:ea typeface="Pretendard"/>
                <a:cs typeface="Pretendard"/>
              </a:rPr>
              <a:t>수기</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입력</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과정</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대체</a:t>
            </a:r>
            <a:endParaRPr sz="1100" dirty="0">
              <a:solidFill>
                <a:srgbClr val="5B4E44"/>
              </a:solidFill>
              <a:latin typeface="Pretendard"/>
              <a:ea typeface="Pretendard"/>
              <a:cs typeface="Pretendard"/>
            </a:endParaRPr>
          </a:p>
          <a:p>
            <a:pPr marL="158504" indent="-158504">
              <a:lnSpc>
                <a:spcPct val="140000"/>
              </a:lnSpc>
              <a:spcAft>
                <a:spcPts val="1067"/>
              </a:spcAft>
              <a:buClr>
                <a:srgbClr val="C8641E"/>
              </a:buClr>
              <a:buFont typeface="Arial"/>
              <a:buChar char="•"/>
            </a:pPr>
            <a:r>
              <a:rPr sz="1100" dirty="0" err="1">
                <a:solidFill>
                  <a:srgbClr val="5B4E44"/>
                </a:solidFill>
                <a:latin typeface="Pretendard"/>
                <a:ea typeface="Pretendard"/>
                <a:cs typeface="Pretendard"/>
              </a:rPr>
              <a:t>신규</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메뉴를</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매장에서</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촬영</a:t>
            </a:r>
            <a:r>
              <a:rPr sz="1100" dirty="0">
                <a:solidFill>
                  <a:srgbClr val="5B4E44"/>
                </a:solidFill>
                <a:latin typeface="Pretendard"/>
                <a:ea typeface="Pretendard"/>
                <a:cs typeface="Pretendard"/>
              </a:rPr>
              <a:t> · </a:t>
            </a:r>
            <a:r>
              <a:rPr sz="1100" dirty="0" err="1">
                <a:solidFill>
                  <a:srgbClr val="5B4E44"/>
                </a:solidFill>
                <a:latin typeface="Pretendard"/>
                <a:ea typeface="Pretendard"/>
                <a:cs typeface="Pretendard"/>
              </a:rPr>
              <a:t>학습해</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추가</a:t>
            </a:r>
            <a:endParaRPr sz="1100" dirty="0">
              <a:solidFill>
                <a:srgbClr val="5B4E44"/>
              </a:solidFill>
              <a:latin typeface="Pretendard"/>
              <a:ea typeface="Pretendard"/>
              <a:cs typeface="Pretendard"/>
            </a:endParaRPr>
          </a:p>
          <a:p>
            <a:pPr marL="158504" indent="-158504">
              <a:lnSpc>
                <a:spcPct val="140000"/>
              </a:lnSpc>
              <a:spcAft>
                <a:spcPts val="1067"/>
              </a:spcAft>
              <a:buClr>
                <a:srgbClr val="C8641E"/>
              </a:buClr>
              <a:buFont typeface="Arial"/>
              <a:buChar char="•"/>
            </a:pPr>
            <a:r>
              <a:rPr sz="1100" dirty="0">
                <a:solidFill>
                  <a:srgbClr val="5B4E44"/>
                </a:solidFill>
                <a:latin typeface="Pretendard"/>
                <a:ea typeface="Pretendard"/>
                <a:cs typeface="Pretendard"/>
              </a:rPr>
              <a:t>Jetson 1대로 </a:t>
            </a:r>
            <a:r>
              <a:rPr sz="1100" dirty="0" err="1">
                <a:solidFill>
                  <a:srgbClr val="5B4E44"/>
                </a:solidFill>
                <a:latin typeface="Pretendard"/>
                <a:ea typeface="Pretendard"/>
                <a:cs typeface="Pretendard"/>
              </a:rPr>
              <a:t>인터넷</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연결</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없이</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동작</a:t>
            </a:r>
            <a:endParaRPr sz="1100" dirty="0">
              <a:solidFill>
                <a:srgbClr val="5B4E44"/>
              </a:solidFill>
              <a:latin typeface="Pretendard"/>
              <a:ea typeface="Pretendard"/>
              <a:cs typeface="Pretendard"/>
            </a:endParaRPr>
          </a:p>
          <a:p>
            <a:pPr marL="158504" indent="-158504">
              <a:lnSpc>
                <a:spcPct val="140000"/>
              </a:lnSpc>
              <a:spcAft>
                <a:spcPts val="1067"/>
              </a:spcAft>
              <a:buClr>
                <a:srgbClr val="C8641E"/>
              </a:buClr>
              <a:buFont typeface="Arial"/>
              <a:buChar char="•"/>
            </a:pPr>
            <a:r>
              <a:rPr sz="1100" dirty="0" err="1">
                <a:solidFill>
                  <a:srgbClr val="5B4E44"/>
                </a:solidFill>
                <a:latin typeface="Pretendard"/>
                <a:ea typeface="Pretendard"/>
                <a:cs typeface="Pretendard"/>
              </a:rPr>
              <a:t>회원</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구매</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기록을</a:t>
            </a:r>
            <a:r>
              <a:rPr sz="1100" dirty="0">
                <a:solidFill>
                  <a:srgbClr val="5B4E44"/>
                </a:solidFill>
                <a:latin typeface="Pretendard"/>
                <a:ea typeface="Pretendard"/>
                <a:cs typeface="Pretendard"/>
              </a:rPr>
              <a:t> 빵 </a:t>
            </a:r>
            <a:r>
              <a:rPr sz="1100" dirty="0" err="1">
                <a:solidFill>
                  <a:srgbClr val="5B4E44"/>
                </a:solidFill>
                <a:latin typeface="Pretendard"/>
                <a:ea typeface="Pretendard"/>
                <a:cs typeface="Pretendard"/>
              </a:rPr>
              <a:t>추천에</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활용</a:t>
            </a:r>
            <a:endParaRPr sz="1100" dirty="0">
              <a:solidFill>
                <a:srgbClr val="5B4E44"/>
              </a:solidFill>
              <a:latin typeface="Pretendard"/>
              <a:ea typeface="Pretendard"/>
              <a:cs typeface="Pretendard"/>
            </a:endParaRPr>
          </a:p>
        </p:txBody>
      </p:sp>
      <p:sp>
        <p:nvSpPr>
          <p:cNvPr id="14" name="TextBox 13"/>
          <p:cNvSpPr txBox="1"/>
          <p:nvPr/>
        </p:nvSpPr>
        <p:spPr>
          <a:xfrm>
            <a:off x="609600" y="6473952"/>
            <a:ext cx="3657600" cy="130100"/>
          </a:xfrm>
          <a:prstGeom prst="rect">
            <a:avLst/>
          </a:prstGeom>
          <a:noFill/>
        </p:spPr>
        <p:txBody>
          <a:bodyPr wrap="square" lIns="0" tIns="0" rIns="0" bIns="0" anchor="t">
            <a:spAutoFit/>
          </a:bodyPr>
          <a:lstStyle/>
          <a:p>
            <a:pPr>
              <a:lnSpc>
                <a:spcPct val="120000"/>
              </a:lnSpc>
            </a:pPr>
            <a:r>
              <a:rPr sz="767">
                <a:solidFill>
                  <a:srgbClr val="8C8078"/>
                </a:solidFill>
                <a:latin typeface="Pretendard Medium"/>
                <a:ea typeface="Pretendard Medium"/>
                <a:cs typeface="Pretendard Medium"/>
              </a:rPr>
              <a:t>BreadVision · 6조</a:t>
            </a:r>
          </a:p>
        </p:txBody>
      </p:sp>
      <p:sp>
        <p:nvSpPr>
          <p:cNvPr id="15" name="TextBox 14"/>
          <p:cNvSpPr txBox="1"/>
          <p:nvPr/>
        </p:nvSpPr>
        <p:spPr>
          <a:xfrm>
            <a:off x="9144000" y="6473952"/>
            <a:ext cx="2438400" cy="141642"/>
          </a:xfrm>
          <a:prstGeom prst="rect">
            <a:avLst/>
          </a:prstGeom>
          <a:noFill/>
        </p:spPr>
        <p:txBody>
          <a:bodyPr wrap="square" lIns="0" tIns="0" rIns="0" bIns="0" anchor="t">
            <a:spAutoFit/>
          </a:bodyPr>
          <a:lstStyle/>
          <a:p>
            <a:pPr algn="r">
              <a:lnSpc>
                <a:spcPct val="120000"/>
              </a:lnSpc>
            </a:pPr>
            <a:r>
              <a:rPr lang="en-US" sz="767" dirty="0" smtClean="0">
                <a:solidFill>
                  <a:srgbClr val="8C8078"/>
                </a:solidFill>
                <a:latin typeface="Pretendard Medium"/>
                <a:ea typeface="Pretendard Medium"/>
                <a:cs typeface="Pretendard Medium"/>
              </a:rPr>
              <a:t>33</a:t>
            </a:r>
            <a:r>
              <a:rPr sz="767" dirty="0" smtClean="0">
                <a:solidFill>
                  <a:srgbClr val="8C8078"/>
                </a:solidFill>
                <a:latin typeface="Pretendard Medium"/>
                <a:ea typeface="Pretendard Medium"/>
                <a:cs typeface="Pretendard Medium"/>
              </a:rPr>
              <a:t> </a:t>
            </a:r>
            <a:r>
              <a:rPr sz="767" dirty="0">
                <a:solidFill>
                  <a:srgbClr val="8C8078"/>
                </a:solidFill>
                <a:latin typeface="Pretendard Medium"/>
                <a:ea typeface="Pretendard Medium"/>
                <a:cs typeface="Pretendard Medium"/>
              </a:rPr>
              <a:t>/ </a:t>
            </a:r>
            <a:r>
              <a:rPr lang="en-US" altLang="ko-KR" sz="767" dirty="0" smtClean="0">
                <a:solidFill>
                  <a:srgbClr val="8C8078"/>
                </a:solidFill>
                <a:latin typeface="Pretendard Medium"/>
                <a:ea typeface="Pretendard Medium"/>
                <a:cs typeface="Pretendard Medium"/>
              </a:rPr>
              <a:t>36</a:t>
            </a:r>
            <a:endParaRPr sz="767" dirty="0">
              <a:solidFill>
                <a:srgbClr val="8C8078"/>
              </a:solidFill>
              <a:latin typeface="Pretendard Medium"/>
              <a:ea typeface="Pretendard Medium"/>
              <a:cs typeface="Pretendard Medium"/>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438912"/>
            <a:ext cx="10972800" cy="147028"/>
          </a:xfrm>
          <a:prstGeom prst="rect">
            <a:avLst/>
          </a:prstGeom>
          <a:noFill/>
        </p:spPr>
        <p:txBody>
          <a:bodyPr wrap="square" lIns="0" tIns="0" rIns="0" bIns="0" anchor="t">
            <a:spAutoFit/>
          </a:bodyPr>
          <a:lstStyle/>
          <a:p>
            <a:pPr>
              <a:lnSpc>
                <a:spcPct val="120000"/>
              </a:lnSpc>
            </a:pPr>
            <a:r>
              <a:rPr sz="867" spc="33">
                <a:solidFill>
                  <a:srgbClr val="C8641E"/>
                </a:solidFill>
                <a:latin typeface="Pretendard SemiBold"/>
                <a:ea typeface="Pretendard SemiBold"/>
                <a:cs typeface="Pretendard SemiBold"/>
              </a:rPr>
              <a:t>05  향후 연구 과제</a:t>
            </a:r>
          </a:p>
        </p:txBody>
      </p:sp>
      <p:sp>
        <p:nvSpPr>
          <p:cNvPr id="3" name="TextBox 2"/>
          <p:cNvSpPr txBox="1"/>
          <p:nvPr/>
        </p:nvSpPr>
        <p:spPr>
          <a:xfrm>
            <a:off x="609600" y="621792"/>
            <a:ext cx="10972800" cy="389787"/>
          </a:xfrm>
          <a:prstGeom prst="rect">
            <a:avLst/>
          </a:prstGeom>
          <a:noFill/>
        </p:spPr>
        <p:txBody>
          <a:bodyPr wrap="square" lIns="0" tIns="0" rIns="0" bIns="0" anchor="t">
            <a:spAutoFit/>
          </a:bodyPr>
          <a:lstStyle/>
          <a:p>
            <a:r>
              <a:rPr sz="2533" b="1" spc="-40">
                <a:solidFill>
                  <a:srgbClr val="2A1F17"/>
                </a:solidFill>
                <a:latin typeface="Pretendard"/>
                <a:ea typeface="Pretendard"/>
                <a:cs typeface="Pretendard"/>
              </a:rPr>
              <a:t>향후 연구 과제</a:t>
            </a:r>
          </a:p>
        </p:txBody>
      </p:sp>
      <p:sp>
        <p:nvSpPr>
          <p:cNvPr id="4" name="TextBox 3"/>
          <p:cNvSpPr txBox="1"/>
          <p:nvPr/>
        </p:nvSpPr>
        <p:spPr>
          <a:xfrm>
            <a:off x="609600" y="1158240"/>
            <a:ext cx="10972800" cy="184666"/>
          </a:xfrm>
          <a:prstGeom prst="rect">
            <a:avLst/>
          </a:prstGeom>
          <a:noFill/>
        </p:spPr>
        <p:txBody>
          <a:bodyPr wrap="square" lIns="0" tIns="0" rIns="0" bIns="0" anchor="t">
            <a:spAutoFit/>
          </a:bodyPr>
          <a:lstStyle/>
          <a:p>
            <a:r>
              <a:rPr sz="1200" dirty="0" err="1">
                <a:solidFill>
                  <a:srgbClr val="8C8078"/>
                </a:solidFill>
                <a:latin typeface="Pretendard Medium"/>
                <a:ea typeface="Pretendard Medium"/>
                <a:cs typeface="Pretendard Medium"/>
              </a:rPr>
              <a:t>실제</a:t>
            </a:r>
            <a:r>
              <a:rPr sz="1200" dirty="0">
                <a:solidFill>
                  <a:srgbClr val="8C8078"/>
                </a:solidFill>
                <a:latin typeface="Pretendard Medium"/>
                <a:ea typeface="Pretendard Medium"/>
                <a:cs typeface="Pretendard Medium"/>
              </a:rPr>
              <a:t> </a:t>
            </a:r>
            <a:r>
              <a:rPr sz="1200" dirty="0" err="1">
                <a:solidFill>
                  <a:srgbClr val="8C8078"/>
                </a:solidFill>
                <a:latin typeface="Pretendard Medium"/>
                <a:ea typeface="Pretendard Medium"/>
                <a:cs typeface="Pretendard Medium"/>
              </a:rPr>
              <a:t>매장</a:t>
            </a:r>
            <a:r>
              <a:rPr sz="1200" dirty="0">
                <a:solidFill>
                  <a:srgbClr val="8C8078"/>
                </a:solidFill>
                <a:latin typeface="Pretendard Medium"/>
                <a:ea typeface="Pretendard Medium"/>
                <a:cs typeface="Pretendard Medium"/>
              </a:rPr>
              <a:t> </a:t>
            </a:r>
            <a:r>
              <a:rPr sz="1200" dirty="0" err="1">
                <a:solidFill>
                  <a:srgbClr val="8C8078"/>
                </a:solidFill>
                <a:latin typeface="Pretendard Medium"/>
                <a:ea typeface="Pretendard Medium"/>
                <a:cs typeface="Pretendard Medium"/>
              </a:rPr>
              <a:t>적용을</a:t>
            </a:r>
            <a:r>
              <a:rPr sz="1200" dirty="0">
                <a:solidFill>
                  <a:srgbClr val="8C8078"/>
                </a:solidFill>
                <a:latin typeface="Pretendard Medium"/>
                <a:ea typeface="Pretendard Medium"/>
                <a:cs typeface="Pretendard Medium"/>
              </a:rPr>
              <a:t> </a:t>
            </a:r>
            <a:r>
              <a:rPr sz="1200" dirty="0" err="1">
                <a:solidFill>
                  <a:srgbClr val="8C8078"/>
                </a:solidFill>
                <a:latin typeface="Pretendard Medium"/>
                <a:ea typeface="Pretendard Medium"/>
                <a:cs typeface="Pretendard Medium"/>
              </a:rPr>
              <a:t>위한</a:t>
            </a:r>
            <a:r>
              <a:rPr sz="1200" dirty="0">
                <a:solidFill>
                  <a:srgbClr val="8C8078"/>
                </a:solidFill>
                <a:latin typeface="Pretendard Medium"/>
                <a:ea typeface="Pretendard Medium"/>
                <a:cs typeface="Pretendard Medium"/>
              </a:rPr>
              <a:t> </a:t>
            </a:r>
            <a:r>
              <a:rPr sz="1200" dirty="0" err="1">
                <a:solidFill>
                  <a:srgbClr val="8C8078"/>
                </a:solidFill>
                <a:latin typeface="Pretendard Medium"/>
                <a:ea typeface="Pretendard Medium"/>
                <a:cs typeface="Pretendard Medium"/>
              </a:rPr>
              <a:t>후속</a:t>
            </a:r>
            <a:r>
              <a:rPr sz="1200" dirty="0">
                <a:solidFill>
                  <a:srgbClr val="8C8078"/>
                </a:solidFill>
                <a:latin typeface="Pretendard Medium"/>
                <a:ea typeface="Pretendard Medium"/>
                <a:cs typeface="Pretendard Medium"/>
              </a:rPr>
              <a:t> </a:t>
            </a:r>
            <a:r>
              <a:rPr sz="1200" dirty="0" err="1">
                <a:solidFill>
                  <a:srgbClr val="8C8078"/>
                </a:solidFill>
                <a:latin typeface="Pretendard Medium"/>
                <a:ea typeface="Pretendard Medium"/>
                <a:cs typeface="Pretendard Medium"/>
              </a:rPr>
              <a:t>개발</a:t>
            </a:r>
            <a:r>
              <a:rPr sz="1200" dirty="0">
                <a:solidFill>
                  <a:srgbClr val="8C8078"/>
                </a:solidFill>
                <a:latin typeface="Pretendard Medium"/>
                <a:ea typeface="Pretendard Medium"/>
                <a:cs typeface="Pretendard Medium"/>
              </a:rPr>
              <a:t> </a:t>
            </a:r>
            <a:r>
              <a:rPr sz="1200" dirty="0" err="1">
                <a:solidFill>
                  <a:srgbClr val="8C8078"/>
                </a:solidFill>
                <a:latin typeface="Pretendard Medium"/>
                <a:ea typeface="Pretendard Medium"/>
                <a:cs typeface="Pretendard Medium"/>
              </a:rPr>
              <a:t>항목</a:t>
            </a:r>
            <a:endParaRPr sz="1200" dirty="0">
              <a:solidFill>
                <a:srgbClr val="8C8078"/>
              </a:solidFill>
              <a:latin typeface="Pretendard Medium"/>
              <a:ea typeface="Pretendard Medium"/>
              <a:cs typeface="Pretendard Medium"/>
            </a:endParaRPr>
          </a:p>
        </p:txBody>
      </p:sp>
      <p:sp>
        <p:nvSpPr>
          <p:cNvPr id="5" name="Rounded Rectangle 4"/>
          <p:cNvSpPr/>
          <p:nvPr/>
        </p:nvSpPr>
        <p:spPr>
          <a:xfrm>
            <a:off x="609600" y="1706880"/>
            <a:ext cx="10972800" cy="4450080"/>
          </a:xfrm>
          <a:prstGeom prst="roundRect">
            <a:avLst>
              <a:gd name="adj" fmla="val 2465"/>
            </a:avLst>
          </a:prstGeom>
          <a:solidFill>
            <a:srgbClr val="FFFFFF"/>
          </a:solidFill>
          <a:ln w="12700">
            <a:solidFill>
              <a:srgbClr val="E9E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6" name="Oval 5"/>
          <p:cNvSpPr/>
          <p:nvPr/>
        </p:nvSpPr>
        <p:spPr>
          <a:xfrm>
            <a:off x="914400" y="1950720"/>
            <a:ext cx="341376" cy="341376"/>
          </a:xfrm>
          <a:prstGeom prst="ellipse">
            <a:avLst/>
          </a:prstGeom>
          <a:solidFill>
            <a:srgbClr val="F8E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7" name="TextBox 6"/>
          <p:cNvSpPr txBox="1"/>
          <p:nvPr/>
        </p:nvSpPr>
        <p:spPr>
          <a:xfrm>
            <a:off x="914400" y="2039303"/>
            <a:ext cx="341376" cy="164212"/>
          </a:xfrm>
          <a:prstGeom prst="rect">
            <a:avLst/>
          </a:prstGeom>
          <a:noFill/>
        </p:spPr>
        <p:txBody>
          <a:bodyPr wrap="square" lIns="0" tIns="0" rIns="0" bIns="0" anchor="ctr">
            <a:spAutoFit/>
          </a:bodyPr>
          <a:lstStyle/>
          <a:p>
            <a:pPr algn="ctr"/>
            <a:r>
              <a:rPr sz="1067" b="1">
                <a:solidFill>
                  <a:srgbClr val="C8641E"/>
                </a:solidFill>
                <a:latin typeface="Pretendard"/>
                <a:ea typeface="Pretendard"/>
                <a:cs typeface="Pretendard"/>
              </a:rPr>
              <a:t>1</a:t>
            </a:r>
          </a:p>
        </p:txBody>
      </p:sp>
      <p:cxnSp>
        <p:nvCxnSpPr>
          <p:cNvPr id="10" name="Connector 9"/>
          <p:cNvCxnSpPr>
            <a:cxnSpLocks/>
          </p:cNvCxnSpPr>
          <p:nvPr/>
        </p:nvCxnSpPr>
        <p:spPr>
          <a:xfrm>
            <a:off x="914400" y="3108960"/>
            <a:ext cx="10121153" cy="0"/>
          </a:xfrm>
          <a:prstGeom prst="line">
            <a:avLst/>
          </a:prstGeom>
          <a:ln w="12700">
            <a:solidFill>
              <a:srgbClr val="E9E1D6"/>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914400" y="3352800"/>
            <a:ext cx="341376" cy="341376"/>
          </a:xfrm>
          <a:prstGeom prst="ellipse">
            <a:avLst/>
          </a:prstGeom>
          <a:solidFill>
            <a:srgbClr val="F8E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7" name="TextBox 16"/>
          <p:cNvSpPr txBox="1"/>
          <p:nvPr/>
        </p:nvSpPr>
        <p:spPr>
          <a:xfrm>
            <a:off x="914400" y="3441383"/>
            <a:ext cx="341376" cy="164212"/>
          </a:xfrm>
          <a:prstGeom prst="rect">
            <a:avLst/>
          </a:prstGeom>
          <a:noFill/>
        </p:spPr>
        <p:txBody>
          <a:bodyPr wrap="square" lIns="0" tIns="0" rIns="0" bIns="0" anchor="ctr">
            <a:spAutoFit/>
          </a:bodyPr>
          <a:lstStyle/>
          <a:p>
            <a:pPr algn="ctr"/>
            <a:r>
              <a:rPr lang="en-US" sz="1067" b="1" dirty="0">
                <a:solidFill>
                  <a:srgbClr val="C8641E"/>
                </a:solidFill>
                <a:latin typeface="Pretendard"/>
                <a:ea typeface="Pretendard"/>
                <a:cs typeface="Pretendard"/>
              </a:rPr>
              <a:t>2</a:t>
            </a:r>
            <a:endParaRPr sz="1067" b="1" dirty="0">
              <a:solidFill>
                <a:srgbClr val="C8641E"/>
              </a:solidFill>
              <a:latin typeface="Pretendard"/>
              <a:ea typeface="Pretendard"/>
              <a:cs typeface="Pretendard"/>
            </a:endParaRPr>
          </a:p>
        </p:txBody>
      </p:sp>
      <p:sp>
        <p:nvSpPr>
          <p:cNvPr id="18" name="TextBox 17"/>
          <p:cNvSpPr txBox="1"/>
          <p:nvPr/>
        </p:nvSpPr>
        <p:spPr>
          <a:xfrm>
            <a:off x="1432560" y="3377184"/>
            <a:ext cx="4632960" cy="237437"/>
          </a:xfrm>
          <a:prstGeom prst="rect">
            <a:avLst/>
          </a:prstGeom>
          <a:noFill/>
        </p:spPr>
        <p:txBody>
          <a:bodyPr wrap="square" lIns="0" tIns="0" rIns="0" bIns="0" anchor="t">
            <a:spAutoFit/>
          </a:bodyPr>
          <a:lstStyle/>
          <a:p>
            <a:pPr>
              <a:lnSpc>
                <a:spcPct val="120000"/>
              </a:lnSpc>
            </a:pPr>
            <a:r>
              <a:rPr sz="1400" b="1" dirty="0">
                <a:solidFill>
                  <a:srgbClr val="2A1F17"/>
                </a:solidFill>
                <a:latin typeface="Pretendard"/>
                <a:ea typeface="Pretendard"/>
                <a:cs typeface="Pretendard"/>
              </a:rPr>
              <a:t>Jetson </a:t>
            </a:r>
            <a:r>
              <a:rPr sz="1400" b="1" dirty="0" err="1">
                <a:solidFill>
                  <a:srgbClr val="2A1F17"/>
                </a:solidFill>
                <a:latin typeface="Pretendard"/>
                <a:ea typeface="Pretendard"/>
                <a:cs typeface="Pretendard"/>
              </a:rPr>
              <a:t>학습</a:t>
            </a:r>
            <a:r>
              <a:rPr sz="1400" b="1" dirty="0">
                <a:solidFill>
                  <a:srgbClr val="2A1F17"/>
                </a:solidFill>
                <a:latin typeface="Pretendard"/>
                <a:ea typeface="Pretendard"/>
                <a:cs typeface="Pretendard"/>
              </a:rPr>
              <a:t> </a:t>
            </a:r>
            <a:r>
              <a:rPr sz="1400" b="1" dirty="0" err="1">
                <a:solidFill>
                  <a:srgbClr val="2A1F17"/>
                </a:solidFill>
                <a:latin typeface="Pretendard"/>
                <a:ea typeface="Pretendard"/>
                <a:cs typeface="Pretendard"/>
              </a:rPr>
              <a:t>시간</a:t>
            </a:r>
            <a:r>
              <a:rPr sz="1400" b="1" dirty="0">
                <a:solidFill>
                  <a:srgbClr val="2A1F17"/>
                </a:solidFill>
                <a:latin typeface="Pretendard"/>
                <a:ea typeface="Pretendard"/>
                <a:cs typeface="Pretendard"/>
              </a:rPr>
              <a:t> </a:t>
            </a:r>
            <a:r>
              <a:rPr sz="1400" b="1" dirty="0" err="1">
                <a:solidFill>
                  <a:srgbClr val="2A1F17"/>
                </a:solidFill>
                <a:latin typeface="Pretendard"/>
                <a:ea typeface="Pretendard"/>
                <a:cs typeface="Pretendard"/>
              </a:rPr>
              <a:t>단축</a:t>
            </a:r>
            <a:endParaRPr sz="1400" b="1" dirty="0">
              <a:solidFill>
                <a:srgbClr val="2A1F17"/>
              </a:solidFill>
              <a:latin typeface="Pretendard"/>
              <a:ea typeface="Pretendard"/>
              <a:cs typeface="Pretendard"/>
            </a:endParaRPr>
          </a:p>
        </p:txBody>
      </p:sp>
      <p:sp>
        <p:nvSpPr>
          <p:cNvPr id="19" name="TextBox 18"/>
          <p:cNvSpPr txBox="1"/>
          <p:nvPr/>
        </p:nvSpPr>
        <p:spPr>
          <a:xfrm>
            <a:off x="1432560" y="3706368"/>
            <a:ext cx="4572000" cy="205634"/>
          </a:xfrm>
          <a:prstGeom prst="rect">
            <a:avLst/>
          </a:prstGeom>
          <a:noFill/>
        </p:spPr>
        <p:txBody>
          <a:bodyPr wrap="square" lIns="0" tIns="0" rIns="0" bIns="0" anchor="t">
            <a:spAutoFit/>
          </a:bodyPr>
          <a:lstStyle/>
          <a:p>
            <a:pPr>
              <a:lnSpc>
                <a:spcPct val="135000"/>
              </a:lnSpc>
            </a:pPr>
            <a:r>
              <a:rPr sz="1100">
                <a:solidFill>
                  <a:srgbClr val="5B4E44"/>
                </a:solidFill>
                <a:latin typeface="Pretendard"/>
                <a:ea typeface="Pretendard"/>
                <a:cs typeface="Pretendard"/>
              </a:rPr>
              <a:t>epoch당 2~3분 → 앞쪽 층 고정(freeze) · 신규 클래스 증분 학습</a:t>
            </a:r>
          </a:p>
        </p:txBody>
      </p:sp>
      <p:cxnSp>
        <p:nvCxnSpPr>
          <p:cNvPr id="20" name="Connector 19"/>
          <p:cNvCxnSpPr>
            <a:cxnSpLocks/>
          </p:cNvCxnSpPr>
          <p:nvPr/>
        </p:nvCxnSpPr>
        <p:spPr>
          <a:xfrm>
            <a:off x="914400" y="4511040"/>
            <a:ext cx="10058400" cy="0"/>
          </a:xfrm>
          <a:prstGeom prst="line">
            <a:avLst/>
          </a:prstGeom>
          <a:ln w="12700">
            <a:solidFill>
              <a:srgbClr val="E9E1D6"/>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432560" y="1977465"/>
            <a:ext cx="4632960" cy="237437"/>
          </a:xfrm>
          <a:prstGeom prst="rect">
            <a:avLst/>
          </a:prstGeom>
          <a:noFill/>
        </p:spPr>
        <p:txBody>
          <a:bodyPr wrap="square" lIns="0" tIns="0" rIns="0" bIns="0" anchor="t">
            <a:spAutoFit/>
          </a:bodyPr>
          <a:lstStyle/>
          <a:p>
            <a:pPr>
              <a:lnSpc>
                <a:spcPct val="120000"/>
              </a:lnSpc>
            </a:pPr>
            <a:r>
              <a:rPr sz="1400" b="1" dirty="0" err="1">
                <a:solidFill>
                  <a:srgbClr val="2A1F17"/>
                </a:solidFill>
                <a:latin typeface="Pretendard"/>
                <a:ea typeface="Pretendard"/>
                <a:cs typeface="Pretendard"/>
              </a:rPr>
              <a:t>앙상블</a:t>
            </a:r>
            <a:r>
              <a:rPr sz="1400" b="1" dirty="0">
                <a:solidFill>
                  <a:srgbClr val="2A1F17"/>
                </a:solidFill>
                <a:latin typeface="Pretendard"/>
                <a:ea typeface="Pretendard"/>
                <a:cs typeface="Pretendard"/>
              </a:rPr>
              <a:t> </a:t>
            </a:r>
            <a:r>
              <a:rPr sz="1400" b="1" dirty="0" err="1">
                <a:solidFill>
                  <a:srgbClr val="2A1F17"/>
                </a:solidFill>
                <a:latin typeface="Pretendard"/>
                <a:ea typeface="Pretendard"/>
                <a:cs typeface="Pretendard"/>
              </a:rPr>
              <a:t>경량화</a:t>
            </a:r>
            <a:endParaRPr sz="1400" b="1" dirty="0">
              <a:solidFill>
                <a:srgbClr val="2A1F17"/>
              </a:solidFill>
              <a:latin typeface="Pretendard"/>
              <a:ea typeface="Pretendard"/>
              <a:cs typeface="Pretendard"/>
            </a:endParaRPr>
          </a:p>
        </p:txBody>
      </p:sp>
      <p:sp>
        <p:nvSpPr>
          <p:cNvPr id="24" name="TextBox 23"/>
          <p:cNvSpPr txBox="1"/>
          <p:nvPr/>
        </p:nvSpPr>
        <p:spPr>
          <a:xfrm>
            <a:off x="1432560" y="2306649"/>
            <a:ext cx="4572000" cy="205634"/>
          </a:xfrm>
          <a:prstGeom prst="rect">
            <a:avLst/>
          </a:prstGeom>
          <a:noFill/>
        </p:spPr>
        <p:txBody>
          <a:bodyPr wrap="square" lIns="0" tIns="0" rIns="0" bIns="0" anchor="t">
            <a:spAutoFit/>
          </a:bodyPr>
          <a:lstStyle/>
          <a:p>
            <a:pPr>
              <a:lnSpc>
                <a:spcPct val="135000"/>
              </a:lnSpc>
            </a:pPr>
            <a:r>
              <a:rPr sz="1100" dirty="0" err="1">
                <a:solidFill>
                  <a:srgbClr val="5B4E44"/>
                </a:solidFill>
                <a:latin typeface="Pretendard"/>
                <a:ea typeface="Pretendard"/>
                <a:cs typeface="Pretendard"/>
              </a:rPr>
              <a:t>추론</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시간</a:t>
            </a:r>
            <a:r>
              <a:rPr sz="1100" dirty="0">
                <a:solidFill>
                  <a:srgbClr val="5B4E44"/>
                </a:solidFill>
                <a:latin typeface="Pretendard"/>
                <a:ea typeface="Pretendard"/>
                <a:cs typeface="Pretendard"/>
              </a:rPr>
              <a:t> 2배 → </a:t>
            </a:r>
            <a:r>
              <a:rPr sz="1100" dirty="0" err="1">
                <a:solidFill>
                  <a:srgbClr val="5B4E44"/>
                </a:solidFill>
                <a:latin typeface="Pretendard"/>
                <a:ea typeface="Pretendard"/>
                <a:cs typeface="Pretendard"/>
              </a:rPr>
              <a:t>지식</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증류로</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단일</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모델화</a:t>
            </a:r>
            <a:r>
              <a:rPr sz="1100" dirty="0">
                <a:solidFill>
                  <a:srgbClr val="5B4E44"/>
                </a:solidFill>
                <a:latin typeface="Pretendard"/>
                <a:ea typeface="Pretendard"/>
                <a:cs typeface="Pretendard"/>
              </a:rPr>
              <a:t> · </a:t>
            </a:r>
            <a:r>
              <a:rPr sz="1100" dirty="0" err="1">
                <a:solidFill>
                  <a:srgbClr val="5B4E44"/>
                </a:solidFill>
                <a:latin typeface="Pretendard"/>
                <a:ea typeface="Pretendard"/>
                <a:cs typeface="Pretendard"/>
              </a:rPr>
              <a:t>상황별</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단독</a:t>
            </a:r>
            <a:r>
              <a:rPr sz="1100" dirty="0">
                <a:solidFill>
                  <a:srgbClr val="5B4E44"/>
                </a:solidFill>
                <a:latin typeface="Pretendard"/>
                <a:ea typeface="Pretendard"/>
                <a:cs typeface="Pretendard"/>
              </a:rPr>
              <a:t>/</a:t>
            </a:r>
            <a:r>
              <a:rPr sz="1100" dirty="0" err="1">
                <a:solidFill>
                  <a:srgbClr val="5B4E44"/>
                </a:solidFill>
                <a:latin typeface="Pretendard"/>
                <a:ea typeface="Pretendard"/>
                <a:cs typeface="Pretendard"/>
              </a:rPr>
              <a:t>앙상블</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전환</a:t>
            </a:r>
            <a:endParaRPr sz="1100" dirty="0">
              <a:solidFill>
                <a:srgbClr val="5B4E44"/>
              </a:solidFill>
              <a:latin typeface="Pretendard"/>
              <a:ea typeface="Pretendard"/>
              <a:cs typeface="Pretendard"/>
            </a:endParaRPr>
          </a:p>
        </p:txBody>
      </p:sp>
      <p:sp>
        <p:nvSpPr>
          <p:cNvPr id="26" name="Oval 25"/>
          <p:cNvSpPr/>
          <p:nvPr/>
        </p:nvSpPr>
        <p:spPr>
          <a:xfrm>
            <a:off x="914400" y="4754880"/>
            <a:ext cx="341376" cy="341376"/>
          </a:xfrm>
          <a:prstGeom prst="ellipse">
            <a:avLst/>
          </a:prstGeom>
          <a:solidFill>
            <a:srgbClr val="F8E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7" name="TextBox 26"/>
          <p:cNvSpPr txBox="1"/>
          <p:nvPr/>
        </p:nvSpPr>
        <p:spPr>
          <a:xfrm>
            <a:off x="914400" y="4843463"/>
            <a:ext cx="341376" cy="164212"/>
          </a:xfrm>
          <a:prstGeom prst="rect">
            <a:avLst/>
          </a:prstGeom>
          <a:noFill/>
        </p:spPr>
        <p:txBody>
          <a:bodyPr wrap="square" lIns="0" tIns="0" rIns="0" bIns="0" anchor="ctr">
            <a:spAutoFit/>
          </a:bodyPr>
          <a:lstStyle/>
          <a:p>
            <a:pPr algn="ctr"/>
            <a:r>
              <a:rPr lang="en-US" sz="1067" b="1" dirty="0">
                <a:solidFill>
                  <a:srgbClr val="C8641E"/>
                </a:solidFill>
                <a:latin typeface="Pretendard"/>
                <a:ea typeface="Pretendard"/>
                <a:cs typeface="Pretendard"/>
              </a:rPr>
              <a:t>3</a:t>
            </a:r>
            <a:endParaRPr sz="1067" b="1" dirty="0">
              <a:solidFill>
                <a:srgbClr val="C8641E"/>
              </a:solidFill>
              <a:latin typeface="Pretendard"/>
              <a:ea typeface="Pretendard"/>
              <a:cs typeface="Pretendard"/>
            </a:endParaRPr>
          </a:p>
        </p:txBody>
      </p:sp>
      <p:sp>
        <p:nvSpPr>
          <p:cNvPr id="28" name="TextBox 27"/>
          <p:cNvSpPr txBox="1"/>
          <p:nvPr/>
        </p:nvSpPr>
        <p:spPr>
          <a:xfrm>
            <a:off x="1432560" y="4779264"/>
            <a:ext cx="4632960" cy="237437"/>
          </a:xfrm>
          <a:prstGeom prst="rect">
            <a:avLst/>
          </a:prstGeom>
          <a:noFill/>
        </p:spPr>
        <p:txBody>
          <a:bodyPr wrap="square" lIns="0" tIns="0" rIns="0" bIns="0" anchor="t">
            <a:spAutoFit/>
          </a:bodyPr>
          <a:lstStyle/>
          <a:p>
            <a:pPr>
              <a:lnSpc>
                <a:spcPct val="120000"/>
              </a:lnSpc>
            </a:pPr>
            <a:r>
              <a:rPr sz="1400" b="1" dirty="0" err="1">
                <a:solidFill>
                  <a:srgbClr val="2A1F17"/>
                </a:solidFill>
                <a:latin typeface="Pretendard"/>
                <a:ea typeface="Pretendard"/>
                <a:cs typeface="Pretendard"/>
              </a:rPr>
              <a:t>빵이</a:t>
            </a:r>
            <a:r>
              <a:rPr sz="1400" b="1" dirty="0">
                <a:solidFill>
                  <a:srgbClr val="2A1F17"/>
                </a:solidFill>
                <a:latin typeface="Pretendard"/>
                <a:ea typeface="Pretendard"/>
                <a:cs typeface="Pretendard"/>
              </a:rPr>
              <a:t> </a:t>
            </a:r>
            <a:r>
              <a:rPr sz="1400" b="1" dirty="0" err="1">
                <a:solidFill>
                  <a:srgbClr val="2A1F17"/>
                </a:solidFill>
                <a:latin typeface="Pretendard"/>
                <a:ea typeface="Pretendard"/>
                <a:cs typeface="Pretendard"/>
              </a:rPr>
              <a:t>아닌</a:t>
            </a:r>
            <a:r>
              <a:rPr sz="1400" b="1" dirty="0">
                <a:solidFill>
                  <a:srgbClr val="2A1F17"/>
                </a:solidFill>
                <a:latin typeface="Pretendard"/>
                <a:ea typeface="Pretendard"/>
                <a:cs typeface="Pretendard"/>
              </a:rPr>
              <a:t> </a:t>
            </a:r>
            <a:r>
              <a:rPr sz="1400" b="1" dirty="0" err="1">
                <a:solidFill>
                  <a:srgbClr val="2A1F17"/>
                </a:solidFill>
                <a:latin typeface="Pretendard"/>
                <a:ea typeface="Pretendard"/>
                <a:cs typeface="Pretendard"/>
              </a:rPr>
              <a:t>대상</a:t>
            </a:r>
            <a:r>
              <a:rPr sz="1400" b="1" dirty="0">
                <a:solidFill>
                  <a:srgbClr val="2A1F17"/>
                </a:solidFill>
                <a:latin typeface="Pretendard"/>
                <a:ea typeface="Pretendard"/>
                <a:cs typeface="Pretendard"/>
              </a:rPr>
              <a:t> </a:t>
            </a:r>
            <a:r>
              <a:rPr sz="1400" b="1" dirty="0" err="1">
                <a:solidFill>
                  <a:srgbClr val="2A1F17"/>
                </a:solidFill>
                <a:latin typeface="Pretendard"/>
                <a:ea typeface="Pretendard"/>
                <a:cs typeface="Pretendard"/>
              </a:rPr>
              <a:t>학습</a:t>
            </a:r>
            <a:endParaRPr sz="1400" b="1" dirty="0">
              <a:solidFill>
                <a:srgbClr val="2A1F17"/>
              </a:solidFill>
              <a:latin typeface="Pretendard"/>
              <a:ea typeface="Pretendard"/>
              <a:cs typeface="Pretendard"/>
            </a:endParaRPr>
          </a:p>
        </p:txBody>
      </p:sp>
      <p:sp>
        <p:nvSpPr>
          <p:cNvPr id="29" name="TextBox 28"/>
          <p:cNvSpPr txBox="1"/>
          <p:nvPr/>
        </p:nvSpPr>
        <p:spPr>
          <a:xfrm>
            <a:off x="1432560" y="5108448"/>
            <a:ext cx="4572000" cy="205634"/>
          </a:xfrm>
          <a:prstGeom prst="rect">
            <a:avLst/>
          </a:prstGeom>
          <a:noFill/>
        </p:spPr>
        <p:txBody>
          <a:bodyPr wrap="square" lIns="0" tIns="0" rIns="0" bIns="0" anchor="t">
            <a:spAutoFit/>
          </a:bodyPr>
          <a:lstStyle/>
          <a:p>
            <a:pPr>
              <a:lnSpc>
                <a:spcPct val="135000"/>
              </a:lnSpc>
            </a:pPr>
            <a:r>
              <a:rPr sz="1100" dirty="0" err="1">
                <a:solidFill>
                  <a:srgbClr val="5B4E44"/>
                </a:solidFill>
                <a:latin typeface="Pretendard"/>
                <a:ea typeface="Pretendard"/>
                <a:cs typeface="Pretendard"/>
              </a:rPr>
              <a:t>휴대폰</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화면</a:t>
            </a:r>
            <a:r>
              <a:rPr sz="1100" dirty="0">
                <a:solidFill>
                  <a:srgbClr val="5B4E44"/>
                </a:solidFill>
                <a:latin typeface="Pretendard"/>
                <a:ea typeface="Pretendard"/>
                <a:cs typeface="Pretendard"/>
              </a:rPr>
              <a:t> · </a:t>
            </a:r>
            <a:r>
              <a:rPr sz="1100" dirty="0" err="1">
                <a:solidFill>
                  <a:srgbClr val="5B4E44"/>
                </a:solidFill>
                <a:latin typeface="Pretendard"/>
                <a:ea typeface="Pretendard"/>
                <a:cs typeface="Pretendard"/>
              </a:rPr>
              <a:t>비닐</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반사</a:t>
            </a:r>
            <a:r>
              <a:rPr sz="1100" dirty="0">
                <a:solidFill>
                  <a:srgbClr val="5B4E44"/>
                </a:solidFill>
                <a:latin typeface="Pretendard"/>
                <a:ea typeface="Pretendard"/>
                <a:cs typeface="Pretendard"/>
              </a:rPr>
              <a:t> · 손 </a:t>
            </a:r>
            <a:r>
              <a:rPr sz="1100" dirty="0" err="1">
                <a:solidFill>
                  <a:srgbClr val="5B4E44"/>
                </a:solidFill>
                <a:latin typeface="Pretendard"/>
                <a:ea typeface="Pretendard"/>
                <a:cs typeface="Pretendard"/>
              </a:rPr>
              <a:t>이미지를</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배경으로</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학습</a:t>
            </a:r>
            <a:r>
              <a:rPr sz="1100" dirty="0">
                <a:solidFill>
                  <a:srgbClr val="5B4E44"/>
                </a:solidFill>
                <a:latin typeface="Pretendard"/>
                <a:ea typeface="Pretendard"/>
                <a:cs typeface="Pretendard"/>
              </a:rPr>
              <a:t> → </a:t>
            </a:r>
            <a:r>
              <a:rPr sz="1100" dirty="0" err="1">
                <a:solidFill>
                  <a:srgbClr val="5B4E44"/>
                </a:solidFill>
                <a:latin typeface="Pretendard"/>
                <a:ea typeface="Pretendard"/>
                <a:cs typeface="Pretendard"/>
              </a:rPr>
              <a:t>인식</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중지</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없이</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오인식</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감소</a:t>
            </a:r>
            <a:endParaRPr sz="1100" dirty="0">
              <a:solidFill>
                <a:srgbClr val="5B4E44"/>
              </a:solidFill>
              <a:latin typeface="Pretendard"/>
              <a:ea typeface="Pretendard"/>
              <a:cs typeface="Pretendard"/>
            </a:endParaRPr>
          </a:p>
        </p:txBody>
      </p:sp>
      <p:sp>
        <p:nvSpPr>
          <p:cNvPr id="34" name="TextBox 33"/>
          <p:cNvSpPr txBox="1"/>
          <p:nvPr/>
        </p:nvSpPr>
        <p:spPr>
          <a:xfrm>
            <a:off x="609600" y="6473952"/>
            <a:ext cx="3657600" cy="130100"/>
          </a:xfrm>
          <a:prstGeom prst="rect">
            <a:avLst/>
          </a:prstGeom>
          <a:noFill/>
        </p:spPr>
        <p:txBody>
          <a:bodyPr wrap="square" lIns="0" tIns="0" rIns="0" bIns="0" anchor="t">
            <a:spAutoFit/>
          </a:bodyPr>
          <a:lstStyle/>
          <a:p>
            <a:pPr>
              <a:lnSpc>
                <a:spcPct val="120000"/>
              </a:lnSpc>
            </a:pPr>
            <a:r>
              <a:rPr sz="767">
                <a:solidFill>
                  <a:srgbClr val="8C8078"/>
                </a:solidFill>
                <a:latin typeface="Pretendard Medium"/>
                <a:ea typeface="Pretendard Medium"/>
                <a:cs typeface="Pretendard Medium"/>
              </a:rPr>
              <a:t>BreadVision · 6조</a:t>
            </a:r>
          </a:p>
        </p:txBody>
      </p:sp>
      <p:sp>
        <p:nvSpPr>
          <p:cNvPr id="35" name="TextBox 34"/>
          <p:cNvSpPr txBox="1"/>
          <p:nvPr/>
        </p:nvSpPr>
        <p:spPr>
          <a:xfrm>
            <a:off x="9144000" y="6473952"/>
            <a:ext cx="2438400" cy="141642"/>
          </a:xfrm>
          <a:prstGeom prst="rect">
            <a:avLst/>
          </a:prstGeom>
          <a:noFill/>
        </p:spPr>
        <p:txBody>
          <a:bodyPr wrap="square" lIns="0" tIns="0" rIns="0" bIns="0" anchor="t">
            <a:spAutoFit/>
          </a:bodyPr>
          <a:lstStyle/>
          <a:p>
            <a:pPr algn="r">
              <a:lnSpc>
                <a:spcPct val="120000"/>
              </a:lnSpc>
            </a:pPr>
            <a:r>
              <a:rPr sz="767" dirty="0" smtClean="0">
                <a:solidFill>
                  <a:srgbClr val="8C8078"/>
                </a:solidFill>
                <a:latin typeface="Pretendard Medium"/>
                <a:ea typeface="Pretendard Medium"/>
                <a:cs typeface="Pretendard Medium"/>
              </a:rPr>
              <a:t>3</a:t>
            </a:r>
            <a:r>
              <a:rPr lang="en-US" sz="767" dirty="0">
                <a:solidFill>
                  <a:srgbClr val="8C8078"/>
                </a:solidFill>
                <a:latin typeface="Pretendard Medium"/>
                <a:ea typeface="Pretendard Medium"/>
                <a:cs typeface="Pretendard Medium"/>
              </a:rPr>
              <a:t>4</a:t>
            </a:r>
            <a:r>
              <a:rPr lang="en-US" sz="767" dirty="0" smtClean="0">
                <a:solidFill>
                  <a:srgbClr val="8C8078"/>
                </a:solidFill>
                <a:latin typeface="Pretendard Medium"/>
                <a:ea typeface="Pretendard Medium"/>
                <a:cs typeface="Pretendard Medium"/>
              </a:rPr>
              <a:t> </a:t>
            </a:r>
            <a:r>
              <a:rPr sz="767" dirty="0">
                <a:solidFill>
                  <a:srgbClr val="8C8078"/>
                </a:solidFill>
                <a:latin typeface="Pretendard Medium"/>
                <a:ea typeface="Pretendard Medium"/>
                <a:cs typeface="Pretendard Medium"/>
              </a:rPr>
              <a:t>/ </a:t>
            </a:r>
            <a:r>
              <a:rPr lang="en-US" altLang="ko-KR" sz="767" dirty="0" smtClean="0">
                <a:solidFill>
                  <a:srgbClr val="8C8078"/>
                </a:solidFill>
                <a:latin typeface="Pretendard Medium"/>
                <a:ea typeface="Pretendard Medium"/>
                <a:cs typeface="Pretendard Medium"/>
              </a:rPr>
              <a:t>36</a:t>
            </a:r>
            <a:endParaRPr sz="767" dirty="0">
              <a:solidFill>
                <a:srgbClr val="8C8078"/>
              </a:solidFill>
              <a:latin typeface="Pretendard Medium"/>
              <a:ea typeface="Pretendard Medium"/>
              <a:cs typeface="Pretendard Medium"/>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438912"/>
            <a:ext cx="10972800" cy="147028"/>
          </a:xfrm>
          <a:prstGeom prst="rect">
            <a:avLst/>
          </a:prstGeom>
          <a:noFill/>
        </p:spPr>
        <p:txBody>
          <a:bodyPr wrap="square" lIns="0" tIns="0" rIns="0" bIns="0" anchor="t">
            <a:spAutoFit/>
          </a:bodyPr>
          <a:lstStyle/>
          <a:p>
            <a:pPr>
              <a:lnSpc>
                <a:spcPct val="120000"/>
              </a:lnSpc>
            </a:pPr>
            <a:r>
              <a:rPr sz="867" spc="33">
                <a:solidFill>
                  <a:srgbClr val="C8641E"/>
                </a:solidFill>
                <a:latin typeface="Pretendard SemiBold"/>
                <a:ea typeface="Pretendard SemiBold"/>
                <a:cs typeface="Pretendard SemiBold"/>
              </a:rPr>
              <a:t>06  프로젝트 수행 후기</a:t>
            </a:r>
          </a:p>
        </p:txBody>
      </p:sp>
      <p:sp>
        <p:nvSpPr>
          <p:cNvPr id="3" name="TextBox 2"/>
          <p:cNvSpPr txBox="1"/>
          <p:nvPr/>
        </p:nvSpPr>
        <p:spPr>
          <a:xfrm>
            <a:off x="609600" y="621792"/>
            <a:ext cx="10972800" cy="389787"/>
          </a:xfrm>
          <a:prstGeom prst="rect">
            <a:avLst/>
          </a:prstGeom>
          <a:noFill/>
        </p:spPr>
        <p:txBody>
          <a:bodyPr wrap="square" lIns="0" tIns="0" rIns="0" bIns="0" anchor="t">
            <a:spAutoFit/>
          </a:bodyPr>
          <a:lstStyle/>
          <a:p>
            <a:r>
              <a:rPr sz="2533" b="1" spc="-40">
                <a:solidFill>
                  <a:srgbClr val="2A1F17"/>
                </a:solidFill>
                <a:latin typeface="Pretendard"/>
                <a:ea typeface="Pretendard"/>
                <a:cs typeface="Pretendard"/>
              </a:rPr>
              <a:t>프로젝트 수행 후기</a:t>
            </a:r>
          </a:p>
        </p:txBody>
      </p:sp>
      <p:sp>
        <p:nvSpPr>
          <p:cNvPr id="4" name="Rounded Rectangle 3"/>
          <p:cNvSpPr/>
          <p:nvPr/>
        </p:nvSpPr>
        <p:spPr>
          <a:xfrm>
            <a:off x="609600" y="1371600"/>
            <a:ext cx="3535680" cy="4785360"/>
          </a:xfrm>
          <a:prstGeom prst="roundRect">
            <a:avLst>
              <a:gd name="adj" fmla="val 3103"/>
            </a:avLst>
          </a:prstGeom>
          <a:solidFill>
            <a:srgbClr val="FFFFFF"/>
          </a:solidFill>
          <a:ln w="12700">
            <a:solidFill>
              <a:srgbClr val="E9E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5" name="TextBox 4"/>
          <p:cNvSpPr txBox="1"/>
          <p:nvPr/>
        </p:nvSpPr>
        <p:spPr>
          <a:xfrm>
            <a:off x="853440" y="1603248"/>
            <a:ext cx="3048000" cy="213200"/>
          </a:xfrm>
          <a:prstGeom prst="rect">
            <a:avLst/>
          </a:prstGeom>
          <a:noFill/>
        </p:spPr>
        <p:txBody>
          <a:bodyPr wrap="square" lIns="0" tIns="0" rIns="0" bIns="0" anchor="t">
            <a:spAutoFit/>
          </a:bodyPr>
          <a:lstStyle/>
          <a:p>
            <a:pPr>
              <a:lnSpc>
                <a:spcPct val="105000"/>
              </a:lnSpc>
            </a:pPr>
            <a:r>
              <a:rPr sz="1400" b="1" spc="-13" dirty="0" err="1">
                <a:solidFill>
                  <a:srgbClr val="2A1F17"/>
                </a:solidFill>
                <a:latin typeface="Pretendard"/>
                <a:ea typeface="Pretendard"/>
                <a:cs typeface="Pretendard"/>
              </a:rPr>
              <a:t>어려웠던</a:t>
            </a:r>
            <a:r>
              <a:rPr sz="1400" b="1" spc="-13" dirty="0">
                <a:solidFill>
                  <a:srgbClr val="2A1F17"/>
                </a:solidFill>
                <a:latin typeface="Pretendard"/>
                <a:ea typeface="Pretendard"/>
                <a:cs typeface="Pretendard"/>
              </a:rPr>
              <a:t> 점 · </a:t>
            </a:r>
            <a:r>
              <a:rPr sz="1400" b="1" spc="-13" dirty="0" err="1">
                <a:solidFill>
                  <a:srgbClr val="2A1F17"/>
                </a:solidFill>
                <a:latin typeface="Pretendard"/>
                <a:ea typeface="Pretendard"/>
                <a:cs typeface="Pretendard"/>
              </a:rPr>
              <a:t>해결</a:t>
            </a:r>
            <a:endParaRPr sz="1400" b="1" spc="-13" dirty="0">
              <a:solidFill>
                <a:srgbClr val="2A1F17"/>
              </a:solidFill>
              <a:latin typeface="Pretendard"/>
              <a:ea typeface="Pretendard"/>
              <a:cs typeface="Pretendard"/>
            </a:endParaRPr>
          </a:p>
        </p:txBody>
      </p:sp>
      <p:sp>
        <p:nvSpPr>
          <p:cNvPr id="6" name="TextBox 5"/>
          <p:cNvSpPr txBox="1"/>
          <p:nvPr/>
        </p:nvSpPr>
        <p:spPr>
          <a:xfrm>
            <a:off x="853440" y="2042160"/>
            <a:ext cx="3048000" cy="1394228"/>
          </a:xfrm>
          <a:prstGeom prst="rect">
            <a:avLst/>
          </a:prstGeom>
          <a:noFill/>
        </p:spPr>
        <p:txBody>
          <a:bodyPr wrap="square" lIns="0" tIns="0" rIns="0" bIns="0" anchor="t">
            <a:spAutoFit/>
          </a:bodyPr>
          <a:lstStyle/>
          <a:p>
            <a:pPr marL="158504" indent="-158504">
              <a:lnSpc>
                <a:spcPct val="150000"/>
              </a:lnSpc>
              <a:spcAft>
                <a:spcPts val="1200"/>
              </a:spcAft>
              <a:buClr>
                <a:srgbClr val="C8641E"/>
              </a:buClr>
              <a:buFont typeface="Arial"/>
              <a:buChar char="•"/>
            </a:pPr>
            <a:r>
              <a:rPr sz="1100" dirty="0" err="1">
                <a:solidFill>
                  <a:srgbClr val="5B4E44"/>
                </a:solidFill>
                <a:latin typeface="Pretendard"/>
                <a:ea typeface="Pretendard"/>
                <a:cs typeface="Pretendard"/>
              </a:rPr>
              <a:t>로투스·플레인</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구분</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실패</a:t>
            </a:r>
            <a:r>
              <a:rPr sz="1100" dirty="0">
                <a:solidFill>
                  <a:srgbClr val="5B4E44"/>
                </a:solidFill>
                <a:latin typeface="Pretendard"/>
                <a:ea typeface="Pretendard"/>
                <a:cs typeface="Pretendard"/>
              </a:rPr>
              <a:t> → </a:t>
            </a:r>
            <a:r>
              <a:rPr sz="1100" dirty="0" err="1">
                <a:solidFill>
                  <a:srgbClr val="5B4E44"/>
                </a:solidFill>
                <a:latin typeface="Pretendard"/>
                <a:ea typeface="Pretendard"/>
                <a:cs typeface="Pretendard"/>
              </a:rPr>
              <a:t>분류</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모델</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추가</a:t>
            </a:r>
            <a:r>
              <a:rPr sz="1100" dirty="0">
                <a:solidFill>
                  <a:srgbClr val="5B4E44"/>
                </a:solidFill>
                <a:latin typeface="Pretendard"/>
                <a:ea typeface="Pretendard"/>
                <a:cs typeface="Pretendard"/>
              </a:rPr>
              <a:t> 시 </a:t>
            </a:r>
            <a:r>
              <a:rPr sz="1100" dirty="0" err="1">
                <a:solidFill>
                  <a:srgbClr val="5B4E44"/>
                </a:solidFill>
                <a:latin typeface="Pretendard"/>
                <a:ea typeface="Pretendard"/>
                <a:cs typeface="Pretendard"/>
              </a:rPr>
              <a:t>오류</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증가</a:t>
            </a:r>
            <a:r>
              <a:rPr sz="1100" dirty="0">
                <a:solidFill>
                  <a:srgbClr val="5B4E44"/>
                </a:solidFill>
                <a:latin typeface="Pretendard"/>
                <a:ea typeface="Pretendard"/>
                <a:cs typeface="Pretendard"/>
              </a:rPr>
              <a:t> → </a:t>
            </a:r>
            <a:r>
              <a:rPr sz="1100" dirty="0" err="1">
                <a:solidFill>
                  <a:srgbClr val="5B4E44"/>
                </a:solidFill>
                <a:latin typeface="Pretendard"/>
                <a:ea typeface="Pretendard"/>
                <a:cs typeface="Pretendard"/>
              </a:rPr>
              <a:t>오류</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이미지</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분석으로</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라벨</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오류·포장</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이미지</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부족</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확인</a:t>
            </a:r>
            <a:r>
              <a:rPr sz="1100" dirty="0">
                <a:solidFill>
                  <a:srgbClr val="5B4E44"/>
                </a:solidFill>
                <a:latin typeface="Pretendard"/>
                <a:ea typeface="Pretendard"/>
                <a:cs typeface="Pretendard"/>
              </a:rPr>
              <a:t> 후 </a:t>
            </a:r>
            <a:r>
              <a:rPr sz="1100" dirty="0" err="1">
                <a:solidFill>
                  <a:srgbClr val="5B4E44"/>
                </a:solidFill>
                <a:latin typeface="Pretendard"/>
                <a:ea typeface="Pretendard"/>
                <a:cs typeface="Pretendard"/>
              </a:rPr>
              <a:t>데이터</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보강</a:t>
            </a:r>
            <a:endParaRPr sz="1100" dirty="0">
              <a:solidFill>
                <a:srgbClr val="5B4E44"/>
              </a:solidFill>
              <a:latin typeface="Pretendard"/>
              <a:ea typeface="Pretendard"/>
              <a:cs typeface="Pretendard"/>
            </a:endParaRPr>
          </a:p>
          <a:p>
            <a:pPr marL="158504" indent="-158504">
              <a:lnSpc>
                <a:spcPct val="150000"/>
              </a:lnSpc>
              <a:spcAft>
                <a:spcPts val="1200"/>
              </a:spcAft>
              <a:buClr>
                <a:srgbClr val="C8641E"/>
              </a:buClr>
              <a:buFont typeface="Arial"/>
              <a:buChar char="•"/>
            </a:pPr>
            <a:r>
              <a:rPr sz="1100" dirty="0" err="1">
                <a:solidFill>
                  <a:srgbClr val="5B4E44"/>
                </a:solidFill>
                <a:latin typeface="Pretendard"/>
                <a:ea typeface="Pretendard"/>
                <a:cs typeface="Pretendard"/>
              </a:rPr>
              <a:t>Colab</a:t>
            </a:r>
            <a:r>
              <a:rPr sz="1100" dirty="0">
                <a:solidFill>
                  <a:srgbClr val="5B4E44"/>
                </a:solidFill>
                <a:latin typeface="Pretendard"/>
                <a:ea typeface="Pretendard"/>
                <a:cs typeface="Pretendard"/>
              </a:rPr>
              <a:t> GPU </a:t>
            </a:r>
            <a:r>
              <a:rPr sz="1100" dirty="0" err="1">
                <a:solidFill>
                  <a:srgbClr val="5B4E44"/>
                </a:solidFill>
                <a:latin typeface="Pretendard"/>
                <a:ea typeface="Pretendard"/>
                <a:cs typeface="Pretendard"/>
              </a:rPr>
              <a:t>사용</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제한으로</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학습</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중단</a:t>
            </a:r>
            <a:r>
              <a:rPr sz="1100" dirty="0">
                <a:solidFill>
                  <a:srgbClr val="5B4E44"/>
                </a:solidFill>
                <a:latin typeface="Pretendard"/>
                <a:ea typeface="Pretendard"/>
                <a:cs typeface="Pretendard"/>
              </a:rPr>
              <a:t> → </a:t>
            </a:r>
            <a:r>
              <a:rPr sz="1100" dirty="0" err="1">
                <a:solidFill>
                  <a:srgbClr val="5B4E44"/>
                </a:solidFill>
                <a:latin typeface="Pretendard"/>
                <a:ea typeface="Pretendard"/>
                <a:cs typeface="Pretendard"/>
              </a:rPr>
              <a:t>팀원</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계정</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교대</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사용</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드라이브</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저장본에서</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이어서</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학습</a:t>
            </a:r>
            <a:endParaRPr sz="1100" dirty="0">
              <a:solidFill>
                <a:srgbClr val="5B4E44"/>
              </a:solidFill>
              <a:latin typeface="Pretendard"/>
              <a:ea typeface="Pretendard"/>
              <a:cs typeface="Pretendard"/>
            </a:endParaRPr>
          </a:p>
        </p:txBody>
      </p:sp>
      <p:sp>
        <p:nvSpPr>
          <p:cNvPr id="7" name="Rounded Rectangle 6"/>
          <p:cNvSpPr/>
          <p:nvPr/>
        </p:nvSpPr>
        <p:spPr>
          <a:xfrm>
            <a:off x="4328160" y="1371600"/>
            <a:ext cx="3535680" cy="4785360"/>
          </a:xfrm>
          <a:prstGeom prst="roundRect">
            <a:avLst>
              <a:gd name="adj" fmla="val 3103"/>
            </a:avLst>
          </a:prstGeom>
          <a:solidFill>
            <a:srgbClr val="FFFFFF"/>
          </a:solidFill>
          <a:ln w="12700">
            <a:solidFill>
              <a:srgbClr val="E9E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8" name="TextBox 7"/>
          <p:cNvSpPr txBox="1"/>
          <p:nvPr/>
        </p:nvSpPr>
        <p:spPr>
          <a:xfrm>
            <a:off x="4572000" y="1603248"/>
            <a:ext cx="3048000" cy="213200"/>
          </a:xfrm>
          <a:prstGeom prst="rect">
            <a:avLst/>
          </a:prstGeom>
          <a:noFill/>
        </p:spPr>
        <p:txBody>
          <a:bodyPr wrap="square" lIns="0" tIns="0" rIns="0" bIns="0" anchor="t">
            <a:spAutoFit/>
          </a:bodyPr>
          <a:lstStyle/>
          <a:p>
            <a:pPr>
              <a:lnSpc>
                <a:spcPct val="105000"/>
              </a:lnSpc>
            </a:pPr>
            <a:r>
              <a:rPr sz="1400" b="1" spc="-13" dirty="0" err="1">
                <a:solidFill>
                  <a:srgbClr val="2A1F17"/>
                </a:solidFill>
                <a:latin typeface="Pretendard"/>
                <a:ea typeface="Pretendard"/>
                <a:cs typeface="Pretendard"/>
              </a:rPr>
              <a:t>느낀</a:t>
            </a:r>
            <a:r>
              <a:rPr sz="1400" b="1" spc="-13" dirty="0">
                <a:solidFill>
                  <a:srgbClr val="2A1F17"/>
                </a:solidFill>
                <a:latin typeface="Pretendard"/>
                <a:ea typeface="Pretendard"/>
                <a:cs typeface="Pretendard"/>
              </a:rPr>
              <a:t> 점</a:t>
            </a:r>
          </a:p>
        </p:txBody>
      </p:sp>
      <p:sp>
        <p:nvSpPr>
          <p:cNvPr id="9" name="TextBox 8"/>
          <p:cNvSpPr txBox="1"/>
          <p:nvPr/>
        </p:nvSpPr>
        <p:spPr>
          <a:xfrm>
            <a:off x="4572000" y="2042160"/>
            <a:ext cx="3048000" cy="886397"/>
          </a:xfrm>
          <a:prstGeom prst="rect">
            <a:avLst/>
          </a:prstGeom>
          <a:noFill/>
        </p:spPr>
        <p:txBody>
          <a:bodyPr wrap="square" lIns="0" tIns="0" rIns="0" bIns="0" anchor="t">
            <a:spAutoFit/>
          </a:bodyPr>
          <a:lstStyle/>
          <a:p>
            <a:pPr marL="158504" indent="-158504">
              <a:lnSpc>
                <a:spcPct val="150000"/>
              </a:lnSpc>
              <a:spcAft>
                <a:spcPts val="1200"/>
              </a:spcAft>
              <a:buClr>
                <a:srgbClr val="C8641E"/>
              </a:buClr>
              <a:buFont typeface="Arial"/>
              <a:buChar char="•"/>
            </a:pPr>
            <a:r>
              <a:rPr sz="1100" dirty="0" err="1">
                <a:solidFill>
                  <a:srgbClr val="5B4E44"/>
                </a:solidFill>
                <a:latin typeface="Pretendard"/>
                <a:ea typeface="Pretendard"/>
                <a:cs typeface="Pretendard"/>
              </a:rPr>
              <a:t>모델</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구조</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변경보다</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데이터</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품질</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개선</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효과가</a:t>
            </a:r>
            <a:r>
              <a:rPr sz="1100" dirty="0">
                <a:solidFill>
                  <a:srgbClr val="5B4E44"/>
                </a:solidFill>
                <a:latin typeface="Pretendard"/>
                <a:ea typeface="Pretendard"/>
                <a:cs typeface="Pretendard"/>
              </a:rPr>
              <a:t> 더 큼</a:t>
            </a:r>
          </a:p>
          <a:p>
            <a:pPr marL="158504" indent="-158504">
              <a:lnSpc>
                <a:spcPct val="150000"/>
              </a:lnSpc>
              <a:spcAft>
                <a:spcPts val="1200"/>
              </a:spcAft>
              <a:buClr>
                <a:srgbClr val="C8641E"/>
              </a:buClr>
              <a:buFont typeface="Arial"/>
              <a:buChar char="•"/>
            </a:pPr>
            <a:r>
              <a:rPr sz="1100" dirty="0" err="1">
                <a:solidFill>
                  <a:srgbClr val="5B4E44"/>
                </a:solidFill>
                <a:latin typeface="Pretendard"/>
                <a:ea typeface="Pretendard"/>
                <a:cs typeface="Pretendard"/>
              </a:rPr>
              <a:t>평균</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점수</a:t>
            </a:r>
            <a:r>
              <a:rPr sz="1100" dirty="0">
                <a:solidFill>
                  <a:srgbClr val="5B4E44"/>
                </a:solidFill>
                <a:latin typeface="Pretendard"/>
                <a:ea typeface="Pretendard"/>
                <a:cs typeface="Pretendard"/>
              </a:rPr>
              <a:t>(</a:t>
            </a:r>
            <a:r>
              <a:rPr sz="1100" dirty="0" err="1">
                <a:solidFill>
                  <a:srgbClr val="5B4E44"/>
                </a:solidFill>
                <a:latin typeface="Pretendard"/>
                <a:ea typeface="Pretendard"/>
                <a:cs typeface="Pretendard"/>
              </a:rPr>
              <a:t>mAP</a:t>
            </a:r>
            <a:r>
              <a:rPr sz="1100" dirty="0">
                <a:solidFill>
                  <a:srgbClr val="5B4E44"/>
                </a:solidFill>
                <a:latin typeface="Pretendard"/>
                <a:ea typeface="Pretendard"/>
                <a:cs typeface="Pretendard"/>
              </a:rPr>
              <a:t>)</a:t>
            </a:r>
            <a:r>
              <a:rPr sz="1100" dirty="0" err="1">
                <a:solidFill>
                  <a:srgbClr val="5B4E44"/>
                </a:solidFill>
                <a:latin typeface="Pretendard"/>
                <a:ea typeface="Pretendard"/>
                <a:cs typeface="Pretendard"/>
              </a:rPr>
              <a:t>보다</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실제</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사용</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조건의</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오류</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건수</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확인이</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중요</a:t>
            </a:r>
            <a:endParaRPr sz="1100" dirty="0">
              <a:solidFill>
                <a:srgbClr val="5B4E44"/>
              </a:solidFill>
              <a:latin typeface="Pretendard"/>
              <a:ea typeface="Pretendard"/>
              <a:cs typeface="Pretendard"/>
            </a:endParaRPr>
          </a:p>
        </p:txBody>
      </p:sp>
      <p:sp>
        <p:nvSpPr>
          <p:cNvPr id="10" name="Rounded Rectangle 9"/>
          <p:cNvSpPr/>
          <p:nvPr/>
        </p:nvSpPr>
        <p:spPr>
          <a:xfrm>
            <a:off x="8046720" y="1371600"/>
            <a:ext cx="3535680" cy="4785360"/>
          </a:xfrm>
          <a:prstGeom prst="roundRect">
            <a:avLst>
              <a:gd name="adj" fmla="val 3103"/>
            </a:avLst>
          </a:prstGeom>
          <a:solidFill>
            <a:srgbClr val="FFFFFF"/>
          </a:solidFill>
          <a:ln w="12700">
            <a:solidFill>
              <a:srgbClr val="E9E1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1" name="TextBox 10"/>
          <p:cNvSpPr txBox="1"/>
          <p:nvPr/>
        </p:nvSpPr>
        <p:spPr>
          <a:xfrm>
            <a:off x="8290560" y="1603248"/>
            <a:ext cx="3048000" cy="213200"/>
          </a:xfrm>
          <a:prstGeom prst="rect">
            <a:avLst/>
          </a:prstGeom>
          <a:noFill/>
        </p:spPr>
        <p:txBody>
          <a:bodyPr wrap="square" lIns="0" tIns="0" rIns="0" bIns="0" anchor="t">
            <a:spAutoFit/>
          </a:bodyPr>
          <a:lstStyle/>
          <a:p>
            <a:pPr>
              <a:lnSpc>
                <a:spcPct val="105000"/>
              </a:lnSpc>
            </a:pPr>
            <a:r>
              <a:rPr sz="1400" b="1" spc="-13">
                <a:solidFill>
                  <a:srgbClr val="2A1F17"/>
                </a:solidFill>
                <a:latin typeface="Pretendard"/>
                <a:ea typeface="Pretendard"/>
                <a:cs typeface="Pretendard"/>
              </a:rPr>
              <a:t>마치며</a:t>
            </a:r>
          </a:p>
        </p:txBody>
      </p:sp>
      <p:sp>
        <p:nvSpPr>
          <p:cNvPr id="12" name="TextBox 11"/>
          <p:cNvSpPr txBox="1"/>
          <p:nvPr/>
        </p:nvSpPr>
        <p:spPr>
          <a:xfrm>
            <a:off x="8290560" y="2042160"/>
            <a:ext cx="3048000" cy="1140312"/>
          </a:xfrm>
          <a:prstGeom prst="rect">
            <a:avLst/>
          </a:prstGeom>
          <a:noFill/>
        </p:spPr>
        <p:txBody>
          <a:bodyPr wrap="square" lIns="0" tIns="0" rIns="0" bIns="0" anchor="t">
            <a:spAutoFit/>
          </a:bodyPr>
          <a:lstStyle/>
          <a:p>
            <a:pPr marL="158504" indent="-158504">
              <a:lnSpc>
                <a:spcPct val="150000"/>
              </a:lnSpc>
              <a:spcAft>
                <a:spcPts val="1200"/>
              </a:spcAft>
              <a:buClr>
                <a:srgbClr val="C8641E"/>
              </a:buClr>
              <a:buFont typeface="Arial"/>
              <a:buChar char="•"/>
            </a:pPr>
            <a:r>
              <a:rPr sz="1100" dirty="0">
                <a:solidFill>
                  <a:srgbClr val="5B4E44"/>
                </a:solidFill>
                <a:latin typeface="Pretendard"/>
                <a:ea typeface="Pretendard"/>
                <a:cs typeface="Pretendard"/>
              </a:rPr>
              <a:t>AI </a:t>
            </a:r>
            <a:r>
              <a:rPr sz="1100" dirty="0" err="1">
                <a:solidFill>
                  <a:srgbClr val="5B4E44"/>
                </a:solidFill>
                <a:latin typeface="Pretendard"/>
                <a:ea typeface="Pretendard"/>
                <a:cs typeface="Pretendard"/>
              </a:rPr>
              <a:t>모델</a:t>
            </a:r>
            <a:r>
              <a:rPr sz="1100" dirty="0">
                <a:solidFill>
                  <a:srgbClr val="5B4E44"/>
                </a:solidFill>
                <a:latin typeface="Pretendard"/>
                <a:ea typeface="Pretendard"/>
                <a:cs typeface="Pretendard"/>
              </a:rPr>
              <a:t> · Jetson </a:t>
            </a:r>
            <a:r>
              <a:rPr sz="1100" dirty="0" err="1">
                <a:solidFill>
                  <a:srgbClr val="5B4E44"/>
                </a:solidFill>
                <a:latin typeface="Pretendard"/>
                <a:ea typeface="Pretendard"/>
                <a:cs typeface="Pretendard"/>
              </a:rPr>
              <a:t>배포</a:t>
            </a:r>
            <a:r>
              <a:rPr sz="1100" dirty="0">
                <a:solidFill>
                  <a:srgbClr val="5B4E44"/>
                </a:solidFill>
                <a:latin typeface="Pretendard"/>
                <a:ea typeface="Pretendard"/>
                <a:cs typeface="Pretendard"/>
              </a:rPr>
              <a:t> · </a:t>
            </a:r>
            <a:r>
              <a:rPr sz="1100" dirty="0" err="1">
                <a:solidFill>
                  <a:srgbClr val="5B4E44"/>
                </a:solidFill>
                <a:latin typeface="Pretendard"/>
                <a:ea typeface="Pretendard"/>
                <a:cs typeface="Pretendard"/>
              </a:rPr>
              <a:t>PyQt</a:t>
            </a:r>
            <a:r>
              <a:rPr sz="1100" dirty="0">
                <a:solidFill>
                  <a:srgbClr val="5B4E44"/>
                </a:solidFill>
                <a:latin typeface="Pretendard"/>
                <a:ea typeface="Pretendard"/>
                <a:cs typeface="Pretendard"/>
              </a:rPr>
              <a:t> POS · </a:t>
            </a:r>
            <a:r>
              <a:rPr sz="1100" dirty="0" err="1">
                <a:solidFill>
                  <a:srgbClr val="5B4E44"/>
                </a:solidFill>
                <a:latin typeface="Pretendard"/>
                <a:ea typeface="Pretendard"/>
                <a:cs typeface="Pretendard"/>
              </a:rPr>
              <a:t>모터</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제어</a:t>
            </a:r>
            <a:r>
              <a:rPr sz="1100" dirty="0">
                <a:solidFill>
                  <a:srgbClr val="5B4E44"/>
                </a:solidFill>
                <a:latin typeface="Pretendard"/>
                <a:ea typeface="Pretendard"/>
                <a:cs typeface="Pretendard"/>
              </a:rPr>
              <a:t> · </a:t>
            </a:r>
            <a:r>
              <a:rPr sz="1100" dirty="0" err="1">
                <a:solidFill>
                  <a:srgbClr val="5B4E44"/>
                </a:solidFill>
                <a:latin typeface="Pretendard"/>
                <a:ea typeface="Pretendard"/>
                <a:cs typeface="Pretendard"/>
              </a:rPr>
              <a:t>회원</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앱을</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하나의</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시스템으로</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연결</a:t>
            </a:r>
            <a:endParaRPr sz="1100" dirty="0">
              <a:solidFill>
                <a:srgbClr val="5B4E44"/>
              </a:solidFill>
              <a:latin typeface="Pretendard"/>
              <a:ea typeface="Pretendard"/>
              <a:cs typeface="Pretendard"/>
            </a:endParaRPr>
          </a:p>
          <a:p>
            <a:pPr marL="158504" indent="-158504">
              <a:lnSpc>
                <a:spcPct val="150000"/>
              </a:lnSpc>
              <a:spcAft>
                <a:spcPts val="1200"/>
              </a:spcAft>
              <a:buClr>
                <a:srgbClr val="C8641E"/>
              </a:buClr>
              <a:buFont typeface="Arial"/>
              <a:buChar char="•"/>
            </a:pPr>
            <a:r>
              <a:rPr sz="1100" dirty="0" err="1">
                <a:solidFill>
                  <a:srgbClr val="5B4E44"/>
                </a:solidFill>
                <a:latin typeface="Pretendard"/>
                <a:ea typeface="Pretendard"/>
                <a:cs typeface="Pretendard"/>
              </a:rPr>
              <a:t>교육</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과정에서</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배운</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내용을</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실제</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동작하는</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결과물로</a:t>
            </a:r>
            <a:r>
              <a:rPr sz="1100" dirty="0">
                <a:solidFill>
                  <a:srgbClr val="5B4E44"/>
                </a:solidFill>
                <a:latin typeface="Pretendard"/>
                <a:ea typeface="Pretendard"/>
                <a:cs typeface="Pretendard"/>
              </a:rPr>
              <a:t> </a:t>
            </a:r>
            <a:r>
              <a:rPr sz="1100" dirty="0" err="1">
                <a:solidFill>
                  <a:srgbClr val="5B4E44"/>
                </a:solidFill>
                <a:latin typeface="Pretendard"/>
                <a:ea typeface="Pretendard"/>
                <a:cs typeface="Pretendard"/>
              </a:rPr>
              <a:t>구현</a:t>
            </a:r>
            <a:endParaRPr sz="1100" dirty="0">
              <a:solidFill>
                <a:srgbClr val="5B4E44"/>
              </a:solidFill>
              <a:latin typeface="Pretendard"/>
              <a:ea typeface="Pretendard"/>
              <a:cs typeface="Pretendard"/>
            </a:endParaRPr>
          </a:p>
        </p:txBody>
      </p:sp>
      <p:sp>
        <p:nvSpPr>
          <p:cNvPr id="13" name="TextBox 12"/>
          <p:cNvSpPr txBox="1"/>
          <p:nvPr/>
        </p:nvSpPr>
        <p:spPr>
          <a:xfrm>
            <a:off x="609600" y="6473952"/>
            <a:ext cx="3657600" cy="130100"/>
          </a:xfrm>
          <a:prstGeom prst="rect">
            <a:avLst/>
          </a:prstGeom>
          <a:noFill/>
        </p:spPr>
        <p:txBody>
          <a:bodyPr wrap="square" lIns="0" tIns="0" rIns="0" bIns="0" anchor="t">
            <a:spAutoFit/>
          </a:bodyPr>
          <a:lstStyle/>
          <a:p>
            <a:pPr>
              <a:lnSpc>
                <a:spcPct val="120000"/>
              </a:lnSpc>
            </a:pPr>
            <a:r>
              <a:rPr sz="767">
                <a:solidFill>
                  <a:srgbClr val="8C8078"/>
                </a:solidFill>
                <a:latin typeface="Pretendard Medium"/>
                <a:ea typeface="Pretendard Medium"/>
                <a:cs typeface="Pretendard Medium"/>
              </a:rPr>
              <a:t>BreadVision · 6조</a:t>
            </a:r>
          </a:p>
        </p:txBody>
      </p:sp>
      <p:sp>
        <p:nvSpPr>
          <p:cNvPr id="14" name="TextBox 13"/>
          <p:cNvSpPr txBox="1"/>
          <p:nvPr/>
        </p:nvSpPr>
        <p:spPr>
          <a:xfrm>
            <a:off x="9144000" y="6473952"/>
            <a:ext cx="2438400" cy="141642"/>
          </a:xfrm>
          <a:prstGeom prst="rect">
            <a:avLst/>
          </a:prstGeom>
          <a:noFill/>
        </p:spPr>
        <p:txBody>
          <a:bodyPr wrap="square" lIns="0" tIns="0" rIns="0" bIns="0" anchor="t">
            <a:spAutoFit/>
          </a:bodyPr>
          <a:lstStyle/>
          <a:p>
            <a:pPr algn="r">
              <a:lnSpc>
                <a:spcPct val="120000"/>
              </a:lnSpc>
            </a:pPr>
            <a:r>
              <a:rPr sz="767" dirty="0" smtClean="0">
                <a:solidFill>
                  <a:srgbClr val="8C8078"/>
                </a:solidFill>
                <a:latin typeface="Pretendard Medium"/>
                <a:ea typeface="Pretendard Medium"/>
                <a:cs typeface="Pretendard Medium"/>
              </a:rPr>
              <a:t>3</a:t>
            </a:r>
            <a:r>
              <a:rPr lang="en-US" sz="767" dirty="0">
                <a:solidFill>
                  <a:srgbClr val="8C8078"/>
                </a:solidFill>
                <a:latin typeface="Pretendard Medium"/>
                <a:ea typeface="Pretendard Medium"/>
                <a:cs typeface="Pretendard Medium"/>
              </a:rPr>
              <a:t>5</a:t>
            </a:r>
            <a:r>
              <a:rPr sz="767" dirty="0" smtClean="0">
                <a:solidFill>
                  <a:srgbClr val="8C8078"/>
                </a:solidFill>
                <a:latin typeface="Pretendard Medium"/>
                <a:ea typeface="Pretendard Medium"/>
                <a:cs typeface="Pretendard Medium"/>
              </a:rPr>
              <a:t> </a:t>
            </a:r>
            <a:r>
              <a:rPr sz="767" dirty="0">
                <a:solidFill>
                  <a:srgbClr val="8C8078"/>
                </a:solidFill>
                <a:latin typeface="Pretendard Medium"/>
                <a:ea typeface="Pretendard Medium"/>
                <a:cs typeface="Pretendard Medium"/>
              </a:rPr>
              <a:t>/ </a:t>
            </a:r>
            <a:r>
              <a:rPr lang="en-US" altLang="ko-KR" sz="767" dirty="0" smtClean="0">
                <a:solidFill>
                  <a:srgbClr val="8C8078"/>
                </a:solidFill>
                <a:latin typeface="Pretendard Medium"/>
                <a:ea typeface="Pretendard Medium"/>
                <a:cs typeface="Pretendard Medium"/>
              </a:rPr>
              <a:t>36</a:t>
            </a:r>
            <a:endParaRPr sz="767" dirty="0">
              <a:solidFill>
                <a:srgbClr val="8C8078"/>
              </a:solidFill>
              <a:latin typeface="Pretendard Medium"/>
              <a:ea typeface="Pretendard Medium"/>
              <a:cs typeface="Pretendard Medium"/>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2194560"/>
            <a:ext cx="10972800" cy="902876"/>
          </a:xfrm>
          <a:prstGeom prst="rect">
            <a:avLst/>
          </a:prstGeom>
          <a:noFill/>
        </p:spPr>
        <p:txBody>
          <a:bodyPr wrap="square" lIns="0" tIns="0" rIns="0" bIns="0" anchor="t">
            <a:spAutoFit/>
          </a:bodyPr>
          <a:lstStyle/>
          <a:p>
            <a:r>
              <a:rPr sz="5867" spc="-167" dirty="0" err="1">
                <a:solidFill>
                  <a:srgbClr val="633D1B"/>
                </a:solidFill>
                <a:latin typeface="Pretendard ExtraBold"/>
                <a:ea typeface="Pretendard ExtraBold"/>
                <a:cs typeface="Pretendard ExtraBold"/>
              </a:rPr>
              <a:t>감사합니다</a:t>
            </a:r>
            <a:endParaRPr lang="ko-KR" altLang="en-US" sz="5867" spc="-167" dirty="0" err="1">
              <a:solidFill>
                <a:srgbClr val="633D1B"/>
              </a:solidFill>
              <a:latin typeface="Pretendard ExtraBold"/>
              <a:ea typeface="Pretendard ExtraBold"/>
              <a:cs typeface="Pretendard ExtraBold"/>
            </a:endParaRPr>
          </a:p>
        </p:txBody>
      </p:sp>
      <p:sp>
        <p:nvSpPr>
          <p:cNvPr id="3" name="TextBox 2"/>
          <p:cNvSpPr txBox="1"/>
          <p:nvPr/>
        </p:nvSpPr>
        <p:spPr>
          <a:xfrm>
            <a:off x="609600" y="3261360"/>
            <a:ext cx="10972800" cy="348878"/>
          </a:xfrm>
          <a:prstGeom prst="rect">
            <a:avLst/>
          </a:prstGeom>
          <a:noFill/>
        </p:spPr>
        <p:txBody>
          <a:bodyPr wrap="square" lIns="0" tIns="0" rIns="0" bIns="0" anchor="t">
            <a:spAutoFit/>
          </a:bodyPr>
          <a:lstStyle/>
          <a:p>
            <a:r>
              <a:rPr sz="2267" b="1">
                <a:solidFill>
                  <a:srgbClr val="C8641E"/>
                </a:solidFill>
                <a:latin typeface="Pretendard"/>
                <a:ea typeface="Pretendard"/>
                <a:cs typeface="Pretendard"/>
              </a:rPr>
              <a:t>Q &amp; A</a:t>
            </a:r>
          </a:p>
        </p:txBody>
      </p:sp>
      <p:sp>
        <p:nvSpPr>
          <p:cNvPr id="4" name="TextBox 3"/>
          <p:cNvSpPr txBox="1"/>
          <p:nvPr/>
        </p:nvSpPr>
        <p:spPr>
          <a:xfrm>
            <a:off x="609600" y="5943600"/>
            <a:ext cx="7315200" cy="169598"/>
          </a:xfrm>
          <a:prstGeom prst="rect">
            <a:avLst/>
          </a:prstGeom>
          <a:noFill/>
        </p:spPr>
        <p:txBody>
          <a:bodyPr wrap="square" lIns="0" tIns="0" rIns="0" bIns="0" anchor="t">
            <a:spAutoFit/>
          </a:bodyPr>
          <a:lstStyle/>
          <a:p>
            <a:pPr>
              <a:lnSpc>
                <a:spcPct val="120000"/>
              </a:lnSpc>
            </a:pPr>
            <a:r>
              <a:rPr sz="1000">
                <a:solidFill>
                  <a:srgbClr val="B9ACA0"/>
                </a:solidFill>
                <a:latin typeface="Pretendard SemiBold"/>
                <a:ea typeface="Pretendard SemiBold"/>
                <a:cs typeface="Pretendard SemiBold"/>
              </a:rPr>
              <a:t>BreadVision  ·  AI 시스템반도체 SW 개발자 2기 6조</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ChatGPT">
  <a:themeElements>
    <a:clrScheme name="BreadVision Light">
      <a:dk1>
        <a:srgbClr val="1D1D1F"/>
      </a:dk1>
      <a:lt1>
        <a:srgbClr val="FFFFFF"/>
      </a:lt1>
      <a:dk2>
        <a:srgbClr val="6E6E73"/>
      </a:dk2>
      <a:lt2>
        <a:srgbClr val="F5F5F7"/>
      </a:lt2>
      <a:accent1>
        <a:srgbClr val="0066CC"/>
      </a:accent1>
      <a:accent2>
        <a:srgbClr val="1D1D1F"/>
      </a:accent2>
      <a:accent3>
        <a:srgbClr val="6E6E73"/>
      </a:accent3>
      <a:accent4>
        <a:srgbClr val="D2D2D7"/>
      </a:accent4>
      <a:accent5>
        <a:srgbClr val="E7F1FC"/>
      </a:accent5>
      <a:accent6>
        <a:srgbClr val="E8E8ED"/>
      </a:accent6>
      <a:hlink>
        <a:srgbClr val="0066CC"/>
      </a:hlink>
      <a:folHlink>
        <a:srgbClr val="0066CC"/>
      </a:folHlink>
    </a:clrScheme>
    <a:fontScheme name="Office">
      <a:majorFont>
        <a:latin typeface="Calibri Light"/>
        <a:ea typeface="Calibri Light"/>
        <a:cs typeface="Calibri Light"/>
      </a:majorFont>
      <a:minorFont>
        <a:latin typeface="Calibri"/>
        <a:ea typeface="Calibri"/>
        <a:cs typeface="Calibri"/>
      </a:minorFont>
    </a:fontScheme>
    <a:fmtScheme name="BreadVision Ligh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BreadVision Light">
      <a:dk1>
        <a:srgbClr val="1D1D1F"/>
      </a:dk1>
      <a:lt1>
        <a:srgbClr val="FFFFFF"/>
      </a:lt1>
      <a:dk2>
        <a:srgbClr val="6E6E73"/>
      </a:dk2>
      <a:lt2>
        <a:srgbClr val="F5F5F7"/>
      </a:lt2>
      <a:accent1>
        <a:srgbClr val="0066CC"/>
      </a:accent1>
      <a:accent2>
        <a:srgbClr val="1D1D1F"/>
      </a:accent2>
      <a:accent3>
        <a:srgbClr val="6E6E73"/>
      </a:accent3>
      <a:accent4>
        <a:srgbClr val="D2D2D7"/>
      </a:accent4>
      <a:accent5>
        <a:srgbClr val="E7F1FC"/>
      </a:accent5>
      <a:accent6>
        <a:srgbClr val="E8E8ED"/>
      </a:accent6>
      <a:hlink>
        <a:srgbClr val="0066CC"/>
      </a:hlink>
      <a:folHlink>
        <a:srgbClr val="0066CC"/>
      </a:folHlink>
    </a:clrScheme>
    <a:fontScheme name="Office">
      <a:majorFont>
        <a:latin typeface="Calibri Light"/>
        <a:ea typeface="Calibri Light"/>
        <a:cs typeface="Calibri Light"/>
      </a:majorFont>
      <a:minorFont>
        <a:latin typeface="Calibri"/>
        <a:ea typeface="Calibri"/>
        <a:cs typeface="Calibri"/>
      </a:minorFont>
    </a:fontScheme>
    <a:fmtScheme name="BreadVision Ligh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1201</TotalTime>
  <Words>5413</Words>
  <Application>Microsoft Office PowerPoint</Application>
  <DocSecurity>0</DocSecurity>
  <PresentationFormat>와이드스크린</PresentationFormat>
  <Paragraphs>680</Paragraphs>
  <Slides>36</Slides>
  <Notes>36</Notes>
  <HiddenSlides>0</HiddenSlides>
  <MMClips>4</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36</vt:i4>
      </vt:variant>
    </vt:vector>
  </HeadingPairs>
  <TitlesOfParts>
    <vt:vector size="46" baseType="lpstr">
      <vt:lpstr>Pretendard ExtraBold</vt:lpstr>
      <vt:lpstr>Noto Sans KR</vt:lpstr>
      <vt:lpstr>Consolas</vt:lpstr>
      <vt:lpstr>맑은 고딕</vt:lpstr>
      <vt:lpstr>Pretendard SemiBold</vt:lpstr>
      <vt:lpstr>Calibri</vt:lpstr>
      <vt:lpstr>Arial</vt:lpstr>
      <vt:lpstr>Pretendard Medium</vt:lpstr>
      <vt:lpstr>Pretendard</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kccistc</cp:lastModifiedBy>
  <cp:revision>128</cp:revision>
  <dcterms:created xsi:type="dcterms:W3CDTF">2026-09-08T01:34:15Z</dcterms:created>
  <dcterms:modified xsi:type="dcterms:W3CDTF">2026-09-16T02:23:03Z</dcterms:modified>
</cp:coreProperties>
</file>